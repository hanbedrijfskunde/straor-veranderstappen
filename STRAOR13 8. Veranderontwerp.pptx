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1" r:id="rId4"/>
  </p:sldMasterIdLst>
  <p:notesMasterIdLst>
    <p:notesMasterId r:id="rId37"/>
  </p:notesMasterIdLst>
  <p:sldIdLst>
    <p:sldId id="3132" r:id="rId5"/>
    <p:sldId id="3147" r:id="rId6"/>
    <p:sldId id="3166" r:id="rId7"/>
    <p:sldId id="3171" r:id="rId8"/>
    <p:sldId id="3156" r:id="rId9"/>
    <p:sldId id="3142" r:id="rId10"/>
    <p:sldId id="369" r:id="rId11"/>
    <p:sldId id="370" r:id="rId12"/>
    <p:sldId id="371" r:id="rId13"/>
    <p:sldId id="3157" r:id="rId14"/>
    <p:sldId id="3159" r:id="rId15"/>
    <p:sldId id="3162" r:id="rId16"/>
    <p:sldId id="3160" r:id="rId17"/>
    <p:sldId id="3161" r:id="rId18"/>
    <p:sldId id="3163" r:id="rId19"/>
    <p:sldId id="360" r:id="rId20"/>
    <p:sldId id="3129" r:id="rId21"/>
    <p:sldId id="3149" r:id="rId22"/>
    <p:sldId id="3150" r:id="rId23"/>
    <p:sldId id="3131" r:id="rId24"/>
    <p:sldId id="3133" r:id="rId25"/>
    <p:sldId id="3130" r:id="rId26"/>
    <p:sldId id="3128" r:id="rId27"/>
    <p:sldId id="3117" r:id="rId28"/>
    <p:sldId id="3152" r:id="rId29"/>
    <p:sldId id="3139" r:id="rId30"/>
    <p:sldId id="3140" r:id="rId31"/>
    <p:sldId id="3164" r:id="rId32"/>
    <p:sldId id="3165" r:id="rId33"/>
    <p:sldId id="3167" r:id="rId34"/>
    <p:sldId id="3170" r:id="rId35"/>
    <p:sldId id="3168" r:id="rId36"/>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ennink Hans" initials="BH" lastIdx="1" clrIdx="0">
    <p:extLst>
      <p:ext uri="{19B8F6BF-5375-455C-9EA6-DF929625EA0E}">
        <p15:presenceInfo xmlns:p15="http://schemas.microsoft.com/office/powerpoint/2012/main" userId="S-1-5-21-2909188429-114538918-127747496-1176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005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9BF8318-B82E-4877-BD68-9FDE4B67C162}" v="1" dt="2025-04-14T08:40:38.9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89494" autoAdjust="0"/>
  </p:normalViewPr>
  <p:slideViewPr>
    <p:cSldViewPr>
      <p:cViewPr varScale="1">
        <p:scale>
          <a:sx n="65" d="100"/>
          <a:sy n="65" d="100"/>
        </p:scale>
        <p:origin x="628" y="60"/>
      </p:cViewPr>
      <p:guideLst>
        <p:guide orient="horz" pos="2160"/>
        <p:guide pos="3840"/>
      </p:guideLst>
    </p:cSldViewPr>
  </p:slideViewPr>
  <p:outlineViewPr>
    <p:cViewPr>
      <p:scale>
        <a:sx n="33" d="100"/>
        <a:sy n="33" d="100"/>
      </p:scale>
      <p:origin x="0" y="-11064"/>
    </p:cViewPr>
  </p:outlineViewPr>
  <p:notesTextViewPr>
    <p:cViewPr>
      <p:scale>
        <a:sx n="100" d="100"/>
        <a:sy n="100" d="100"/>
      </p:scale>
      <p:origin x="0" y="0"/>
    </p:cViewPr>
  </p:notesTextViewPr>
  <p:sorterViewPr>
    <p:cViewPr>
      <p:scale>
        <a:sx n="100" d="100"/>
        <a:sy n="100" d="100"/>
      </p:scale>
      <p:origin x="0" y="-1435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b Coenen" userId="39d21178-e980-40d1-ac56-45bbb0bcf1af" providerId="ADAL" clId="{4199BA48-3AA7-4696-BE26-DBFC1F910C43}"/>
    <pc:docChg chg="undo custSel addSld delSld modSld sldOrd">
      <pc:chgData name="Job Coenen" userId="39d21178-e980-40d1-ac56-45bbb0bcf1af" providerId="ADAL" clId="{4199BA48-3AA7-4696-BE26-DBFC1F910C43}" dt="2023-12-23T14:30:34.444" v="5422" actId="20577"/>
      <pc:docMkLst>
        <pc:docMk/>
      </pc:docMkLst>
      <pc:sldChg chg="modSp mod">
        <pc:chgData name="Job Coenen" userId="39d21178-e980-40d1-ac56-45bbb0bcf1af" providerId="ADAL" clId="{4199BA48-3AA7-4696-BE26-DBFC1F910C43}" dt="2023-12-21T08:42:45.151" v="2664" actId="404"/>
        <pc:sldMkLst>
          <pc:docMk/>
          <pc:sldMk cId="4009569718" sldId="360"/>
        </pc:sldMkLst>
        <pc:spChg chg="mod">
          <ac:chgData name="Job Coenen" userId="39d21178-e980-40d1-ac56-45bbb0bcf1af" providerId="ADAL" clId="{4199BA48-3AA7-4696-BE26-DBFC1F910C43}" dt="2023-12-21T08:42:45.151" v="2664" actId="404"/>
          <ac:spMkLst>
            <pc:docMk/>
            <pc:sldMk cId="4009569718" sldId="360"/>
            <ac:spMk id="2" creationId="{FF811756-5008-D20B-40EC-226CB8DE1565}"/>
          </ac:spMkLst>
        </pc:spChg>
        <pc:spChg chg="mod">
          <ac:chgData name="Job Coenen" userId="39d21178-e980-40d1-ac56-45bbb0bcf1af" providerId="ADAL" clId="{4199BA48-3AA7-4696-BE26-DBFC1F910C43}" dt="2023-12-21T08:41:16.007" v="2642" actId="1076"/>
          <ac:spMkLst>
            <pc:docMk/>
            <pc:sldMk cId="4009569718" sldId="360"/>
            <ac:spMk id="3" creationId="{BF5A56FE-5FB1-7F8D-FA36-551423EADE22}"/>
          </ac:spMkLst>
        </pc:spChg>
      </pc:sldChg>
      <pc:sldChg chg="delSp modSp add mod ord delAnim">
        <pc:chgData name="Job Coenen" userId="39d21178-e980-40d1-ac56-45bbb0bcf1af" providerId="ADAL" clId="{4199BA48-3AA7-4696-BE26-DBFC1F910C43}" dt="2023-12-21T12:18:20.480" v="4492"/>
        <pc:sldMkLst>
          <pc:docMk/>
          <pc:sldMk cId="2687008827" sldId="369"/>
        </pc:sldMkLst>
        <pc:spChg chg="del">
          <ac:chgData name="Job Coenen" userId="39d21178-e980-40d1-ac56-45bbb0bcf1af" providerId="ADAL" clId="{4199BA48-3AA7-4696-BE26-DBFC1F910C43}" dt="2023-12-05T12:14:22.117" v="569" actId="478"/>
          <ac:spMkLst>
            <pc:docMk/>
            <pc:sldMk cId="2687008827" sldId="369"/>
            <ac:spMk id="2" creationId="{2D27FEC6-0767-3583-E14F-517D5E448862}"/>
          </ac:spMkLst>
        </pc:spChg>
        <pc:spChg chg="mod">
          <ac:chgData name="Job Coenen" userId="39d21178-e980-40d1-ac56-45bbb0bcf1af" providerId="ADAL" clId="{4199BA48-3AA7-4696-BE26-DBFC1F910C43}" dt="2023-12-05T12:18:24.687" v="740" actId="207"/>
          <ac:spMkLst>
            <pc:docMk/>
            <pc:sldMk cId="2687008827" sldId="369"/>
            <ac:spMk id="3" creationId="{12474778-4E98-EA70-70EF-915DC59BD654}"/>
          </ac:spMkLst>
        </pc:spChg>
        <pc:spChg chg="mod">
          <ac:chgData name="Job Coenen" userId="39d21178-e980-40d1-ac56-45bbb0bcf1af" providerId="ADAL" clId="{4199BA48-3AA7-4696-BE26-DBFC1F910C43}" dt="2023-12-05T12:23:16.936" v="922" actId="20577"/>
          <ac:spMkLst>
            <pc:docMk/>
            <pc:sldMk cId="2687008827" sldId="369"/>
            <ac:spMk id="6" creationId="{37B64BC2-468A-81D0-15C2-A2117C50BF25}"/>
          </ac:spMkLst>
        </pc:spChg>
        <pc:picChg chg="mod">
          <ac:chgData name="Job Coenen" userId="39d21178-e980-40d1-ac56-45bbb0bcf1af" providerId="ADAL" clId="{4199BA48-3AA7-4696-BE26-DBFC1F910C43}" dt="2023-12-05T12:14:53.991" v="580" actId="1076"/>
          <ac:picMkLst>
            <pc:docMk/>
            <pc:sldMk cId="2687008827" sldId="369"/>
            <ac:picMk id="1028" creationId="{7FB204DC-F794-6DC2-EBA4-8E84F3EFC6BA}"/>
          </ac:picMkLst>
        </pc:picChg>
      </pc:sldChg>
      <pc:sldChg chg="addSp delSp modSp add mod delAnim">
        <pc:chgData name="Job Coenen" userId="39d21178-e980-40d1-ac56-45bbb0bcf1af" providerId="ADAL" clId="{4199BA48-3AA7-4696-BE26-DBFC1F910C43}" dt="2023-12-05T12:23:24.450" v="950" actId="20577"/>
        <pc:sldMkLst>
          <pc:docMk/>
          <pc:sldMk cId="1163626524" sldId="370"/>
        </pc:sldMkLst>
        <pc:spChg chg="add mod">
          <ac:chgData name="Job Coenen" userId="39d21178-e980-40d1-ac56-45bbb0bcf1af" providerId="ADAL" clId="{4199BA48-3AA7-4696-BE26-DBFC1F910C43}" dt="2023-12-05T12:18:31.653" v="742" actId="207"/>
          <ac:spMkLst>
            <pc:docMk/>
            <pc:sldMk cId="1163626524" sldId="370"/>
            <ac:spMk id="2" creationId="{DB2CE433-BA13-8970-6CB8-EDCA0E9B3E69}"/>
          </ac:spMkLst>
        </pc:spChg>
        <pc:spChg chg="del">
          <ac:chgData name="Job Coenen" userId="39d21178-e980-40d1-ac56-45bbb0bcf1af" providerId="ADAL" clId="{4199BA48-3AA7-4696-BE26-DBFC1F910C43}" dt="2023-12-05T12:18:08.509" v="736" actId="478"/>
          <ac:spMkLst>
            <pc:docMk/>
            <pc:sldMk cId="1163626524" sldId="370"/>
            <ac:spMk id="3" creationId="{12474778-4E98-EA70-70EF-915DC59BD654}"/>
          </ac:spMkLst>
        </pc:spChg>
        <pc:spChg chg="del">
          <ac:chgData name="Job Coenen" userId="39d21178-e980-40d1-ac56-45bbb0bcf1af" providerId="ADAL" clId="{4199BA48-3AA7-4696-BE26-DBFC1F910C43}" dt="2023-12-05T12:14:28.831" v="572" actId="478"/>
          <ac:spMkLst>
            <pc:docMk/>
            <pc:sldMk cId="1163626524" sldId="370"/>
            <ac:spMk id="4" creationId="{01703650-F93F-3E58-32C2-4980E2A94560}"/>
          </ac:spMkLst>
        </pc:spChg>
        <pc:spChg chg="mod">
          <ac:chgData name="Job Coenen" userId="39d21178-e980-40d1-ac56-45bbb0bcf1af" providerId="ADAL" clId="{4199BA48-3AA7-4696-BE26-DBFC1F910C43}" dt="2023-12-05T12:23:24.450" v="950" actId="20577"/>
          <ac:spMkLst>
            <pc:docMk/>
            <pc:sldMk cId="1163626524" sldId="370"/>
            <ac:spMk id="6" creationId="{37B64BC2-468A-81D0-15C2-A2117C50BF25}"/>
          </ac:spMkLst>
        </pc:spChg>
        <pc:picChg chg="mod">
          <ac:chgData name="Job Coenen" userId="39d21178-e980-40d1-ac56-45bbb0bcf1af" providerId="ADAL" clId="{4199BA48-3AA7-4696-BE26-DBFC1F910C43}" dt="2023-12-05T12:16:04.936" v="604" actId="1076"/>
          <ac:picMkLst>
            <pc:docMk/>
            <pc:sldMk cId="1163626524" sldId="370"/>
            <ac:picMk id="2050" creationId="{E4DE1CD3-26A8-F2E2-2440-F93692C78868}"/>
          </ac:picMkLst>
        </pc:picChg>
      </pc:sldChg>
      <pc:sldChg chg="addSp delSp modSp add mod delAnim">
        <pc:chgData name="Job Coenen" userId="39d21178-e980-40d1-ac56-45bbb0bcf1af" providerId="ADAL" clId="{4199BA48-3AA7-4696-BE26-DBFC1F910C43}" dt="2023-12-05T12:18:35.027" v="743" actId="207"/>
        <pc:sldMkLst>
          <pc:docMk/>
          <pc:sldMk cId="3816775713" sldId="371"/>
        </pc:sldMkLst>
        <pc:spChg chg="del">
          <ac:chgData name="Job Coenen" userId="39d21178-e980-40d1-ac56-45bbb0bcf1af" providerId="ADAL" clId="{4199BA48-3AA7-4696-BE26-DBFC1F910C43}" dt="2023-12-05T12:14:34.896" v="574" actId="478"/>
          <ac:spMkLst>
            <pc:docMk/>
            <pc:sldMk cId="3816775713" sldId="371"/>
            <ac:spMk id="2" creationId="{0652D599-A785-5909-A62C-9D37C4366C16}"/>
          </ac:spMkLst>
        </pc:spChg>
        <pc:spChg chg="del">
          <ac:chgData name="Job Coenen" userId="39d21178-e980-40d1-ac56-45bbb0bcf1af" providerId="ADAL" clId="{4199BA48-3AA7-4696-BE26-DBFC1F910C43}" dt="2023-12-05T12:18:13.522" v="738" actId="478"/>
          <ac:spMkLst>
            <pc:docMk/>
            <pc:sldMk cId="3816775713" sldId="371"/>
            <ac:spMk id="3" creationId="{12474778-4E98-EA70-70EF-915DC59BD654}"/>
          </ac:spMkLst>
        </pc:spChg>
        <pc:spChg chg="add mod">
          <ac:chgData name="Job Coenen" userId="39d21178-e980-40d1-ac56-45bbb0bcf1af" providerId="ADAL" clId="{4199BA48-3AA7-4696-BE26-DBFC1F910C43}" dt="2023-12-05T12:16:50.337" v="643" actId="20577"/>
          <ac:spMkLst>
            <pc:docMk/>
            <pc:sldMk cId="3816775713" sldId="371"/>
            <ac:spMk id="4" creationId="{7669643D-647B-1241-2B43-34918D72D564}"/>
          </ac:spMkLst>
        </pc:spChg>
        <pc:spChg chg="add mod">
          <ac:chgData name="Job Coenen" userId="39d21178-e980-40d1-ac56-45bbb0bcf1af" providerId="ADAL" clId="{4199BA48-3AA7-4696-BE26-DBFC1F910C43}" dt="2023-12-05T12:18:35.027" v="743" actId="207"/>
          <ac:spMkLst>
            <pc:docMk/>
            <pc:sldMk cId="3816775713" sldId="371"/>
            <ac:spMk id="5" creationId="{41337693-5729-4D29-9E11-C2D7D44B1136}"/>
          </ac:spMkLst>
        </pc:spChg>
        <pc:picChg chg="mod">
          <ac:chgData name="Job Coenen" userId="39d21178-e980-40d1-ac56-45bbb0bcf1af" providerId="ADAL" clId="{4199BA48-3AA7-4696-BE26-DBFC1F910C43}" dt="2023-12-05T12:16:17.566" v="607" actId="1076"/>
          <ac:picMkLst>
            <pc:docMk/>
            <pc:sldMk cId="3816775713" sldId="371"/>
            <ac:picMk id="3074" creationId="{1B948B81-899D-0C7C-75FC-E56D26571196}"/>
          </ac:picMkLst>
        </pc:picChg>
      </pc:sldChg>
      <pc:sldChg chg="del">
        <pc:chgData name="Job Coenen" userId="39d21178-e980-40d1-ac56-45bbb0bcf1af" providerId="ADAL" clId="{4199BA48-3AA7-4696-BE26-DBFC1F910C43}" dt="2023-12-05T12:43:14.638" v="1098" actId="47"/>
        <pc:sldMkLst>
          <pc:docMk/>
          <pc:sldMk cId="3350885175" sldId="404"/>
        </pc:sldMkLst>
      </pc:sldChg>
      <pc:sldChg chg="del">
        <pc:chgData name="Job Coenen" userId="39d21178-e980-40d1-ac56-45bbb0bcf1af" providerId="ADAL" clId="{4199BA48-3AA7-4696-BE26-DBFC1F910C43}" dt="2023-12-21T08:45:48.879" v="2668" actId="47"/>
        <pc:sldMkLst>
          <pc:docMk/>
          <pc:sldMk cId="3688050899" sldId="3049"/>
        </pc:sldMkLst>
      </pc:sldChg>
      <pc:sldChg chg="del">
        <pc:chgData name="Job Coenen" userId="39d21178-e980-40d1-ac56-45bbb0bcf1af" providerId="ADAL" clId="{4199BA48-3AA7-4696-BE26-DBFC1F910C43}" dt="2023-12-21T08:45:52.274" v="2669" actId="47"/>
        <pc:sldMkLst>
          <pc:docMk/>
          <pc:sldMk cId="155143609" sldId="3073"/>
        </pc:sldMkLst>
      </pc:sldChg>
      <pc:sldChg chg="modSp mod">
        <pc:chgData name="Job Coenen" userId="39d21178-e980-40d1-ac56-45bbb0bcf1af" providerId="ADAL" clId="{4199BA48-3AA7-4696-BE26-DBFC1F910C43}" dt="2023-12-21T08:50:01.701" v="2685" actId="1076"/>
        <pc:sldMkLst>
          <pc:docMk/>
          <pc:sldMk cId="757193233" sldId="3117"/>
        </pc:sldMkLst>
        <pc:spChg chg="mod">
          <ac:chgData name="Job Coenen" userId="39d21178-e980-40d1-ac56-45bbb0bcf1af" providerId="ADAL" clId="{4199BA48-3AA7-4696-BE26-DBFC1F910C43}" dt="2023-12-21T08:50:01.701" v="2685" actId="1076"/>
          <ac:spMkLst>
            <pc:docMk/>
            <pc:sldMk cId="757193233" sldId="3117"/>
            <ac:spMk id="2" creationId="{99FBE0CA-A089-4A41-AB95-51224BD66312}"/>
          </ac:spMkLst>
        </pc:spChg>
        <pc:spChg chg="mod">
          <ac:chgData name="Job Coenen" userId="39d21178-e980-40d1-ac56-45bbb0bcf1af" providerId="ADAL" clId="{4199BA48-3AA7-4696-BE26-DBFC1F910C43}" dt="2023-12-21T08:49:50.247" v="2680" actId="14100"/>
          <ac:spMkLst>
            <pc:docMk/>
            <pc:sldMk cId="757193233" sldId="3117"/>
            <ac:spMk id="3" creationId="{E835D71A-8F8A-4A77-BF75-60DFC6314CE5}"/>
          </ac:spMkLst>
        </pc:spChg>
        <pc:spChg chg="mod">
          <ac:chgData name="Job Coenen" userId="39d21178-e980-40d1-ac56-45bbb0bcf1af" providerId="ADAL" clId="{4199BA48-3AA7-4696-BE26-DBFC1F910C43}" dt="2023-12-21T08:49:50.247" v="2680" actId="14100"/>
          <ac:spMkLst>
            <pc:docMk/>
            <pc:sldMk cId="757193233" sldId="3117"/>
            <ac:spMk id="4" creationId="{6A14A040-0C54-4F27-9955-5EA8136A9B30}"/>
          </ac:spMkLst>
        </pc:spChg>
        <pc:spChg chg="mod">
          <ac:chgData name="Job Coenen" userId="39d21178-e980-40d1-ac56-45bbb0bcf1af" providerId="ADAL" clId="{4199BA48-3AA7-4696-BE26-DBFC1F910C43}" dt="2023-12-21T08:49:50.247" v="2680" actId="14100"/>
          <ac:spMkLst>
            <pc:docMk/>
            <pc:sldMk cId="757193233" sldId="3117"/>
            <ac:spMk id="5" creationId="{C24F8248-1CB1-4519-8403-D3FAEA4EDF7B}"/>
          </ac:spMkLst>
        </pc:spChg>
        <pc:spChg chg="mod">
          <ac:chgData name="Job Coenen" userId="39d21178-e980-40d1-ac56-45bbb0bcf1af" providerId="ADAL" clId="{4199BA48-3AA7-4696-BE26-DBFC1F910C43}" dt="2023-12-21T08:49:50.247" v="2680" actId="14100"/>
          <ac:spMkLst>
            <pc:docMk/>
            <pc:sldMk cId="757193233" sldId="3117"/>
            <ac:spMk id="6" creationId="{99114192-3E12-4350-B865-81B97614694B}"/>
          </ac:spMkLst>
        </pc:spChg>
        <pc:spChg chg="mod">
          <ac:chgData name="Job Coenen" userId="39d21178-e980-40d1-ac56-45bbb0bcf1af" providerId="ADAL" clId="{4199BA48-3AA7-4696-BE26-DBFC1F910C43}" dt="2023-12-21T08:49:50.247" v="2680" actId="14100"/>
          <ac:spMkLst>
            <pc:docMk/>
            <pc:sldMk cId="757193233" sldId="3117"/>
            <ac:spMk id="7" creationId="{1C511C23-DF3D-41DE-B28E-5DEC4ED35EE6}"/>
          </ac:spMkLst>
        </pc:spChg>
        <pc:spChg chg="mod">
          <ac:chgData name="Job Coenen" userId="39d21178-e980-40d1-ac56-45bbb0bcf1af" providerId="ADAL" clId="{4199BA48-3AA7-4696-BE26-DBFC1F910C43}" dt="2023-12-21T08:49:50.247" v="2680" actId="14100"/>
          <ac:spMkLst>
            <pc:docMk/>
            <pc:sldMk cId="757193233" sldId="3117"/>
            <ac:spMk id="63" creationId="{B6797142-BDC4-4872-857B-EAF8025BA0E8}"/>
          </ac:spMkLst>
        </pc:spChg>
        <pc:spChg chg="mod">
          <ac:chgData name="Job Coenen" userId="39d21178-e980-40d1-ac56-45bbb0bcf1af" providerId="ADAL" clId="{4199BA48-3AA7-4696-BE26-DBFC1F910C43}" dt="2023-12-21T08:49:50.247" v="2680" actId="14100"/>
          <ac:spMkLst>
            <pc:docMk/>
            <pc:sldMk cId="757193233" sldId="3117"/>
            <ac:spMk id="90" creationId="{14757985-AE54-43BA-B1EA-BA3D4322B8BD}"/>
          </ac:spMkLst>
        </pc:spChg>
        <pc:spChg chg="mod">
          <ac:chgData name="Job Coenen" userId="39d21178-e980-40d1-ac56-45bbb0bcf1af" providerId="ADAL" clId="{4199BA48-3AA7-4696-BE26-DBFC1F910C43}" dt="2023-12-21T08:49:50.247" v="2680" actId="14100"/>
          <ac:spMkLst>
            <pc:docMk/>
            <pc:sldMk cId="757193233" sldId="3117"/>
            <ac:spMk id="91" creationId="{9956EAC6-28B6-4D7E-9FA7-7C0AB2BEB6AE}"/>
          </ac:spMkLst>
        </pc:spChg>
        <pc:grpChg chg="mod">
          <ac:chgData name="Job Coenen" userId="39d21178-e980-40d1-ac56-45bbb0bcf1af" providerId="ADAL" clId="{4199BA48-3AA7-4696-BE26-DBFC1F910C43}" dt="2023-12-21T08:49:50.247" v="2680" actId="14100"/>
          <ac:grpSpMkLst>
            <pc:docMk/>
            <pc:sldMk cId="757193233" sldId="3117"/>
            <ac:grpSpMk id="8" creationId="{8D1D2237-1050-401D-8CB2-0087C0BBD5F9}"/>
          </ac:grpSpMkLst>
        </pc:grpChg>
        <pc:grpChg chg="mod">
          <ac:chgData name="Job Coenen" userId="39d21178-e980-40d1-ac56-45bbb0bcf1af" providerId="ADAL" clId="{4199BA48-3AA7-4696-BE26-DBFC1F910C43}" dt="2023-12-21T08:49:50.247" v="2680" actId="14100"/>
          <ac:grpSpMkLst>
            <pc:docMk/>
            <pc:sldMk cId="757193233" sldId="3117"/>
            <ac:grpSpMk id="13" creationId="{FD60EB54-697C-450D-B30F-B83599A68233}"/>
          </ac:grpSpMkLst>
        </pc:grpChg>
        <pc:grpChg chg="mod">
          <ac:chgData name="Job Coenen" userId="39d21178-e980-40d1-ac56-45bbb0bcf1af" providerId="ADAL" clId="{4199BA48-3AA7-4696-BE26-DBFC1F910C43}" dt="2023-12-21T08:49:50.247" v="2680" actId="14100"/>
          <ac:grpSpMkLst>
            <pc:docMk/>
            <pc:sldMk cId="757193233" sldId="3117"/>
            <ac:grpSpMk id="18" creationId="{3A4A5C06-614F-40AB-8C60-99F3ED2E05F5}"/>
          </ac:grpSpMkLst>
        </pc:grpChg>
        <pc:grpChg chg="mod">
          <ac:chgData name="Job Coenen" userId="39d21178-e980-40d1-ac56-45bbb0bcf1af" providerId="ADAL" clId="{4199BA48-3AA7-4696-BE26-DBFC1F910C43}" dt="2023-12-21T08:49:50.247" v="2680" actId="14100"/>
          <ac:grpSpMkLst>
            <pc:docMk/>
            <pc:sldMk cId="757193233" sldId="3117"/>
            <ac:grpSpMk id="23" creationId="{E7B7C982-2150-49B4-80F3-AD916F654458}"/>
          </ac:grpSpMkLst>
        </pc:grpChg>
        <pc:grpChg chg="mod">
          <ac:chgData name="Job Coenen" userId="39d21178-e980-40d1-ac56-45bbb0bcf1af" providerId="ADAL" clId="{4199BA48-3AA7-4696-BE26-DBFC1F910C43}" dt="2023-12-21T08:49:50.247" v="2680" actId="14100"/>
          <ac:grpSpMkLst>
            <pc:docMk/>
            <pc:sldMk cId="757193233" sldId="3117"/>
            <ac:grpSpMk id="28" creationId="{84B5B505-7586-423F-A791-12F75989D4F6}"/>
          </ac:grpSpMkLst>
        </pc:grpChg>
        <pc:grpChg chg="mod">
          <ac:chgData name="Job Coenen" userId="39d21178-e980-40d1-ac56-45bbb0bcf1af" providerId="ADAL" clId="{4199BA48-3AA7-4696-BE26-DBFC1F910C43}" dt="2023-12-21T08:49:50.247" v="2680" actId="14100"/>
          <ac:grpSpMkLst>
            <pc:docMk/>
            <pc:sldMk cId="757193233" sldId="3117"/>
            <ac:grpSpMk id="33" creationId="{B580645E-9550-4D52-998A-DEC5672FDAC5}"/>
          </ac:grpSpMkLst>
        </pc:grpChg>
        <pc:grpChg chg="mod">
          <ac:chgData name="Job Coenen" userId="39d21178-e980-40d1-ac56-45bbb0bcf1af" providerId="ADAL" clId="{4199BA48-3AA7-4696-BE26-DBFC1F910C43}" dt="2023-12-21T08:49:50.247" v="2680" actId="14100"/>
          <ac:grpSpMkLst>
            <pc:docMk/>
            <pc:sldMk cId="757193233" sldId="3117"/>
            <ac:grpSpMk id="38" creationId="{412502D9-EB42-40F3-A3FF-70A0244B3AC2}"/>
          </ac:grpSpMkLst>
        </pc:grpChg>
        <pc:grpChg chg="mod">
          <ac:chgData name="Job Coenen" userId="39d21178-e980-40d1-ac56-45bbb0bcf1af" providerId="ADAL" clId="{4199BA48-3AA7-4696-BE26-DBFC1F910C43}" dt="2023-12-21T08:49:50.247" v="2680" actId="14100"/>
          <ac:grpSpMkLst>
            <pc:docMk/>
            <pc:sldMk cId="757193233" sldId="3117"/>
            <ac:grpSpMk id="43" creationId="{16D72585-BE23-4A18-9B35-F2EF184C7382}"/>
          </ac:grpSpMkLst>
        </pc:grpChg>
        <pc:grpChg chg="mod">
          <ac:chgData name="Job Coenen" userId="39d21178-e980-40d1-ac56-45bbb0bcf1af" providerId="ADAL" clId="{4199BA48-3AA7-4696-BE26-DBFC1F910C43}" dt="2023-12-21T08:49:50.247" v="2680" actId="14100"/>
          <ac:grpSpMkLst>
            <pc:docMk/>
            <pc:sldMk cId="757193233" sldId="3117"/>
            <ac:grpSpMk id="48" creationId="{BF91EDC7-7FB3-4F9F-843C-54DE52D3E64A}"/>
          </ac:grpSpMkLst>
        </pc:grpChg>
        <pc:grpChg chg="mod">
          <ac:chgData name="Job Coenen" userId="39d21178-e980-40d1-ac56-45bbb0bcf1af" providerId="ADAL" clId="{4199BA48-3AA7-4696-BE26-DBFC1F910C43}" dt="2023-12-21T08:49:50.247" v="2680" actId="14100"/>
          <ac:grpSpMkLst>
            <pc:docMk/>
            <pc:sldMk cId="757193233" sldId="3117"/>
            <ac:grpSpMk id="53" creationId="{5993FCEE-F41F-47B5-A6C1-F259D931D5F9}"/>
          </ac:grpSpMkLst>
        </pc:grpChg>
        <pc:grpChg chg="mod">
          <ac:chgData name="Job Coenen" userId="39d21178-e980-40d1-ac56-45bbb0bcf1af" providerId="ADAL" clId="{4199BA48-3AA7-4696-BE26-DBFC1F910C43}" dt="2023-12-21T08:49:50.247" v="2680" actId="14100"/>
          <ac:grpSpMkLst>
            <pc:docMk/>
            <pc:sldMk cId="757193233" sldId="3117"/>
            <ac:grpSpMk id="58" creationId="{AE8C3271-CC69-4C30-A57A-DC0A81668840}"/>
          </ac:grpSpMkLst>
        </pc:grpChg>
        <pc:grpChg chg="mod">
          <ac:chgData name="Job Coenen" userId="39d21178-e980-40d1-ac56-45bbb0bcf1af" providerId="ADAL" clId="{4199BA48-3AA7-4696-BE26-DBFC1F910C43}" dt="2023-12-21T08:49:50.247" v="2680" actId="14100"/>
          <ac:grpSpMkLst>
            <pc:docMk/>
            <pc:sldMk cId="757193233" sldId="3117"/>
            <ac:grpSpMk id="65" creationId="{99146E67-3825-4D07-867C-D16B8DFEB2AD}"/>
          </ac:grpSpMkLst>
        </pc:grpChg>
        <pc:grpChg chg="mod">
          <ac:chgData name="Job Coenen" userId="39d21178-e980-40d1-ac56-45bbb0bcf1af" providerId="ADAL" clId="{4199BA48-3AA7-4696-BE26-DBFC1F910C43}" dt="2023-12-21T08:49:50.247" v="2680" actId="14100"/>
          <ac:grpSpMkLst>
            <pc:docMk/>
            <pc:sldMk cId="757193233" sldId="3117"/>
            <ac:grpSpMk id="70" creationId="{937346BD-6822-469F-985A-B90E3F31C78A}"/>
          </ac:grpSpMkLst>
        </pc:grpChg>
        <pc:grpChg chg="mod">
          <ac:chgData name="Job Coenen" userId="39d21178-e980-40d1-ac56-45bbb0bcf1af" providerId="ADAL" clId="{4199BA48-3AA7-4696-BE26-DBFC1F910C43}" dt="2023-12-21T08:49:50.247" v="2680" actId="14100"/>
          <ac:grpSpMkLst>
            <pc:docMk/>
            <pc:sldMk cId="757193233" sldId="3117"/>
            <ac:grpSpMk id="75" creationId="{3449227A-B2D8-49F9-89F8-BD78838ED027}"/>
          </ac:grpSpMkLst>
        </pc:grpChg>
        <pc:grpChg chg="mod">
          <ac:chgData name="Job Coenen" userId="39d21178-e980-40d1-ac56-45bbb0bcf1af" providerId="ADAL" clId="{4199BA48-3AA7-4696-BE26-DBFC1F910C43}" dt="2023-12-21T08:49:50.247" v="2680" actId="14100"/>
          <ac:grpSpMkLst>
            <pc:docMk/>
            <pc:sldMk cId="757193233" sldId="3117"/>
            <ac:grpSpMk id="80" creationId="{EEDE11F0-8911-4411-9E3C-DA93596BEE04}"/>
          </ac:grpSpMkLst>
        </pc:grpChg>
        <pc:grpChg chg="mod">
          <ac:chgData name="Job Coenen" userId="39d21178-e980-40d1-ac56-45bbb0bcf1af" providerId="ADAL" clId="{4199BA48-3AA7-4696-BE26-DBFC1F910C43}" dt="2023-12-21T08:49:50.247" v="2680" actId="14100"/>
          <ac:grpSpMkLst>
            <pc:docMk/>
            <pc:sldMk cId="757193233" sldId="3117"/>
            <ac:grpSpMk id="85" creationId="{72D929B5-37CD-4C05-974B-C9CEB69BBA8F}"/>
          </ac:grpSpMkLst>
        </pc:grpChg>
        <pc:cxnChg chg="mod">
          <ac:chgData name="Job Coenen" userId="39d21178-e980-40d1-ac56-45bbb0bcf1af" providerId="ADAL" clId="{4199BA48-3AA7-4696-BE26-DBFC1F910C43}" dt="2023-12-21T08:49:50.247" v="2680" actId="14100"/>
          <ac:cxnSpMkLst>
            <pc:docMk/>
            <pc:sldMk cId="757193233" sldId="3117"/>
            <ac:cxnSpMk id="64" creationId="{B1859D72-6059-4FE9-AD08-0CAEB6D47633}"/>
          </ac:cxnSpMkLst>
        </pc:cxnChg>
      </pc:sldChg>
      <pc:sldChg chg="del">
        <pc:chgData name="Job Coenen" userId="39d21178-e980-40d1-ac56-45bbb0bcf1af" providerId="ADAL" clId="{4199BA48-3AA7-4696-BE26-DBFC1F910C43}" dt="2023-12-05T12:43:13.288" v="1096" actId="47"/>
        <pc:sldMkLst>
          <pc:docMk/>
          <pc:sldMk cId="1825178355" sldId="3121"/>
        </pc:sldMkLst>
      </pc:sldChg>
      <pc:sldChg chg="del">
        <pc:chgData name="Job Coenen" userId="39d21178-e980-40d1-ac56-45bbb0bcf1af" providerId="ADAL" clId="{4199BA48-3AA7-4696-BE26-DBFC1F910C43}" dt="2023-12-05T12:43:14.011" v="1097" actId="47"/>
        <pc:sldMkLst>
          <pc:docMk/>
          <pc:sldMk cId="1859940732" sldId="3127"/>
        </pc:sldMkLst>
      </pc:sldChg>
      <pc:sldChg chg="modSp mod">
        <pc:chgData name="Job Coenen" userId="39d21178-e980-40d1-ac56-45bbb0bcf1af" providerId="ADAL" clId="{4199BA48-3AA7-4696-BE26-DBFC1F910C43}" dt="2023-12-21T08:46:10.353" v="2678" actId="403"/>
        <pc:sldMkLst>
          <pc:docMk/>
          <pc:sldMk cId="380661502" sldId="3128"/>
        </pc:sldMkLst>
        <pc:spChg chg="mod">
          <ac:chgData name="Job Coenen" userId="39d21178-e980-40d1-ac56-45bbb0bcf1af" providerId="ADAL" clId="{4199BA48-3AA7-4696-BE26-DBFC1F910C43}" dt="2023-12-21T08:46:10.353" v="2678" actId="403"/>
          <ac:spMkLst>
            <pc:docMk/>
            <pc:sldMk cId="380661502" sldId="3128"/>
            <ac:spMk id="7" creationId="{6243686D-22AD-9256-0003-124B1018169C}"/>
          </ac:spMkLst>
        </pc:spChg>
      </pc:sldChg>
      <pc:sldChg chg="modSp mod">
        <pc:chgData name="Job Coenen" userId="39d21178-e980-40d1-ac56-45bbb0bcf1af" providerId="ADAL" clId="{4199BA48-3AA7-4696-BE26-DBFC1F910C43}" dt="2023-12-21T08:25:47.700" v="1908" actId="1076"/>
        <pc:sldMkLst>
          <pc:docMk/>
          <pc:sldMk cId="1531889557" sldId="3129"/>
        </pc:sldMkLst>
        <pc:spChg chg="mod">
          <ac:chgData name="Job Coenen" userId="39d21178-e980-40d1-ac56-45bbb0bcf1af" providerId="ADAL" clId="{4199BA48-3AA7-4696-BE26-DBFC1F910C43}" dt="2023-12-21T08:25:47.700" v="1908" actId="1076"/>
          <ac:spMkLst>
            <pc:docMk/>
            <pc:sldMk cId="1531889557" sldId="3129"/>
            <ac:spMk id="7" creationId="{2D32C84C-1D28-2735-0B43-1153A9D9D37C}"/>
          </ac:spMkLst>
        </pc:spChg>
        <pc:picChg chg="mod">
          <ac:chgData name="Job Coenen" userId="39d21178-e980-40d1-ac56-45bbb0bcf1af" providerId="ADAL" clId="{4199BA48-3AA7-4696-BE26-DBFC1F910C43}" dt="2023-12-21T08:25:44.008" v="1907" actId="1076"/>
          <ac:picMkLst>
            <pc:docMk/>
            <pc:sldMk cId="1531889557" sldId="3129"/>
            <ac:picMk id="4" creationId="{DD5D7192-C4EA-B3EB-3925-06F4E96A4813}"/>
          </ac:picMkLst>
        </pc:picChg>
        <pc:picChg chg="mod">
          <ac:chgData name="Job Coenen" userId="39d21178-e980-40d1-ac56-45bbb0bcf1af" providerId="ADAL" clId="{4199BA48-3AA7-4696-BE26-DBFC1F910C43}" dt="2023-12-21T08:25:31.981" v="1904" actId="14100"/>
          <ac:picMkLst>
            <pc:docMk/>
            <pc:sldMk cId="1531889557" sldId="3129"/>
            <ac:picMk id="5" creationId="{2910B2F2-C23C-2966-11F7-553118E7022A}"/>
          </ac:picMkLst>
        </pc:picChg>
      </pc:sldChg>
      <pc:sldChg chg="modSp mod">
        <pc:chgData name="Job Coenen" userId="39d21178-e980-40d1-ac56-45bbb0bcf1af" providerId="ADAL" clId="{4199BA48-3AA7-4696-BE26-DBFC1F910C43}" dt="2023-12-23T13:51:59.905" v="5371" actId="20577"/>
        <pc:sldMkLst>
          <pc:docMk/>
          <pc:sldMk cId="26920575" sldId="3132"/>
        </pc:sldMkLst>
        <pc:spChg chg="mod">
          <ac:chgData name="Job Coenen" userId="39d21178-e980-40d1-ac56-45bbb0bcf1af" providerId="ADAL" clId="{4199BA48-3AA7-4696-BE26-DBFC1F910C43}" dt="2023-12-23T13:51:59.905" v="5371" actId="20577"/>
          <ac:spMkLst>
            <pc:docMk/>
            <pc:sldMk cId="26920575" sldId="3132"/>
            <ac:spMk id="2" creationId="{31C174F4-48AB-7F1F-1BBA-0167B95093CD}"/>
          </ac:spMkLst>
        </pc:spChg>
      </pc:sldChg>
      <pc:sldChg chg="del">
        <pc:chgData name="Job Coenen" userId="39d21178-e980-40d1-ac56-45bbb0bcf1af" providerId="ADAL" clId="{4199BA48-3AA7-4696-BE26-DBFC1F910C43}" dt="2023-12-21T08:45:38.227" v="2667" actId="47"/>
        <pc:sldMkLst>
          <pc:docMk/>
          <pc:sldMk cId="1880675356" sldId="3134"/>
        </pc:sldMkLst>
      </pc:sldChg>
      <pc:sldChg chg="del">
        <pc:chgData name="Job Coenen" userId="39d21178-e980-40d1-ac56-45bbb0bcf1af" providerId="ADAL" clId="{4199BA48-3AA7-4696-BE26-DBFC1F910C43}" dt="2023-12-21T08:45:36.166" v="2666" actId="47"/>
        <pc:sldMkLst>
          <pc:docMk/>
          <pc:sldMk cId="2789364563" sldId="3135"/>
        </pc:sldMkLst>
      </pc:sldChg>
      <pc:sldChg chg="del">
        <pc:chgData name="Job Coenen" userId="39d21178-e980-40d1-ac56-45bbb0bcf1af" providerId="ADAL" clId="{4199BA48-3AA7-4696-BE26-DBFC1F910C43}" dt="2023-12-05T12:43:47.276" v="1102" actId="47"/>
        <pc:sldMkLst>
          <pc:docMk/>
          <pc:sldMk cId="1397435884" sldId="3136"/>
        </pc:sldMkLst>
      </pc:sldChg>
      <pc:sldChg chg="modSp del mod">
        <pc:chgData name="Job Coenen" userId="39d21178-e980-40d1-ac56-45bbb0bcf1af" providerId="ADAL" clId="{4199BA48-3AA7-4696-BE26-DBFC1F910C43}" dt="2023-12-21T08:50:46.449" v="2745" actId="47"/>
        <pc:sldMkLst>
          <pc:docMk/>
          <pc:sldMk cId="2564842610" sldId="3137"/>
        </pc:sldMkLst>
        <pc:spChg chg="mod">
          <ac:chgData name="Job Coenen" userId="39d21178-e980-40d1-ac56-45bbb0bcf1af" providerId="ADAL" clId="{4199BA48-3AA7-4696-BE26-DBFC1F910C43}" dt="2023-12-21T08:50:40.996" v="2744" actId="20577"/>
          <ac:spMkLst>
            <pc:docMk/>
            <pc:sldMk cId="2564842610" sldId="3137"/>
            <ac:spMk id="3" creationId="{B7EF14ED-3F36-AEEA-0A97-327358077A41}"/>
          </ac:spMkLst>
        </pc:spChg>
      </pc:sldChg>
      <pc:sldChg chg="del">
        <pc:chgData name="Job Coenen" userId="39d21178-e980-40d1-ac56-45bbb0bcf1af" providerId="ADAL" clId="{4199BA48-3AA7-4696-BE26-DBFC1F910C43}" dt="2023-12-21T08:50:22.448" v="2686" actId="47"/>
        <pc:sldMkLst>
          <pc:docMk/>
          <pc:sldMk cId="3262935326" sldId="3138"/>
        </pc:sldMkLst>
      </pc:sldChg>
      <pc:sldChg chg="modSp mod modNotesTx">
        <pc:chgData name="Job Coenen" userId="39d21178-e980-40d1-ac56-45bbb0bcf1af" providerId="ADAL" clId="{4199BA48-3AA7-4696-BE26-DBFC1F910C43}" dt="2023-12-21T08:54:10.632" v="2933" actId="20577"/>
        <pc:sldMkLst>
          <pc:docMk/>
          <pc:sldMk cId="1515695981" sldId="3139"/>
        </pc:sldMkLst>
        <pc:spChg chg="mod">
          <ac:chgData name="Job Coenen" userId="39d21178-e980-40d1-ac56-45bbb0bcf1af" providerId="ADAL" clId="{4199BA48-3AA7-4696-BE26-DBFC1F910C43}" dt="2023-12-21T08:52:29.612" v="2766" actId="1076"/>
          <ac:spMkLst>
            <pc:docMk/>
            <pc:sldMk cId="1515695981" sldId="3139"/>
            <ac:spMk id="6" creationId="{B853DA56-5FCC-75CB-99F3-1F29AB5BE9AE}"/>
          </ac:spMkLst>
        </pc:spChg>
        <pc:spChg chg="mod">
          <ac:chgData name="Job Coenen" userId="39d21178-e980-40d1-ac56-45bbb0bcf1af" providerId="ADAL" clId="{4199BA48-3AA7-4696-BE26-DBFC1F910C43}" dt="2023-12-21T08:52:46.216" v="2767" actId="1076"/>
          <ac:spMkLst>
            <pc:docMk/>
            <pc:sldMk cId="1515695981" sldId="3139"/>
            <ac:spMk id="12" creationId="{797158F0-FEA0-8DBF-074A-7162E427DC83}"/>
          </ac:spMkLst>
        </pc:spChg>
      </pc:sldChg>
      <pc:sldChg chg="addSp delSp modSp mod delAnim">
        <pc:chgData name="Job Coenen" userId="39d21178-e980-40d1-ac56-45bbb0bcf1af" providerId="ADAL" clId="{4199BA48-3AA7-4696-BE26-DBFC1F910C43}" dt="2023-12-21T08:56:29.547" v="3026" actId="1076"/>
        <pc:sldMkLst>
          <pc:docMk/>
          <pc:sldMk cId="3689426289" sldId="3140"/>
        </pc:sldMkLst>
        <pc:spChg chg="del">
          <ac:chgData name="Job Coenen" userId="39d21178-e980-40d1-ac56-45bbb0bcf1af" providerId="ADAL" clId="{4199BA48-3AA7-4696-BE26-DBFC1F910C43}" dt="2023-12-21T08:54:37.241" v="2934" actId="478"/>
          <ac:spMkLst>
            <pc:docMk/>
            <pc:sldMk cId="3689426289" sldId="3140"/>
            <ac:spMk id="2" creationId="{4C8D81C3-AA92-6213-9768-1B68E8CC0CD8}"/>
          </ac:spMkLst>
        </pc:spChg>
        <pc:spChg chg="mod ord">
          <ac:chgData name="Job Coenen" userId="39d21178-e980-40d1-ac56-45bbb0bcf1af" providerId="ADAL" clId="{4199BA48-3AA7-4696-BE26-DBFC1F910C43}" dt="2023-12-21T08:56:29.547" v="3026" actId="1076"/>
          <ac:spMkLst>
            <pc:docMk/>
            <pc:sldMk cId="3689426289" sldId="3140"/>
            <ac:spMk id="3" creationId="{00000000-0000-0000-0000-000000000000}"/>
          </ac:spMkLst>
        </pc:spChg>
        <pc:spChg chg="del">
          <ac:chgData name="Job Coenen" userId="39d21178-e980-40d1-ac56-45bbb0bcf1af" providerId="ADAL" clId="{4199BA48-3AA7-4696-BE26-DBFC1F910C43}" dt="2023-12-21T08:54:41.972" v="2936" actId="478"/>
          <ac:spMkLst>
            <pc:docMk/>
            <pc:sldMk cId="3689426289" sldId="3140"/>
            <ac:spMk id="4" creationId="{80194ABD-3B0B-1CAF-8A8A-2992CC23C6A8}"/>
          </ac:spMkLst>
        </pc:spChg>
        <pc:spChg chg="del">
          <ac:chgData name="Job Coenen" userId="39d21178-e980-40d1-ac56-45bbb0bcf1af" providerId="ADAL" clId="{4199BA48-3AA7-4696-BE26-DBFC1F910C43}" dt="2023-12-21T08:54:43.964" v="2937" actId="478"/>
          <ac:spMkLst>
            <pc:docMk/>
            <pc:sldMk cId="3689426289" sldId="3140"/>
            <ac:spMk id="5" creationId="{19F10C5B-15BA-F6BB-A910-0ACA16A398E7}"/>
          </ac:spMkLst>
        </pc:spChg>
        <pc:spChg chg="add del mod">
          <ac:chgData name="Job Coenen" userId="39d21178-e980-40d1-ac56-45bbb0bcf1af" providerId="ADAL" clId="{4199BA48-3AA7-4696-BE26-DBFC1F910C43}" dt="2023-12-21T08:54:40.389" v="2935" actId="478"/>
          <ac:spMkLst>
            <pc:docMk/>
            <pc:sldMk cId="3689426289" sldId="3140"/>
            <ac:spMk id="7" creationId="{168F33DA-6813-F877-1E84-F96DE24B1447}"/>
          </ac:spMkLst>
        </pc:spChg>
        <pc:picChg chg="add del mod">
          <ac:chgData name="Job Coenen" userId="39d21178-e980-40d1-ac56-45bbb0bcf1af" providerId="ADAL" clId="{4199BA48-3AA7-4696-BE26-DBFC1F910C43}" dt="2023-12-21T08:55:08.695" v="2942" actId="478"/>
          <ac:picMkLst>
            <pc:docMk/>
            <pc:sldMk cId="3689426289" sldId="3140"/>
            <ac:picMk id="4098" creationId="{4094F7E4-69E4-FDC3-ABDE-34FC3A9BFC2A}"/>
          </ac:picMkLst>
        </pc:picChg>
        <pc:picChg chg="add mod">
          <ac:chgData name="Job Coenen" userId="39d21178-e980-40d1-ac56-45bbb0bcf1af" providerId="ADAL" clId="{4199BA48-3AA7-4696-BE26-DBFC1F910C43}" dt="2023-12-21T08:56:07.066" v="3016" actId="14100"/>
          <ac:picMkLst>
            <pc:docMk/>
            <pc:sldMk cId="3689426289" sldId="3140"/>
            <ac:picMk id="4100" creationId="{D23AFC1A-18C9-E841-C7D0-EFC8A0BD2FA6}"/>
          </ac:picMkLst>
        </pc:picChg>
      </pc:sldChg>
      <pc:sldChg chg="del">
        <pc:chgData name="Job Coenen" userId="39d21178-e980-40d1-ac56-45bbb0bcf1af" providerId="ADAL" clId="{4199BA48-3AA7-4696-BE26-DBFC1F910C43}" dt="2023-12-05T12:43:15.331" v="1099" actId="47"/>
        <pc:sldMkLst>
          <pc:docMk/>
          <pc:sldMk cId="1390109964" sldId="3141"/>
        </pc:sldMkLst>
      </pc:sldChg>
      <pc:sldChg chg="addSp delSp modSp mod setBg modNotesTx">
        <pc:chgData name="Job Coenen" userId="39d21178-e980-40d1-ac56-45bbb0bcf1af" providerId="ADAL" clId="{4199BA48-3AA7-4696-BE26-DBFC1F910C43}" dt="2023-12-21T12:13:44.177" v="4341" actId="20577"/>
        <pc:sldMkLst>
          <pc:docMk/>
          <pc:sldMk cId="539270243" sldId="3142"/>
        </pc:sldMkLst>
        <pc:spChg chg="del mod">
          <ac:chgData name="Job Coenen" userId="39d21178-e980-40d1-ac56-45bbb0bcf1af" providerId="ADAL" clId="{4199BA48-3AA7-4696-BE26-DBFC1F910C43}" dt="2023-12-05T10:53:50.609" v="363" actId="478"/>
          <ac:spMkLst>
            <pc:docMk/>
            <pc:sldMk cId="539270243" sldId="3142"/>
            <ac:spMk id="3" creationId="{B7EF14ED-3F36-AEEA-0A97-327358077A41}"/>
          </ac:spMkLst>
        </pc:spChg>
        <pc:spChg chg="add del mod">
          <ac:chgData name="Job Coenen" userId="39d21178-e980-40d1-ac56-45bbb0bcf1af" providerId="ADAL" clId="{4199BA48-3AA7-4696-BE26-DBFC1F910C43}" dt="2023-12-05T10:53:50.624" v="365"/>
          <ac:spMkLst>
            <pc:docMk/>
            <pc:sldMk cId="539270243" sldId="3142"/>
            <ac:spMk id="5" creationId="{142A1641-B854-3A5F-200C-ABF0E401368A}"/>
          </ac:spMkLst>
        </pc:spChg>
        <pc:spChg chg="add mod">
          <ac:chgData name="Job Coenen" userId="39d21178-e980-40d1-ac56-45bbb0bcf1af" providerId="ADAL" clId="{4199BA48-3AA7-4696-BE26-DBFC1F910C43}" dt="2023-12-21T12:13:44.177" v="4341" actId="20577"/>
          <ac:spMkLst>
            <pc:docMk/>
            <pc:sldMk cId="539270243" sldId="3142"/>
            <ac:spMk id="6" creationId="{06050731-23C3-308F-D84B-0C22B32D4A63}"/>
          </ac:spMkLst>
        </pc:spChg>
        <pc:spChg chg="add">
          <ac:chgData name="Job Coenen" userId="39d21178-e980-40d1-ac56-45bbb0bcf1af" providerId="ADAL" clId="{4199BA48-3AA7-4696-BE26-DBFC1F910C43}" dt="2023-12-05T10:50:51.876" v="258" actId="26606"/>
          <ac:spMkLst>
            <pc:docMk/>
            <pc:sldMk cId="539270243" sldId="3142"/>
            <ac:spMk id="9" creationId="{B217C2AD-51B4-40CE-A71F-F5D3F846D97B}"/>
          </ac:spMkLst>
        </pc:spChg>
        <pc:spChg chg="add">
          <ac:chgData name="Job Coenen" userId="39d21178-e980-40d1-ac56-45bbb0bcf1af" providerId="ADAL" clId="{4199BA48-3AA7-4696-BE26-DBFC1F910C43}" dt="2023-12-05T10:50:51.876" v="258" actId="26606"/>
          <ac:spMkLst>
            <pc:docMk/>
            <pc:sldMk cId="539270243" sldId="3142"/>
            <ac:spMk id="11" creationId="{6F1BF92E-23CF-4BFE-9E1F-C359BACFA3C5}"/>
          </ac:spMkLst>
        </pc:spChg>
        <pc:spChg chg="add">
          <ac:chgData name="Job Coenen" userId="39d21178-e980-40d1-ac56-45bbb0bcf1af" providerId="ADAL" clId="{4199BA48-3AA7-4696-BE26-DBFC1F910C43}" dt="2023-12-05T10:50:51.876" v="258" actId="26606"/>
          <ac:spMkLst>
            <pc:docMk/>
            <pc:sldMk cId="539270243" sldId="3142"/>
            <ac:spMk id="13" creationId="{28FFBEEC-E1D5-4133-8566-2A59DDB170B8}"/>
          </ac:spMkLst>
        </pc:spChg>
        <pc:spChg chg="add">
          <ac:chgData name="Job Coenen" userId="39d21178-e980-40d1-ac56-45bbb0bcf1af" providerId="ADAL" clId="{4199BA48-3AA7-4696-BE26-DBFC1F910C43}" dt="2023-12-05T10:50:51.876" v="258" actId="26606"/>
          <ac:spMkLst>
            <pc:docMk/>
            <pc:sldMk cId="539270243" sldId="3142"/>
            <ac:spMk id="15" creationId="{E8EFDFFA-99D1-4010-8BB3-F3C338EC0A42}"/>
          </ac:spMkLst>
        </pc:spChg>
        <pc:picChg chg="add mod">
          <ac:chgData name="Job Coenen" userId="39d21178-e980-40d1-ac56-45bbb0bcf1af" providerId="ADAL" clId="{4199BA48-3AA7-4696-BE26-DBFC1F910C43}" dt="2023-12-05T10:55:44.800" v="544" actId="1076"/>
          <ac:picMkLst>
            <pc:docMk/>
            <pc:sldMk cId="539270243" sldId="3142"/>
            <ac:picMk id="4" creationId="{58D71043-D59E-087F-56A7-6BAB6DDC8B3B}"/>
          </ac:picMkLst>
        </pc:picChg>
      </pc:sldChg>
      <pc:sldChg chg="del">
        <pc:chgData name="Job Coenen" userId="39d21178-e980-40d1-ac56-45bbb0bcf1af" providerId="ADAL" clId="{4199BA48-3AA7-4696-BE26-DBFC1F910C43}" dt="2023-12-05T12:43:16.132" v="1100" actId="47"/>
        <pc:sldMkLst>
          <pc:docMk/>
          <pc:sldMk cId="2437948902" sldId="3143"/>
        </pc:sldMkLst>
      </pc:sldChg>
      <pc:sldChg chg="modSp mod">
        <pc:chgData name="Job Coenen" userId="39d21178-e980-40d1-ac56-45bbb0bcf1af" providerId="ADAL" clId="{4199BA48-3AA7-4696-BE26-DBFC1F910C43}" dt="2023-12-05T10:56:20.865" v="562" actId="20577"/>
        <pc:sldMkLst>
          <pc:docMk/>
          <pc:sldMk cId="2499405554" sldId="3147"/>
        </pc:sldMkLst>
        <pc:spChg chg="mod">
          <ac:chgData name="Job Coenen" userId="39d21178-e980-40d1-ac56-45bbb0bcf1af" providerId="ADAL" clId="{4199BA48-3AA7-4696-BE26-DBFC1F910C43}" dt="2023-12-05T10:56:20.865" v="562" actId="20577"/>
          <ac:spMkLst>
            <pc:docMk/>
            <pc:sldMk cId="2499405554" sldId="3147"/>
            <ac:spMk id="2" creationId="{4C8D81C3-AA92-6213-9768-1B68E8CC0CD8}"/>
          </ac:spMkLst>
        </pc:spChg>
      </pc:sldChg>
      <pc:sldChg chg="del">
        <pc:chgData name="Job Coenen" userId="39d21178-e980-40d1-ac56-45bbb0bcf1af" providerId="ADAL" clId="{4199BA48-3AA7-4696-BE26-DBFC1F910C43}" dt="2023-12-05T12:43:16.744" v="1101" actId="47"/>
        <pc:sldMkLst>
          <pc:docMk/>
          <pc:sldMk cId="3760575018" sldId="3148"/>
        </pc:sldMkLst>
      </pc:sldChg>
      <pc:sldChg chg="del">
        <pc:chgData name="Job Coenen" userId="39d21178-e980-40d1-ac56-45bbb0bcf1af" providerId="ADAL" clId="{4199BA48-3AA7-4696-BE26-DBFC1F910C43}" dt="2023-12-21T08:45:13.170" v="2665" actId="47"/>
        <pc:sldMkLst>
          <pc:docMk/>
          <pc:sldMk cId="2004079214" sldId="3151"/>
        </pc:sldMkLst>
      </pc:sldChg>
      <pc:sldChg chg="modSp mod">
        <pc:chgData name="Job Coenen" userId="39d21178-e980-40d1-ac56-45bbb0bcf1af" providerId="ADAL" clId="{4199BA48-3AA7-4696-BE26-DBFC1F910C43}" dt="2023-12-21T08:52:04.118" v="2764" actId="1076"/>
        <pc:sldMkLst>
          <pc:docMk/>
          <pc:sldMk cId="2634221445" sldId="3152"/>
        </pc:sldMkLst>
        <pc:spChg chg="mod">
          <ac:chgData name="Job Coenen" userId="39d21178-e980-40d1-ac56-45bbb0bcf1af" providerId="ADAL" clId="{4199BA48-3AA7-4696-BE26-DBFC1F910C43}" dt="2023-12-21T08:52:04.118" v="2764" actId="1076"/>
          <ac:spMkLst>
            <pc:docMk/>
            <pc:sldMk cId="2634221445" sldId="3152"/>
            <ac:spMk id="5" creationId="{7A6DEED8-9321-1D64-7C97-648D830044AF}"/>
          </ac:spMkLst>
        </pc:spChg>
        <pc:spChg chg="mod">
          <ac:chgData name="Job Coenen" userId="39d21178-e980-40d1-ac56-45bbb0bcf1af" providerId="ADAL" clId="{4199BA48-3AA7-4696-BE26-DBFC1F910C43}" dt="2023-12-21T08:51:32.808" v="2757" actId="1076"/>
          <ac:spMkLst>
            <pc:docMk/>
            <pc:sldMk cId="2634221445" sldId="3152"/>
            <ac:spMk id="6" creationId="{B853DA56-5FCC-75CB-99F3-1F29AB5BE9AE}"/>
          </ac:spMkLst>
        </pc:spChg>
        <pc:spChg chg="mod">
          <ac:chgData name="Job Coenen" userId="39d21178-e980-40d1-ac56-45bbb0bcf1af" providerId="ADAL" clId="{4199BA48-3AA7-4696-BE26-DBFC1F910C43}" dt="2023-12-21T08:51:42.294" v="2760" actId="1076"/>
          <ac:spMkLst>
            <pc:docMk/>
            <pc:sldMk cId="2634221445" sldId="3152"/>
            <ac:spMk id="7" creationId="{F4A55F53-E734-53EC-F35D-9723B4FA02C6}"/>
          </ac:spMkLst>
        </pc:spChg>
        <pc:graphicFrameChg chg="mod">
          <ac:chgData name="Job Coenen" userId="39d21178-e980-40d1-ac56-45bbb0bcf1af" providerId="ADAL" clId="{4199BA48-3AA7-4696-BE26-DBFC1F910C43}" dt="2023-12-21T08:51:49.455" v="2761" actId="1076"/>
          <ac:graphicFrameMkLst>
            <pc:docMk/>
            <pc:sldMk cId="2634221445" sldId="3152"/>
            <ac:graphicFrameMk id="2" creationId="{59961EEC-0C6A-152E-69BE-F80026453CB6}"/>
          </ac:graphicFrameMkLst>
        </pc:graphicFrameChg>
        <pc:picChg chg="mod">
          <ac:chgData name="Job Coenen" userId="39d21178-e980-40d1-ac56-45bbb0bcf1af" providerId="ADAL" clId="{4199BA48-3AA7-4696-BE26-DBFC1F910C43}" dt="2023-12-21T08:51:51.794" v="2762" actId="1076"/>
          <ac:picMkLst>
            <pc:docMk/>
            <pc:sldMk cId="2634221445" sldId="3152"/>
            <ac:picMk id="4" creationId="{C72EEDAA-EDF2-D103-4512-9683F60EF5A0}"/>
          </ac:picMkLst>
        </pc:picChg>
      </pc:sldChg>
      <pc:sldChg chg="del">
        <pc:chgData name="Job Coenen" userId="39d21178-e980-40d1-ac56-45bbb0bcf1af" providerId="ADAL" clId="{4199BA48-3AA7-4696-BE26-DBFC1F910C43}" dt="2023-12-21T08:52:20.982" v="2765" actId="47"/>
        <pc:sldMkLst>
          <pc:docMk/>
          <pc:sldMk cId="1665176401" sldId="3153"/>
        </pc:sldMkLst>
      </pc:sldChg>
      <pc:sldChg chg="addSp delSp modSp new mod">
        <pc:chgData name="Job Coenen" userId="39d21178-e980-40d1-ac56-45bbb0bcf1af" providerId="ADAL" clId="{4199BA48-3AA7-4696-BE26-DBFC1F910C43}" dt="2023-12-21T07:55:49.712" v="1108" actId="208"/>
        <pc:sldMkLst>
          <pc:docMk/>
          <pc:sldMk cId="2085106900" sldId="3154"/>
        </pc:sldMkLst>
        <pc:spChg chg="del">
          <ac:chgData name="Job Coenen" userId="39d21178-e980-40d1-ac56-45bbb0bcf1af" providerId="ADAL" clId="{4199BA48-3AA7-4696-BE26-DBFC1F910C43}" dt="2023-12-05T10:31:20.083" v="29" actId="478"/>
          <ac:spMkLst>
            <pc:docMk/>
            <pc:sldMk cId="2085106900" sldId="3154"/>
            <ac:spMk id="2" creationId="{F2372801-0EB7-6B76-28E0-B1F29D50AC04}"/>
          </ac:spMkLst>
        </pc:spChg>
        <pc:spChg chg="del">
          <ac:chgData name="Job Coenen" userId="39d21178-e980-40d1-ac56-45bbb0bcf1af" providerId="ADAL" clId="{4199BA48-3AA7-4696-BE26-DBFC1F910C43}" dt="2023-12-05T10:31:19.136" v="28" actId="478"/>
          <ac:spMkLst>
            <pc:docMk/>
            <pc:sldMk cId="2085106900" sldId="3154"/>
            <ac:spMk id="3" creationId="{C49049D8-145D-DF19-CE9A-CEEB8F5BBEF6}"/>
          </ac:spMkLst>
        </pc:spChg>
        <pc:spChg chg="add del mod">
          <ac:chgData name="Job Coenen" userId="39d21178-e980-40d1-ac56-45bbb0bcf1af" providerId="ADAL" clId="{4199BA48-3AA7-4696-BE26-DBFC1F910C43}" dt="2023-12-05T10:31:46.596" v="31"/>
          <ac:spMkLst>
            <pc:docMk/>
            <pc:sldMk cId="2085106900" sldId="3154"/>
            <ac:spMk id="5" creationId="{517F58AE-D6E6-EEBF-BFB4-B87AAC6E026D}"/>
          </ac:spMkLst>
        </pc:spChg>
        <pc:spChg chg="add del mod">
          <ac:chgData name="Job Coenen" userId="39d21178-e980-40d1-ac56-45bbb0bcf1af" providerId="ADAL" clId="{4199BA48-3AA7-4696-BE26-DBFC1F910C43}" dt="2023-12-05T10:31:46.596" v="31"/>
          <ac:spMkLst>
            <pc:docMk/>
            <pc:sldMk cId="2085106900" sldId="3154"/>
            <ac:spMk id="6" creationId="{13050702-BEAB-7D6C-5EAF-A49641A8AE0C}"/>
          </ac:spMkLst>
        </pc:spChg>
        <pc:spChg chg="add del mod">
          <ac:chgData name="Job Coenen" userId="39d21178-e980-40d1-ac56-45bbb0bcf1af" providerId="ADAL" clId="{4199BA48-3AA7-4696-BE26-DBFC1F910C43}" dt="2023-12-05T10:31:46.596" v="31"/>
          <ac:spMkLst>
            <pc:docMk/>
            <pc:sldMk cId="2085106900" sldId="3154"/>
            <ac:spMk id="7" creationId="{524689F5-F34C-8830-CA57-27A1B13607FD}"/>
          </ac:spMkLst>
        </pc:spChg>
        <pc:spChg chg="add del mod">
          <ac:chgData name="Job Coenen" userId="39d21178-e980-40d1-ac56-45bbb0bcf1af" providerId="ADAL" clId="{4199BA48-3AA7-4696-BE26-DBFC1F910C43}" dt="2023-12-05T10:31:46.596" v="31"/>
          <ac:spMkLst>
            <pc:docMk/>
            <pc:sldMk cId="2085106900" sldId="3154"/>
            <ac:spMk id="8" creationId="{33612567-83CB-62D1-2B72-D87E1F72D1D7}"/>
          </ac:spMkLst>
        </pc:spChg>
        <pc:spChg chg="add del mod">
          <ac:chgData name="Job Coenen" userId="39d21178-e980-40d1-ac56-45bbb0bcf1af" providerId="ADAL" clId="{4199BA48-3AA7-4696-BE26-DBFC1F910C43}" dt="2023-12-05T10:31:46.596" v="31"/>
          <ac:spMkLst>
            <pc:docMk/>
            <pc:sldMk cId="2085106900" sldId="3154"/>
            <ac:spMk id="9" creationId="{3CDB4C2A-2AFA-51DF-EA91-B57D9FF74B13}"/>
          </ac:spMkLst>
        </pc:spChg>
        <pc:spChg chg="add mod">
          <ac:chgData name="Job Coenen" userId="39d21178-e980-40d1-ac56-45bbb0bcf1af" providerId="ADAL" clId="{4199BA48-3AA7-4696-BE26-DBFC1F910C43}" dt="2023-12-05T10:31:52.382" v="33" actId="1076"/>
          <ac:spMkLst>
            <pc:docMk/>
            <pc:sldMk cId="2085106900" sldId="3154"/>
            <ac:spMk id="11" creationId="{6DD90543-0BC6-B5D8-BF40-1D2C427C37CB}"/>
          </ac:spMkLst>
        </pc:spChg>
        <pc:spChg chg="add mod">
          <ac:chgData name="Job Coenen" userId="39d21178-e980-40d1-ac56-45bbb0bcf1af" providerId="ADAL" clId="{4199BA48-3AA7-4696-BE26-DBFC1F910C43}" dt="2023-12-05T10:31:52.382" v="33" actId="1076"/>
          <ac:spMkLst>
            <pc:docMk/>
            <pc:sldMk cId="2085106900" sldId="3154"/>
            <ac:spMk id="12" creationId="{994C18E9-B942-9A55-4155-9B03ABA192D5}"/>
          </ac:spMkLst>
        </pc:spChg>
        <pc:spChg chg="add mod">
          <ac:chgData name="Job Coenen" userId="39d21178-e980-40d1-ac56-45bbb0bcf1af" providerId="ADAL" clId="{4199BA48-3AA7-4696-BE26-DBFC1F910C43}" dt="2023-12-05T10:31:52.382" v="33" actId="1076"/>
          <ac:spMkLst>
            <pc:docMk/>
            <pc:sldMk cId="2085106900" sldId="3154"/>
            <ac:spMk id="13" creationId="{C7C33C0B-9528-2477-B576-3D263EFB49FE}"/>
          </ac:spMkLst>
        </pc:spChg>
        <pc:spChg chg="add mod">
          <ac:chgData name="Job Coenen" userId="39d21178-e980-40d1-ac56-45bbb0bcf1af" providerId="ADAL" clId="{4199BA48-3AA7-4696-BE26-DBFC1F910C43}" dt="2023-12-05T10:31:52.382" v="33" actId="1076"/>
          <ac:spMkLst>
            <pc:docMk/>
            <pc:sldMk cId="2085106900" sldId="3154"/>
            <ac:spMk id="14" creationId="{EA6D9FAB-80E3-7828-5546-DED93E90A892}"/>
          </ac:spMkLst>
        </pc:spChg>
        <pc:spChg chg="add mod">
          <ac:chgData name="Job Coenen" userId="39d21178-e980-40d1-ac56-45bbb0bcf1af" providerId="ADAL" clId="{4199BA48-3AA7-4696-BE26-DBFC1F910C43}" dt="2023-12-05T10:31:52.382" v="33" actId="1076"/>
          <ac:spMkLst>
            <pc:docMk/>
            <pc:sldMk cId="2085106900" sldId="3154"/>
            <ac:spMk id="15" creationId="{7AE107BC-D03A-197B-46A0-88C05B029ED0}"/>
          </ac:spMkLst>
        </pc:spChg>
        <pc:graphicFrameChg chg="add del mod">
          <ac:chgData name="Job Coenen" userId="39d21178-e980-40d1-ac56-45bbb0bcf1af" providerId="ADAL" clId="{4199BA48-3AA7-4696-BE26-DBFC1F910C43}" dt="2023-12-05T10:31:46.596" v="31"/>
          <ac:graphicFrameMkLst>
            <pc:docMk/>
            <pc:sldMk cId="2085106900" sldId="3154"/>
            <ac:graphicFrameMk id="4" creationId="{61378CBB-FC74-233D-E28B-071DF631E25E}"/>
          </ac:graphicFrameMkLst>
        </pc:graphicFrameChg>
        <pc:graphicFrameChg chg="add mod">
          <ac:chgData name="Job Coenen" userId="39d21178-e980-40d1-ac56-45bbb0bcf1af" providerId="ADAL" clId="{4199BA48-3AA7-4696-BE26-DBFC1F910C43}" dt="2023-12-21T07:55:49.712" v="1108" actId="208"/>
          <ac:graphicFrameMkLst>
            <pc:docMk/>
            <pc:sldMk cId="2085106900" sldId="3154"/>
            <ac:graphicFrameMk id="10" creationId="{A1CB63BF-7D6B-531D-0263-2B3A128C7555}"/>
          </ac:graphicFrameMkLst>
        </pc:graphicFrameChg>
      </pc:sldChg>
      <pc:sldChg chg="new del">
        <pc:chgData name="Job Coenen" userId="39d21178-e980-40d1-ac56-45bbb0bcf1af" providerId="ADAL" clId="{4199BA48-3AA7-4696-BE26-DBFC1F910C43}" dt="2023-12-05T10:51:00.305" v="259" actId="47"/>
        <pc:sldMkLst>
          <pc:docMk/>
          <pc:sldMk cId="3183741365" sldId="3155"/>
        </pc:sldMkLst>
      </pc:sldChg>
      <pc:sldChg chg="modSp new del mod">
        <pc:chgData name="Job Coenen" userId="39d21178-e980-40d1-ac56-45bbb0bcf1af" providerId="ADAL" clId="{4199BA48-3AA7-4696-BE26-DBFC1F910C43}" dt="2023-12-05T10:46:40.858" v="82" actId="47"/>
        <pc:sldMkLst>
          <pc:docMk/>
          <pc:sldMk cId="3387773753" sldId="3155"/>
        </pc:sldMkLst>
        <pc:spChg chg="mod">
          <ac:chgData name="Job Coenen" userId="39d21178-e980-40d1-ac56-45bbb0bcf1af" providerId="ADAL" clId="{4199BA48-3AA7-4696-BE26-DBFC1F910C43}" dt="2023-12-05T10:46:34.384" v="81" actId="20577"/>
          <ac:spMkLst>
            <pc:docMk/>
            <pc:sldMk cId="3387773753" sldId="3155"/>
            <ac:spMk id="2" creationId="{0F5571D1-A6F6-9A9D-72F9-AFF2D7E0DF1A}"/>
          </ac:spMkLst>
        </pc:spChg>
      </pc:sldChg>
      <pc:sldChg chg="addSp delSp modSp new mod ord setBg setClrOvrMap">
        <pc:chgData name="Job Coenen" userId="39d21178-e980-40d1-ac56-45bbb0bcf1af" providerId="ADAL" clId="{4199BA48-3AA7-4696-BE26-DBFC1F910C43}" dt="2023-12-05T10:52:53.784" v="301"/>
        <pc:sldMkLst>
          <pc:docMk/>
          <pc:sldMk cId="3934988408" sldId="3156"/>
        </pc:sldMkLst>
        <pc:spChg chg="del">
          <ac:chgData name="Job Coenen" userId="39d21178-e980-40d1-ac56-45bbb0bcf1af" providerId="ADAL" clId="{4199BA48-3AA7-4696-BE26-DBFC1F910C43}" dt="2023-12-05T10:51:49.258" v="284" actId="478"/>
          <ac:spMkLst>
            <pc:docMk/>
            <pc:sldMk cId="3934988408" sldId="3156"/>
            <ac:spMk id="2" creationId="{5C991DE9-B517-D994-CF02-A40B91294EC1}"/>
          </ac:spMkLst>
        </pc:spChg>
        <pc:spChg chg="del mod">
          <ac:chgData name="Job Coenen" userId="39d21178-e980-40d1-ac56-45bbb0bcf1af" providerId="ADAL" clId="{4199BA48-3AA7-4696-BE26-DBFC1F910C43}" dt="2023-12-05T10:52:21.043" v="287" actId="478"/>
          <ac:spMkLst>
            <pc:docMk/>
            <pc:sldMk cId="3934988408" sldId="3156"/>
            <ac:spMk id="3" creationId="{4FEE5E67-6307-479A-393E-0473E58B0B73}"/>
          </ac:spMkLst>
        </pc:spChg>
        <pc:spChg chg="del">
          <ac:chgData name="Job Coenen" userId="39d21178-e980-40d1-ac56-45bbb0bcf1af" providerId="ADAL" clId="{4199BA48-3AA7-4696-BE26-DBFC1F910C43}" dt="2023-12-05T10:51:47.647" v="283" actId="478"/>
          <ac:spMkLst>
            <pc:docMk/>
            <pc:sldMk cId="3934988408" sldId="3156"/>
            <ac:spMk id="4" creationId="{314595F7-81F9-271D-162D-EB8C8EF33423}"/>
          </ac:spMkLst>
        </pc:spChg>
        <pc:spChg chg="add mod">
          <ac:chgData name="Job Coenen" userId="39d21178-e980-40d1-ac56-45bbb0bcf1af" providerId="ADAL" clId="{4199BA48-3AA7-4696-BE26-DBFC1F910C43}" dt="2023-12-05T10:52:49.597" v="299" actId="26606"/>
          <ac:spMkLst>
            <pc:docMk/>
            <pc:sldMk cId="3934988408" sldId="3156"/>
            <ac:spMk id="6" creationId="{FE493A24-D2C7-8011-5D55-BFA0E06B0386}"/>
          </ac:spMkLst>
        </pc:spChg>
        <pc:spChg chg="add del mod">
          <ac:chgData name="Job Coenen" userId="39d21178-e980-40d1-ac56-45bbb0bcf1af" providerId="ADAL" clId="{4199BA48-3AA7-4696-BE26-DBFC1F910C43}" dt="2023-12-05T10:52:29.044" v="290" actId="478"/>
          <ac:spMkLst>
            <pc:docMk/>
            <pc:sldMk cId="3934988408" sldId="3156"/>
            <ac:spMk id="8" creationId="{9C07D17A-23E9-E9CB-5124-9231ABC11B78}"/>
          </ac:spMkLst>
        </pc:spChg>
        <pc:spChg chg="add">
          <ac:chgData name="Job Coenen" userId="39d21178-e980-40d1-ac56-45bbb0bcf1af" providerId="ADAL" clId="{4199BA48-3AA7-4696-BE26-DBFC1F910C43}" dt="2023-12-05T10:52:49.597" v="299" actId="26606"/>
          <ac:spMkLst>
            <pc:docMk/>
            <pc:sldMk cId="3934988408" sldId="3156"/>
            <ac:spMk id="1031" creationId="{BB8C1D0E-0B06-46C9-A8BD-A8E13FF9936B}"/>
          </ac:spMkLst>
        </pc:spChg>
        <pc:spChg chg="add">
          <ac:chgData name="Job Coenen" userId="39d21178-e980-40d1-ac56-45bbb0bcf1af" providerId="ADAL" clId="{4199BA48-3AA7-4696-BE26-DBFC1F910C43}" dt="2023-12-05T10:52:49.597" v="299" actId="26606"/>
          <ac:spMkLst>
            <pc:docMk/>
            <pc:sldMk cId="3934988408" sldId="3156"/>
            <ac:spMk id="1033" creationId="{7D1ADC4A-8537-4084-99C7-F8D378A640A9}"/>
          </ac:spMkLst>
        </pc:spChg>
        <pc:spChg chg="add">
          <ac:chgData name="Job Coenen" userId="39d21178-e980-40d1-ac56-45bbb0bcf1af" providerId="ADAL" clId="{4199BA48-3AA7-4696-BE26-DBFC1F910C43}" dt="2023-12-05T10:52:49.597" v="299" actId="26606"/>
          <ac:spMkLst>
            <pc:docMk/>
            <pc:sldMk cId="3934988408" sldId="3156"/>
            <ac:spMk id="1035" creationId="{D9453AC2-8882-459A-8985-3E24DD42AE0D}"/>
          </ac:spMkLst>
        </pc:spChg>
        <pc:spChg chg="add">
          <ac:chgData name="Job Coenen" userId="39d21178-e980-40d1-ac56-45bbb0bcf1af" providerId="ADAL" clId="{4199BA48-3AA7-4696-BE26-DBFC1F910C43}" dt="2023-12-05T10:52:49.597" v="299" actId="26606"/>
          <ac:spMkLst>
            <pc:docMk/>
            <pc:sldMk cId="3934988408" sldId="3156"/>
            <ac:spMk id="1037" creationId="{D4A11FEA-6E98-401C-B708-DA2C95081E8F}"/>
          </ac:spMkLst>
        </pc:spChg>
        <pc:picChg chg="add del mod">
          <ac:chgData name="Job Coenen" userId="39d21178-e980-40d1-ac56-45bbb0bcf1af" providerId="ADAL" clId="{4199BA48-3AA7-4696-BE26-DBFC1F910C43}" dt="2023-12-05T10:52:49.597" v="299" actId="26606"/>
          <ac:picMkLst>
            <pc:docMk/>
            <pc:sldMk cId="3934988408" sldId="3156"/>
            <ac:picMk id="1026" creationId="{0C16C884-B47F-E67D-1FFC-03538D7A0451}"/>
          </ac:picMkLst>
        </pc:picChg>
      </pc:sldChg>
      <pc:sldChg chg="addSp delSp modSp add mod ord setBg">
        <pc:chgData name="Job Coenen" userId="39d21178-e980-40d1-ac56-45bbb0bcf1af" providerId="ADAL" clId="{4199BA48-3AA7-4696-BE26-DBFC1F910C43}" dt="2023-12-05T12:21:43.835" v="882" actId="1076"/>
        <pc:sldMkLst>
          <pc:docMk/>
          <pc:sldMk cId="3024303453" sldId="3157"/>
        </pc:sldMkLst>
        <pc:spChg chg="mod">
          <ac:chgData name="Job Coenen" userId="39d21178-e980-40d1-ac56-45bbb0bcf1af" providerId="ADAL" clId="{4199BA48-3AA7-4696-BE26-DBFC1F910C43}" dt="2023-12-05T12:21:43.835" v="882" actId="1076"/>
          <ac:spMkLst>
            <pc:docMk/>
            <pc:sldMk cId="3024303453" sldId="3157"/>
            <ac:spMk id="6" creationId="{06050731-23C3-308F-D84B-0C22B32D4A63}"/>
          </ac:spMkLst>
        </pc:spChg>
        <pc:spChg chg="add del">
          <ac:chgData name="Job Coenen" userId="39d21178-e980-40d1-ac56-45bbb0bcf1af" providerId="ADAL" clId="{4199BA48-3AA7-4696-BE26-DBFC1F910C43}" dt="2023-12-05T12:21:15.424" v="859" actId="26606"/>
          <ac:spMkLst>
            <pc:docMk/>
            <pc:sldMk cId="3024303453" sldId="3157"/>
            <ac:spMk id="9" creationId="{B217C2AD-51B4-40CE-A71F-F5D3F846D97B}"/>
          </ac:spMkLst>
        </pc:spChg>
        <pc:spChg chg="add del">
          <ac:chgData name="Job Coenen" userId="39d21178-e980-40d1-ac56-45bbb0bcf1af" providerId="ADAL" clId="{4199BA48-3AA7-4696-BE26-DBFC1F910C43}" dt="2023-12-05T12:21:15.424" v="859" actId="26606"/>
          <ac:spMkLst>
            <pc:docMk/>
            <pc:sldMk cId="3024303453" sldId="3157"/>
            <ac:spMk id="11" creationId="{6F1BF92E-23CF-4BFE-9E1F-C359BACFA3C5}"/>
          </ac:spMkLst>
        </pc:spChg>
        <pc:spChg chg="add del">
          <ac:chgData name="Job Coenen" userId="39d21178-e980-40d1-ac56-45bbb0bcf1af" providerId="ADAL" clId="{4199BA48-3AA7-4696-BE26-DBFC1F910C43}" dt="2023-12-05T12:21:15.424" v="859" actId="26606"/>
          <ac:spMkLst>
            <pc:docMk/>
            <pc:sldMk cId="3024303453" sldId="3157"/>
            <ac:spMk id="13" creationId="{28FFBEEC-E1D5-4133-8566-2A59DDB170B8}"/>
          </ac:spMkLst>
        </pc:spChg>
        <pc:spChg chg="add del">
          <ac:chgData name="Job Coenen" userId="39d21178-e980-40d1-ac56-45bbb0bcf1af" providerId="ADAL" clId="{4199BA48-3AA7-4696-BE26-DBFC1F910C43}" dt="2023-12-05T12:21:15.424" v="859" actId="26606"/>
          <ac:spMkLst>
            <pc:docMk/>
            <pc:sldMk cId="3024303453" sldId="3157"/>
            <ac:spMk id="15" creationId="{E8EFDFFA-99D1-4010-8BB3-F3C338EC0A42}"/>
          </ac:spMkLst>
        </pc:spChg>
        <pc:spChg chg="add del">
          <ac:chgData name="Job Coenen" userId="39d21178-e980-40d1-ac56-45bbb0bcf1af" providerId="ADAL" clId="{4199BA48-3AA7-4696-BE26-DBFC1F910C43}" dt="2023-12-05T12:21:15.424" v="859" actId="26606"/>
          <ac:spMkLst>
            <pc:docMk/>
            <pc:sldMk cId="3024303453" sldId="3157"/>
            <ac:spMk id="20" creationId="{47C4971D-FDB7-43EC-9D73-44D6456DEB41}"/>
          </ac:spMkLst>
        </pc:spChg>
        <pc:spChg chg="add del">
          <ac:chgData name="Job Coenen" userId="39d21178-e980-40d1-ac56-45bbb0bcf1af" providerId="ADAL" clId="{4199BA48-3AA7-4696-BE26-DBFC1F910C43}" dt="2023-12-05T12:21:15.424" v="859" actId="26606"/>
          <ac:spMkLst>
            <pc:docMk/>
            <pc:sldMk cId="3024303453" sldId="3157"/>
            <ac:spMk id="22" creationId="{8BCF8976-9505-4742-8ACD-63BE2C8476CB}"/>
          </ac:spMkLst>
        </pc:spChg>
        <pc:spChg chg="add del">
          <ac:chgData name="Job Coenen" userId="39d21178-e980-40d1-ac56-45bbb0bcf1af" providerId="ADAL" clId="{4199BA48-3AA7-4696-BE26-DBFC1F910C43}" dt="2023-12-05T12:21:15.424" v="859" actId="26606"/>
          <ac:spMkLst>
            <pc:docMk/>
            <pc:sldMk cId="3024303453" sldId="3157"/>
            <ac:spMk id="24" creationId="{5EB5C8F0-2881-4184-92C6-0E251C42ABE6}"/>
          </ac:spMkLst>
        </pc:spChg>
        <pc:spChg chg="add del">
          <ac:chgData name="Job Coenen" userId="39d21178-e980-40d1-ac56-45bbb0bcf1af" providerId="ADAL" clId="{4199BA48-3AA7-4696-BE26-DBFC1F910C43}" dt="2023-12-05T12:21:15.424" v="859" actId="26606"/>
          <ac:spMkLst>
            <pc:docMk/>
            <pc:sldMk cId="3024303453" sldId="3157"/>
            <ac:spMk id="26" creationId="{C2BCC826-0F95-4DB1-9DBA-C1F7BD60964B}"/>
          </ac:spMkLst>
        </pc:spChg>
        <pc:picChg chg="add mod ord">
          <ac:chgData name="Job Coenen" userId="39d21178-e980-40d1-ac56-45bbb0bcf1af" providerId="ADAL" clId="{4199BA48-3AA7-4696-BE26-DBFC1F910C43}" dt="2023-12-05T12:21:15.424" v="859" actId="26606"/>
          <ac:picMkLst>
            <pc:docMk/>
            <pc:sldMk cId="3024303453" sldId="3157"/>
            <ac:picMk id="2" creationId="{3DA817E4-5303-F249-B3A6-A419439B6727}"/>
          </ac:picMkLst>
        </pc:picChg>
        <pc:picChg chg="add mod ord">
          <ac:chgData name="Job Coenen" userId="39d21178-e980-40d1-ac56-45bbb0bcf1af" providerId="ADAL" clId="{4199BA48-3AA7-4696-BE26-DBFC1F910C43}" dt="2023-12-05T12:21:15.424" v="859" actId="26606"/>
          <ac:picMkLst>
            <pc:docMk/>
            <pc:sldMk cId="3024303453" sldId="3157"/>
            <ac:picMk id="3" creationId="{71AB2F8D-3A9E-C88D-6D3F-B67D6FB68325}"/>
          </ac:picMkLst>
        </pc:picChg>
        <pc:picChg chg="del">
          <ac:chgData name="Job Coenen" userId="39d21178-e980-40d1-ac56-45bbb0bcf1af" providerId="ADAL" clId="{4199BA48-3AA7-4696-BE26-DBFC1F910C43}" dt="2023-12-05T12:18:52.613" v="747" actId="478"/>
          <ac:picMkLst>
            <pc:docMk/>
            <pc:sldMk cId="3024303453" sldId="3157"/>
            <ac:picMk id="4" creationId="{58D71043-D59E-087F-56A7-6BAB6DDC8B3B}"/>
          </ac:picMkLst>
        </pc:picChg>
        <pc:picChg chg="add mod">
          <ac:chgData name="Job Coenen" userId="39d21178-e980-40d1-ac56-45bbb0bcf1af" providerId="ADAL" clId="{4199BA48-3AA7-4696-BE26-DBFC1F910C43}" dt="2023-12-05T12:21:15.424" v="859" actId="26606"/>
          <ac:picMkLst>
            <pc:docMk/>
            <pc:sldMk cId="3024303453" sldId="3157"/>
            <ac:picMk id="5" creationId="{124CD7C7-7FA5-6C3B-83CE-44408AFB0648}"/>
          </ac:picMkLst>
        </pc:picChg>
      </pc:sldChg>
      <pc:sldChg chg="new del">
        <pc:chgData name="Job Coenen" userId="39d21178-e980-40d1-ac56-45bbb0bcf1af" providerId="ADAL" clId="{4199BA48-3AA7-4696-BE26-DBFC1F910C43}" dt="2023-12-05T12:23:02.009" v="895" actId="47"/>
        <pc:sldMkLst>
          <pc:docMk/>
          <pc:sldMk cId="2332720825" sldId="3158"/>
        </pc:sldMkLst>
      </pc:sldChg>
      <pc:sldChg chg="addSp delSp modSp new mod modNotesTx">
        <pc:chgData name="Job Coenen" userId="39d21178-e980-40d1-ac56-45bbb0bcf1af" providerId="ADAL" clId="{4199BA48-3AA7-4696-BE26-DBFC1F910C43}" dt="2023-12-21T12:25:16.611" v="5022" actId="20577"/>
        <pc:sldMkLst>
          <pc:docMk/>
          <pc:sldMk cId="583349969" sldId="3159"/>
        </pc:sldMkLst>
        <pc:spChg chg="mod">
          <ac:chgData name="Job Coenen" userId="39d21178-e980-40d1-ac56-45bbb0bcf1af" providerId="ADAL" clId="{4199BA48-3AA7-4696-BE26-DBFC1F910C43}" dt="2023-12-21T07:58:14.064" v="1153" actId="21"/>
          <ac:spMkLst>
            <pc:docMk/>
            <pc:sldMk cId="583349969" sldId="3159"/>
            <ac:spMk id="2" creationId="{9B9953BE-2979-9B12-BA96-E02E9F819D18}"/>
          </ac:spMkLst>
        </pc:spChg>
        <pc:spChg chg="del">
          <ac:chgData name="Job Coenen" userId="39d21178-e980-40d1-ac56-45bbb0bcf1af" providerId="ADAL" clId="{4199BA48-3AA7-4696-BE26-DBFC1F910C43}" dt="2023-12-05T12:25:59.503" v="1053" actId="478"/>
          <ac:spMkLst>
            <pc:docMk/>
            <pc:sldMk cId="583349969" sldId="3159"/>
            <ac:spMk id="3" creationId="{6F054D6B-32C5-B604-1E20-69F07D810430}"/>
          </ac:spMkLst>
        </pc:spChg>
        <pc:spChg chg="add mod">
          <ac:chgData name="Job Coenen" userId="39d21178-e980-40d1-ac56-45bbb0bcf1af" providerId="ADAL" clId="{4199BA48-3AA7-4696-BE26-DBFC1F910C43}" dt="2023-12-21T07:58:41.647" v="1180" actId="14100"/>
          <ac:spMkLst>
            <pc:docMk/>
            <pc:sldMk cId="583349969" sldId="3159"/>
            <ac:spMk id="5" creationId="{84DDA015-C12F-68F2-1378-44308A54A5D9}"/>
          </ac:spMkLst>
        </pc:spChg>
        <pc:picChg chg="add mod">
          <ac:chgData name="Job Coenen" userId="39d21178-e980-40d1-ac56-45bbb0bcf1af" providerId="ADAL" clId="{4199BA48-3AA7-4696-BE26-DBFC1F910C43}" dt="2023-12-05T12:26:26.232" v="1058" actId="1076"/>
          <ac:picMkLst>
            <pc:docMk/>
            <pc:sldMk cId="583349969" sldId="3159"/>
            <ac:picMk id="4" creationId="{4BA35ED6-1916-2399-5AEE-6F3C55BC9A83}"/>
          </ac:picMkLst>
        </pc:picChg>
      </pc:sldChg>
      <pc:sldChg chg="new del">
        <pc:chgData name="Job Coenen" userId="39d21178-e980-40d1-ac56-45bbb0bcf1af" providerId="ADAL" clId="{4199BA48-3AA7-4696-BE26-DBFC1F910C43}" dt="2023-12-05T12:40:20.873" v="1060" actId="47"/>
        <pc:sldMkLst>
          <pc:docMk/>
          <pc:sldMk cId="1418757550" sldId="3160"/>
        </pc:sldMkLst>
      </pc:sldChg>
      <pc:sldChg chg="addSp delSp modSp add mod modNotesTx">
        <pc:chgData name="Job Coenen" userId="39d21178-e980-40d1-ac56-45bbb0bcf1af" providerId="ADAL" clId="{4199BA48-3AA7-4696-BE26-DBFC1F910C43}" dt="2023-12-21T08:35:58.799" v="2471" actId="20577"/>
        <pc:sldMkLst>
          <pc:docMk/>
          <pc:sldMk cId="3936211329" sldId="3160"/>
        </pc:sldMkLst>
        <pc:spChg chg="mod">
          <ac:chgData name="Job Coenen" userId="39d21178-e980-40d1-ac56-45bbb0bcf1af" providerId="ADAL" clId="{4199BA48-3AA7-4696-BE26-DBFC1F910C43}" dt="2023-12-21T08:35:58.799" v="2471" actId="20577"/>
          <ac:spMkLst>
            <pc:docMk/>
            <pc:sldMk cId="3936211329" sldId="3160"/>
            <ac:spMk id="2" creationId="{9B9953BE-2979-9B12-BA96-E02E9F819D18}"/>
          </ac:spMkLst>
        </pc:spChg>
        <pc:spChg chg="add mod">
          <ac:chgData name="Job Coenen" userId="39d21178-e980-40d1-ac56-45bbb0bcf1af" providerId="ADAL" clId="{4199BA48-3AA7-4696-BE26-DBFC1F910C43}" dt="2023-12-21T08:07:56.211" v="1324" actId="207"/>
          <ac:spMkLst>
            <pc:docMk/>
            <pc:sldMk cId="3936211329" sldId="3160"/>
            <ac:spMk id="4" creationId="{4D96627C-DE73-5F62-93A2-249C457AA49D}"/>
          </ac:spMkLst>
        </pc:spChg>
        <pc:picChg chg="del">
          <ac:chgData name="Job Coenen" userId="39d21178-e980-40d1-ac56-45bbb0bcf1af" providerId="ADAL" clId="{4199BA48-3AA7-4696-BE26-DBFC1F910C43}" dt="2023-12-05T12:40:37.483" v="1085" actId="478"/>
          <ac:picMkLst>
            <pc:docMk/>
            <pc:sldMk cId="3936211329" sldId="3160"/>
            <ac:picMk id="4" creationId="{4BA35ED6-1916-2399-5AEE-6F3C55BC9A83}"/>
          </ac:picMkLst>
        </pc:picChg>
        <pc:picChg chg="add mod">
          <ac:chgData name="Job Coenen" userId="39d21178-e980-40d1-ac56-45bbb0bcf1af" providerId="ADAL" clId="{4199BA48-3AA7-4696-BE26-DBFC1F910C43}" dt="2023-12-21T07:57:23.244" v="1116" actId="171"/>
          <ac:picMkLst>
            <pc:docMk/>
            <pc:sldMk cId="3936211329" sldId="3160"/>
            <ac:picMk id="1026" creationId="{AFC9FFD6-12D8-9D9A-B07A-A073A4830CE9}"/>
          </ac:picMkLst>
        </pc:picChg>
      </pc:sldChg>
      <pc:sldChg chg="addSp modSp new mod modNotesTx">
        <pc:chgData name="Job Coenen" userId="39d21178-e980-40d1-ac56-45bbb0bcf1af" providerId="ADAL" clId="{4199BA48-3AA7-4696-BE26-DBFC1F910C43}" dt="2023-12-21T08:53:19.706" v="2774" actId="2085"/>
        <pc:sldMkLst>
          <pc:docMk/>
          <pc:sldMk cId="2273363043" sldId="3161"/>
        </pc:sldMkLst>
        <pc:spChg chg="mod">
          <ac:chgData name="Job Coenen" userId="39d21178-e980-40d1-ac56-45bbb0bcf1af" providerId="ADAL" clId="{4199BA48-3AA7-4696-BE26-DBFC1F910C43}" dt="2023-12-21T08:28:08.290" v="2062" actId="20577"/>
          <ac:spMkLst>
            <pc:docMk/>
            <pc:sldMk cId="2273363043" sldId="3161"/>
            <ac:spMk id="2" creationId="{3D79A1C3-C600-990A-C2B8-B1026B848AB5}"/>
          </ac:spMkLst>
        </pc:spChg>
        <pc:spChg chg="mod">
          <ac:chgData name="Job Coenen" userId="39d21178-e980-40d1-ac56-45bbb0bcf1af" providerId="ADAL" clId="{4199BA48-3AA7-4696-BE26-DBFC1F910C43}" dt="2023-12-21T08:32:55.278" v="2146" actId="20577"/>
          <ac:spMkLst>
            <pc:docMk/>
            <pc:sldMk cId="2273363043" sldId="3161"/>
            <ac:spMk id="3" creationId="{8E332417-320E-BCDB-7C79-D575CC7999C7}"/>
          </ac:spMkLst>
        </pc:spChg>
        <pc:spChg chg="add mod">
          <ac:chgData name="Job Coenen" userId="39d21178-e980-40d1-ac56-45bbb0bcf1af" providerId="ADAL" clId="{4199BA48-3AA7-4696-BE26-DBFC1F910C43}" dt="2023-12-21T08:53:19.706" v="2774" actId="2085"/>
          <ac:spMkLst>
            <pc:docMk/>
            <pc:sldMk cId="2273363043" sldId="3161"/>
            <ac:spMk id="5" creationId="{9092FFC6-5B4F-7F9F-71A7-AF0805414738}"/>
          </ac:spMkLst>
        </pc:spChg>
        <pc:picChg chg="add mod">
          <ac:chgData name="Job Coenen" userId="39d21178-e980-40d1-ac56-45bbb0bcf1af" providerId="ADAL" clId="{4199BA48-3AA7-4696-BE26-DBFC1F910C43}" dt="2023-12-21T08:53:19.706" v="2774" actId="2085"/>
          <ac:picMkLst>
            <pc:docMk/>
            <pc:sldMk cId="2273363043" sldId="3161"/>
            <ac:picMk id="4" creationId="{32936ABB-A9FA-6684-C404-EAC765ACFC61}"/>
          </ac:picMkLst>
        </pc:picChg>
      </pc:sldChg>
      <pc:sldChg chg="addSp delSp modSp new mod setBg modNotesTx">
        <pc:chgData name="Job Coenen" userId="39d21178-e980-40d1-ac56-45bbb0bcf1af" providerId="ADAL" clId="{4199BA48-3AA7-4696-BE26-DBFC1F910C43}" dt="2023-12-21T08:34:55.198" v="2248" actId="1076"/>
        <pc:sldMkLst>
          <pc:docMk/>
          <pc:sldMk cId="2130800653" sldId="3162"/>
        </pc:sldMkLst>
        <pc:spChg chg="del">
          <ac:chgData name="Job Coenen" userId="39d21178-e980-40d1-ac56-45bbb0bcf1af" providerId="ADAL" clId="{4199BA48-3AA7-4696-BE26-DBFC1F910C43}" dt="2023-12-21T08:32:19.672" v="2138" actId="478"/>
          <ac:spMkLst>
            <pc:docMk/>
            <pc:sldMk cId="2130800653" sldId="3162"/>
            <ac:spMk id="2" creationId="{D0B35106-B59C-783C-7582-A5F344D56588}"/>
          </ac:spMkLst>
        </pc:spChg>
        <pc:spChg chg="del">
          <ac:chgData name="Job Coenen" userId="39d21178-e980-40d1-ac56-45bbb0bcf1af" providerId="ADAL" clId="{4199BA48-3AA7-4696-BE26-DBFC1F910C43}" dt="2023-12-21T08:32:21.858" v="2139" actId="478"/>
          <ac:spMkLst>
            <pc:docMk/>
            <pc:sldMk cId="2130800653" sldId="3162"/>
            <ac:spMk id="3" creationId="{D606620C-6E3A-6465-36A3-76C88BB2C0DA}"/>
          </ac:spMkLst>
        </pc:spChg>
        <pc:spChg chg="add mod">
          <ac:chgData name="Job Coenen" userId="39d21178-e980-40d1-ac56-45bbb0bcf1af" providerId="ADAL" clId="{4199BA48-3AA7-4696-BE26-DBFC1F910C43}" dt="2023-12-21T08:34:55.198" v="2248" actId="1076"/>
          <ac:spMkLst>
            <pc:docMk/>
            <pc:sldMk cId="2130800653" sldId="3162"/>
            <ac:spMk id="4" creationId="{76EBFF7E-4B5F-1301-7EA7-49B5C6B79480}"/>
          </ac:spMkLst>
        </pc:spChg>
        <pc:spChg chg="add del">
          <ac:chgData name="Job Coenen" userId="39d21178-e980-40d1-ac56-45bbb0bcf1af" providerId="ADAL" clId="{4199BA48-3AA7-4696-BE26-DBFC1F910C43}" dt="2023-12-21T08:33:01.620" v="2147" actId="26606"/>
          <ac:spMkLst>
            <pc:docMk/>
            <pc:sldMk cId="2130800653" sldId="3162"/>
            <ac:spMk id="2055" creationId="{DD0AEE21-CF4B-4395-A100-EFB0EB995182}"/>
          </ac:spMkLst>
        </pc:spChg>
        <pc:spChg chg="add del">
          <ac:chgData name="Job Coenen" userId="39d21178-e980-40d1-ac56-45bbb0bcf1af" providerId="ADAL" clId="{4199BA48-3AA7-4696-BE26-DBFC1F910C43}" dt="2023-12-21T08:33:01.620" v="2147" actId="26606"/>
          <ac:spMkLst>
            <pc:docMk/>
            <pc:sldMk cId="2130800653" sldId="3162"/>
            <ac:spMk id="2057" creationId="{9F8DBD9A-1B56-4D4B-856B-89CC682C6B2B}"/>
          </ac:spMkLst>
        </pc:spChg>
        <pc:spChg chg="add del">
          <ac:chgData name="Job Coenen" userId="39d21178-e980-40d1-ac56-45bbb0bcf1af" providerId="ADAL" clId="{4199BA48-3AA7-4696-BE26-DBFC1F910C43}" dt="2023-12-21T08:33:01.620" v="2147" actId="26606"/>
          <ac:spMkLst>
            <pc:docMk/>
            <pc:sldMk cId="2130800653" sldId="3162"/>
            <ac:spMk id="2059" creationId="{662570FE-8E1C-4A25-8827-8928189FADBA}"/>
          </ac:spMkLst>
        </pc:spChg>
        <pc:spChg chg="add del">
          <ac:chgData name="Job Coenen" userId="39d21178-e980-40d1-ac56-45bbb0bcf1af" providerId="ADAL" clId="{4199BA48-3AA7-4696-BE26-DBFC1F910C43}" dt="2023-12-21T08:33:01.620" v="2147" actId="26606"/>
          <ac:spMkLst>
            <pc:docMk/>
            <pc:sldMk cId="2130800653" sldId="3162"/>
            <ac:spMk id="2061" creationId="{440B24BC-917F-49C2-B8AA-C569A400B942}"/>
          </ac:spMkLst>
        </pc:spChg>
        <pc:spChg chg="add del">
          <ac:chgData name="Job Coenen" userId="39d21178-e980-40d1-ac56-45bbb0bcf1af" providerId="ADAL" clId="{4199BA48-3AA7-4696-BE26-DBFC1F910C43}" dt="2023-12-21T08:33:01.620" v="2147" actId="26606"/>
          <ac:spMkLst>
            <pc:docMk/>
            <pc:sldMk cId="2130800653" sldId="3162"/>
            <ac:spMk id="2063" creationId="{39F7F083-7C2B-4120-9960-D77AB2863BBE}"/>
          </ac:spMkLst>
        </pc:spChg>
        <pc:spChg chg="add">
          <ac:chgData name="Job Coenen" userId="39d21178-e980-40d1-ac56-45bbb0bcf1af" providerId="ADAL" clId="{4199BA48-3AA7-4696-BE26-DBFC1F910C43}" dt="2023-12-21T08:33:01.620" v="2147" actId="26606"/>
          <ac:spMkLst>
            <pc:docMk/>
            <pc:sldMk cId="2130800653" sldId="3162"/>
            <ac:spMk id="2068" creationId="{DD0AEE21-CF4B-4395-A100-EFB0EB995182}"/>
          </ac:spMkLst>
        </pc:spChg>
        <pc:spChg chg="add">
          <ac:chgData name="Job Coenen" userId="39d21178-e980-40d1-ac56-45bbb0bcf1af" providerId="ADAL" clId="{4199BA48-3AA7-4696-BE26-DBFC1F910C43}" dt="2023-12-21T08:33:01.620" v="2147" actId="26606"/>
          <ac:spMkLst>
            <pc:docMk/>
            <pc:sldMk cId="2130800653" sldId="3162"/>
            <ac:spMk id="2070" creationId="{9F8DBD9A-1B56-4D4B-856B-89CC682C6B2B}"/>
          </ac:spMkLst>
        </pc:spChg>
        <pc:spChg chg="add">
          <ac:chgData name="Job Coenen" userId="39d21178-e980-40d1-ac56-45bbb0bcf1af" providerId="ADAL" clId="{4199BA48-3AA7-4696-BE26-DBFC1F910C43}" dt="2023-12-21T08:33:01.620" v="2147" actId="26606"/>
          <ac:spMkLst>
            <pc:docMk/>
            <pc:sldMk cId="2130800653" sldId="3162"/>
            <ac:spMk id="2072" creationId="{CE606343-BADE-4565-AB89-E9EF7E253F80}"/>
          </ac:spMkLst>
        </pc:spChg>
        <pc:spChg chg="add">
          <ac:chgData name="Job Coenen" userId="39d21178-e980-40d1-ac56-45bbb0bcf1af" providerId="ADAL" clId="{4199BA48-3AA7-4696-BE26-DBFC1F910C43}" dt="2023-12-21T08:33:01.620" v="2147" actId="26606"/>
          <ac:spMkLst>
            <pc:docMk/>
            <pc:sldMk cId="2130800653" sldId="3162"/>
            <ac:spMk id="2074" creationId="{39E183BD-2932-401F-8B53-E247764B376B}"/>
          </ac:spMkLst>
        </pc:spChg>
        <pc:picChg chg="add del mod">
          <ac:chgData name="Job Coenen" userId="39d21178-e980-40d1-ac56-45bbb0bcf1af" providerId="ADAL" clId="{4199BA48-3AA7-4696-BE26-DBFC1F910C43}" dt="2023-12-21T08:33:26.253" v="2148" actId="478"/>
          <ac:picMkLst>
            <pc:docMk/>
            <pc:sldMk cId="2130800653" sldId="3162"/>
            <ac:picMk id="2050" creationId="{A56E10BB-60A5-B937-B9E8-F4C24AA658A7}"/>
          </ac:picMkLst>
        </pc:picChg>
        <pc:picChg chg="add mod">
          <ac:chgData name="Job Coenen" userId="39d21178-e980-40d1-ac56-45bbb0bcf1af" providerId="ADAL" clId="{4199BA48-3AA7-4696-BE26-DBFC1F910C43}" dt="2023-12-21T08:34:43.560" v="2215" actId="1076"/>
          <ac:picMkLst>
            <pc:docMk/>
            <pc:sldMk cId="2130800653" sldId="3162"/>
            <ac:picMk id="2052" creationId="{6F52A9AE-8C84-38DB-7730-706893071C0C}"/>
          </ac:picMkLst>
        </pc:picChg>
      </pc:sldChg>
      <pc:sldChg chg="addSp modSp new mod">
        <pc:chgData name="Job Coenen" userId="39d21178-e980-40d1-ac56-45bbb0bcf1af" providerId="ADAL" clId="{4199BA48-3AA7-4696-BE26-DBFC1F910C43}" dt="2023-12-21T08:39:59.187" v="2544" actId="207"/>
        <pc:sldMkLst>
          <pc:docMk/>
          <pc:sldMk cId="1131549049" sldId="3163"/>
        </pc:sldMkLst>
        <pc:spChg chg="add mod">
          <ac:chgData name="Job Coenen" userId="39d21178-e980-40d1-ac56-45bbb0bcf1af" providerId="ADAL" clId="{4199BA48-3AA7-4696-BE26-DBFC1F910C43}" dt="2023-12-21T08:39:59.187" v="2544" actId="207"/>
          <ac:spMkLst>
            <pc:docMk/>
            <pc:sldMk cId="1131549049" sldId="3163"/>
            <ac:spMk id="5" creationId="{D6BB98AE-51CE-EC04-0AE5-A0855FEECB14}"/>
          </ac:spMkLst>
        </pc:spChg>
        <pc:picChg chg="add">
          <ac:chgData name="Job Coenen" userId="39d21178-e980-40d1-ac56-45bbb0bcf1af" providerId="ADAL" clId="{4199BA48-3AA7-4696-BE26-DBFC1F910C43}" dt="2023-12-21T08:38:14.271" v="2473"/>
          <ac:picMkLst>
            <pc:docMk/>
            <pc:sldMk cId="1131549049" sldId="3163"/>
            <ac:picMk id="3074" creationId="{1B7C7AAB-2964-EBC2-825F-A8BA2417D9D5}"/>
          </ac:picMkLst>
        </pc:picChg>
      </pc:sldChg>
      <pc:sldChg chg="addSp delSp modSp add mod">
        <pc:chgData name="Job Coenen" userId="39d21178-e980-40d1-ac56-45bbb0bcf1af" providerId="ADAL" clId="{4199BA48-3AA7-4696-BE26-DBFC1F910C43}" dt="2023-12-21T12:14:34.064" v="4346" actId="20577"/>
        <pc:sldMkLst>
          <pc:docMk/>
          <pc:sldMk cId="2203252699" sldId="3164"/>
        </pc:sldMkLst>
        <pc:spChg chg="mod">
          <ac:chgData name="Job Coenen" userId="39d21178-e980-40d1-ac56-45bbb0bcf1af" providerId="ADAL" clId="{4199BA48-3AA7-4696-BE26-DBFC1F910C43}" dt="2023-12-21T09:05:21.899" v="3640" actId="20577"/>
          <ac:spMkLst>
            <pc:docMk/>
            <pc:sldMk cId="2203252699" sldId="3164"/>
            <ac:spMk id="3" creationId="{00000000-0000-0000-0000-000000000000}"/>
          </ac:spMkLst>
        </pc:spChg>
        <pc:spChg chg="add mod">
          <ac:chgData name="Job Coenen" userId="39d21178-e980-40d1-ac56-45bbb0bcf1af" providerId="ADAL" clId="{4199BA48-3AA7-4696-BE26-DBFC1F910C43}" dt="2023-12-21T12:14:34.064" v="4346" actId="20577"/>
          <ac:spMkLst>
            <pc:docMk/>
            <pc:sldMk cId="2203252699" sldId="3164"/>
            <ac:spMk id="4" creationId="{CEAFD10F-6E83-BECA-45A6-1DA6B3CD83FC}"/>
          </ac:spMkLst>
        </pc:spChg>
        <pc:picChg chg="del">
          <ac:chgData name="Job Coenen" userId="39d21178-e980-40d1-ac56-45bbb0bcf1af" providerId="ADAL" clId="{4199BA48-3AA7-4696-BE26-DBFC1F910C43}" dt="2023-12-21T08:57:25.508" v="3028" actId="478"/>
          <ac:picMkLst>
            <pc:docMk/>
            <pc:sldMk cId="2203252699" sldId="3164"/>
            <ac:picMk id="4100" creationId="{D23AFC1A-18C9-E841-C7D0-EFC8A0BD2FA6}"/>
          </ac:picMkLst>
        </pc:picChg>
      </pc:sldChg>
      <pc:sldChg chg="modSp add mod">
        <pc:chgData name="Job Coenen" userId="39d21178-e980-40d1-ac56-45bbb0bcf1af" providerId="ADAL" clId="{4199BA48-3AA7-4696-BE26-DBFC1F910C43}" dt="2023-12-21T12:14:52.027" v="4348" actId="20577"/>
        <pc:sldMkLst>
          <pc:docMk/>
          <pc:sldMk cId="1076092577" sldId="3165"/>
        </pc:sldMkLst>
        <pc:spChg chg="mod">
          <ac:chgData name="Job Coenen" userId="39d21178-e980-40d1-ac56-45bbb0bcf1af" providerId="ADAL" clId="{4199BA48-3AA7-4696-BE26-DBFC1F910C43}" dt="2023-12-21T12:14:52.027" v="4348" actId="20577"/>
          <ac:spMkLst>
            <pc:docMk/>
            <pc:sldMk cId="1076092577" sldId="3165"/>
            <ac:spMk id="3" creationId="{00000000-0000-0000-0000-000000000000}"/>
          </ac:spMkLst>
        </pc:spChg>
        <pc:spChg chg="mod">
          <ac:chgData name="Job Coenen" userId="39d21178-e980-40d1-ac56-45bbb0bcf1af" providerId="ADAL" clId="{4199BA48-3AA7-4696-BE26-DBFC1F910C43}" dt="2023-12-21T09:09:16.870" v="4141" actId="1076"/>
          <ac:spMkLst>
            <pc:docMk/>
            <pc:sldMk cId="1076092577" sldId="3165"/>
            <ac:spMk id="4" creationId="{CEAFD10F-6E83-BECA-45A6-1DA6B3CD83FC}"/>
          </ac:spMkLst>
        </pc:spChg>
      </pc:sldChg>
      <pc:sldChg chg="addSp delSp modSp new mod">
        <pc:chgData name="Job Coenen" userId="39d21178-e980-40d1-ac56-45bbb0bcf1af" providerId="ADAL" clId="{4199BA48-3AA7-4696-BE26-DBFC1F910C43}" dt="2023-12-21T12:13:31.161" v="4340" actId="20577"/>
        <pc:sldMkLst>
          <pc:docMk/>
          <pc:sldMk cId="2423212937" sldId="3166"/>
        </pc:sldMkLst>
        <pc:spChg chg="del">
          <ac:chgData name="Job Coenen" userId="39d21178-e980-40d1-ac56-45bbb0bcf1af" providerId="ADAL" clId="{4199BA48-3AA7-4696-BE26-DBFC1F910C43}" dt="2023-12-21T12:11:50.906" v="4143" actId="478"/>
          <ac:spMkLst>
            <pc:docMk/>
            <pc:sldMk cId="2423212937" sldId="3166"/>
            <ac:spMk id="2" creationId="{3B32589A-95F8-65A9-361D-D571323D7CF5}"/>
          </ac:spMkLst>
        </pc:spChg>
        <pc:spChg chg="mod">
          <ac:chgData name="Job Coenen" userId="39d21178-e980-40d1-ac56-45bbb0bcf1af" providerId="ADAL" clId="{4199BA48-3AA7-4696-BE26-DBFC1F910C43}" dt="2023-12-21T12:12:12.244" v="4169" actId="20577"/>
          <ac:spMkLst>
            <pc:docMk/>
            <pc:sldMk cId="2423212937" sldId="3166"/>
            <ac:spMk id="3" creationId="{E728700D-5AA3-7CBA-7FF8-CE329C1405B6}"/>
          </ac:spMkLst>
        </pc:spChg>
        <pc:spChg chg="mod">
          <ac:chgData name="Job Coenen" userId="39d21178-e980-40d1-ac56-45bbb0bcf1af" providerId="ADAL" clId="{4199BA48-3AA7-4696-BE26-DBFC1F910C43}" dt="2023-12-21T12:13:31.161" v="4340" actId="20577"/>
          <ac:spMkLst>
            <pc:docMk/>
            <pc:sldMk cId="2423212937" sldId="3166"/>
            <ac:spMk id="4" creationId="{CB3A5ED3-5839-D112-0BD6-7B0B69B7914E}"/>
          </ac:spMkLst>
        </pc:spChg>
        <pc:spChg chg="add mod">
          <ac:chgData name="Job Coenen" userId="39d21178-e980-40d1-ac56-45bbb0bcf1af" providerId="ADAL" clId="{4199BA48-3AA7-4696-BE26-DBFC1F910C43}" dt="2023-12-21T12:12:05.427" v="4149" actId="1076"/>
          <ac:spMkLst>
            <pc:docMk/>
            <pc:sldMk cId="2423212937" sldId="3166"/>
            <ac:spMk id="5" creationId="{EFF6C448-E09D-766C-EF37-C874CCD57827}"/>
          </ac:spMkLst>
        </pc:spChg>
        <pc:spChg chg="add mod">
          <ac:chgData name="Job Coenen" userId="39d21178-e980-40d1-ac56-45bbb0bcf1af" providerId="ADAL" clId="{4199BA48-3AA7-4696-BE26-DBFC1F910C43}" dt="2023-12-21T12:12:05.427" v="4149" actId="1076"/>
          <ac:spMkLst>
            <pc:docMk/>
            <pc:sldMk cId="2423212937" sldId="3166"/>
            <ac:spMk id="6" creationId="{27285294-ED4F-4320-E208-974517DEA499}"/>
          </ac:spMkLst>
        </pc:spChg>
      </pc:sldChg>
      <pc:sldChg chg="addSp modSp add mod modNotesTx">
        <pc:chgData name="Job Coenen" userId="39d21178-e980-40d1-ac56-45bbb0bcf1af" providerId="ADAL" clId="{4199BA48-3AA7-4696-BE26-DBFC1F910C43}" dt="2023-12-23T14:30:34.444" v="5422" actId="20577"/>
        <pc:sldMkLst>
          <pc:docMk/>
          <pc:sldMk cId="1270731065" sldId="3167"/>
        </pc:sldMkLst>
        <pc:spChg chg="mod">
          <ac:chgData name="Job Coenen" userId="39d21178-e980-40d1-ac56-45bbb0bcf1af" providerId="ADAL" clId="{4199BA48-3AA7-4696-BE26-DBFC1F910C43}" dt="2023-12-21T12:16:15.321" v="4432" actId="1076"/>
          <ac:spMkLst>
            <pc:docMk/>
            <pc:sldMk cId="1270731065" sldId="3167"/>
            <ac:spMk id="3" creationId="{00000000-0000-0000-0000-000000000000}"/>
          </ac:spMkLst>
        </pc:spChg>
        <pc:spChg chg="mod">
          <ac:chgData name="Job Coenen" userId="39d21178-e980-40d1-ac56-45bbb0bcf1af" providerId="ADAL" clId="{4199BA48-3AA7-4696-BE26-DBFC1F910C43}" dt="2023-12-21T12:17:13.546" v="4484" actId="1076"/>
          <ac:spMkLst>
            <pc:docMk/>
            <pc:sldMk cId="1270731065" sldId="3167"/>
            <ac:spMk id="4" creationId="{CEAFD10F-6E83-BECA-45A6-1DA6B3CD83FC}"/>
          </ac:spMkLst>
        </pc:spChg>
        <pc:spChg chg="add mod">
          <ac:chgData name="Job Coenen" userId="39d21178-e980-40d1-ac56-45bbb0bcf1af" providerId="ADAL" clId="{4199BA48-3AA7-4696-BE26-DBFC1F910C43}" dt="2023-12-21T12:17:25.548" v="4487" actId="2085"/>
          <ac:spMkLst>
            <pc:docMk/>
            <pc:sldMk cId="1270731065" sldId="3167"/>
            <ac:spMk id="5" creationId="{1A7BA04F-4E8F-D7BD-51BE-E05850B1D6F3}"/>
          </ac:spMkLst>
        </pc:spChg>
        <pc:picChg chg="add mod">
          <ac:chgData name="Job Coenen" userId="39d21178-e980-40d1-ac56-45bbb0bcf1af" providerId="ADAL" clId="{4199BA48-3AA7-4696-BE26-DBFC1F910C43}" dt="2023-12-21T12:17:15.866" v="4485" actId="1076"/>
          <ac:picMkLst>
            <pc:docMk/>
            <pc:sldMk cId="1270731065" sldId="3167"/>
            <ac:picMk id="2" creationId="{B62EF148-8CB6-BBFB-D020-13A21F330AA9}"/>
          </ac:picMkLst>
        </pc:picChg>
      </pc:sldChg>
      <pc:sldChg chg="addSp delSp modSp add mod ord modNotesTx">
        <pc:chgData name="Job Coenen" userId="39d21178-e980-40d1-ac56-45bbb0bcf1af" providerId="ADAL" clId="{4199BA48-3AA7-4696-BE26-DBFC1F910C43}" dt="2023-12-21T12:28:52.144" v="5357" actId="20577"/>
        <pc:sldMkLst>
          <pc:docMk/>
          <pc:sldMk cId="4120864316" sldId="3168"/>
        </pc:sldMkLst>
        <pc:spChg chg="mod">
          <ac:chgData name="Job Coenen" userId="39d21178-e980-40d1-ac56-45bbb0bcf1af" providerId="ADAL" clId="{4199BA48-3AA7-4696-BE26-DBFC1F910C43}" dt="2023-12-21T12:27:27.909" v="5276" actId="1076"/>
          <ac:spMkLst>
            <pc:docMk/>
            <pc:sldMk cId="4120864316" sldId="3168"/>
            <ac:spMk id="2" creationId="{9B9953BE-2979-9B12-BA96-E02E9F819D18}"/>
          </ac:spMkLst>
        </pc:spChg>
        <pc:spChg chg="add mod">
          <ac:chgData name="Job Coenen" userId="39d21178-e980-40d1-ac56-45bbb0bcf1af" providerId="ADAL" clId="{4199BA48-3AA7-4696-BE26-DBFC1F910C43}" dt="2023-12-21T12:28:05.742" v="5287" actId="1076"/>
          <ac:spMkLst>
            <pc:docMk/>
            <pc:sldMk cId="4120864316" sldId="3168"/>
            <ac:spMk id="3" creationId="{05FD7722-B102-AF34-867E-1B8C210D242C}"/>
          </ac:spMkLst>
        </pc:spChg>
        <pc:spChg chg="del">
          <ac:chgData name="Job Coenen" userId="39d21178-e980-40d1-ac56-45bbb0bcf1af" providerId="ADAL" clId="{4199BA48-3AA7-4696-BE26-DBFC1F910C43}" dt="2023-12-21T12:19:41.361" v="4613" actId="478"/>
          <ac:spMkLst>
            <pc:docMk/>
            <pc:sldMk cId="4120864316" sldId="3168"/>
            <ac:spMk id="5" creationId="{84DDA015-C12F-68F2-1378-44308A54A5D9}"/>
          </ac:spMkLst>
        </pc:spChg>
        <pc:spChg chg="add mod">
          <ac:chgData name="Job Coenen" userId="39d21178-e980-40d1-ac56-45bbb0bcf1af" providerId="ADAL" clId="{4199BA48-3AA7-4696-BE26-DBFC1F910C43}" dt="2023-12-21T12:28:41.010" v="5309" actId="1076"/>
          <ac:spMkLst>
            <pc:docMk/>
            <pc:sldMk cId="4120864316" sldId="3168"/>
            <ac:spMk id="7" creationId="{F8F42B5F-C6B8-B267-2AA9-81483BA25534}"/>
          </ac:spMkLst>
        </pc:spChg>
        <pc:picChg chg="del mod">
          <ac:chgData name="Job Coenen" userId="39d21178-e980-40d1-ac56-45bbb0bcf1af" providerId="ADAL" clId="{4199BA48-3AA7-4696-BE26-DBFC1F910C43}" dt="2023-12-21T12:26:14.577" v="5118" actId="478"/>
          <ac:picMkLst>
            <pc:docMk/>
            <pc:sldMk cId="4120864316" sldId="3168"/>
            <ac:picMk id="4" creationId="{4BA35ED6-1916-2399-5AEE-6F3C55BC9A83}"/>
          </ac:picMkLst>
        </pc:picChg>
        <pc:picChg chg="add mod">
          <ac:chgData name="Job Coenen" userId="39d21178-e980-40d1-ac56-45bbb0bcf1af" providerId="ADAL" clId="{4199BA48-3AA7-4696-BE26-DBFC1F910C43}" dt="2023-12-21T12:27:52.931" v="5280" actId="1076"/>
          <ac:picMkLst>
            <pc:docMk/>
            <pc:sldMk cId="4120864316" sldId="3168"/>
            <ac:picMk id="6" creationId="{73C6C14A-AAAC-15F8-FCD3-CBACD3687281}"/>
          </ac:picMkLst>
        </pc:picChg>
      </pc:sldChg>
      <pc:sldChg chg="addSp delSp modSp add del mod ord">
        <pc:chgData name="Job Coenen" userId="39d21178-e980-40d1-ac56-45bbb0bcf1af" providerId="ADAL" clId="{4199BA48-3AA7-4696-BE26-DBFC1F910C43}" dt="2023-12-21T12:28:53.632" v="5358" actId="47"/>
        <pc:sldMkLst>
          <pc:docMk/>
          <pc:sldMk cId="2838076212" sldId="3169"/>
        </pc:sldMkLst>
        <pc:spChg chg="add mod">
          <ac:chgData name="Job Coenen" userId="39d21178-e980-40d1-ac56-45bbb0bcf1af" providerId="ADAL" clId="{4199BA48-3AA7-4696-BE26-DBFC1F910C43}" dt="2023-12-21T12:19:33.935" v="4612" actId="14100"/>
          <ac:spMkLst>
            <pc:docMk/>
            <pc:sldMk cId="2838076212" sldId="3169"/>
            <ac:spMk id="2" creationId="{1B46E9CB-26E7-DD63-7369-4870BA294B3D}"/>
          </ac:spMkLst>
        </pc:spChg>
        <pc:spChg chg="mod">
          <ac:chgData name="Job Coenen" userId="39d21178-e980-40d1-ac56-45bbb0bcf1af" providerId="ADAL" clId="{4199BA48-3AA7-4696-BE26-DBFC1F910C43}" dt="2023-12-21T12:18:36.502" v="4511" actId="20577"/>
          <ac:spMkLst>
            <pc:docMk/>
            <pc:sldMk cId="2838076212" sldId="3169"/>
            <ac:spMk id="3" creationId="{12474778-4E98-EA70-70EF-915DC59BD654}"/>
          </ac:spMkLst>
        </pc:spChg>
        <pc:spChg chg="del">
          <ac:chgData name="Job Coenen" userId="39d21178-e980-40d1-ac56-45bbb0bcf1af" providerId="ADAL" clId="{4199BA48-3AA7-4696-BE26-DBFC1F910C43}" dt="2023-12-21T12:18:39.202" v="4512" actId="478"/>
          <ac:spMkLst>
            <pc:docMk/>
            <pc:sldMk cId="2838076212" sldId="3169"/>
            <ac:spMk id="6" creationId="{37B64BC2-468A-81D0-15C2-A2117C50BF25}"/>
          </ac:spMkLst>
        </pc:spChg>
        <pc:picChg chg="mod">
          <ac:chgData name="Job Coenen" userId="39d21178-e980-40d1-ac56-45bbb0bcf1af" providerId="ADAL" clId="{4199BA48-3AA7-4696-BE26-DBFC1F910C43}" dt="2023-12-21T12:18:41.625" v="4513" actId="1076"/>
          <ac:picMkLst>
            <pc:docMk/>
            <pc:sldMk cId="2838076212" sldId="3169"/>
            <ac:picMk id="1028" creationId="{7FB204DC-F794-6DC2-EBA4-8E84F3EFC6BA}"/>
          </ac:picMkLst>
        </pc:picChg>
      </pc:sldChg>
      <pc:sldChg chg="addSp modSp new mod">
        <pc:chgData name="Job Coenen" userId="39d21178-e980-40d1-ac56-45bbb0bcf1af" providerId="ADAL" clId="{4199BA48-3AA7-4696-BE26-DBFC1F910C43}" dt="2023-12-21T12:24:41.694" v="4946" actId="1076"/>
        <pc:sldMkLst>
          <pc:docMk/>
          <pc:sldMk cId="1137958992" sldId="3170"/>
        </pc:sldMkLst>
        <pc:spChg chg="mod">
          <ac:chgData name="Job Coenen" userId="39d21178-e980-40d1-ac56-45bbb0bcf1af" providerId="ADAL" clId="{4199BA48-3AA7-4696-BE26-DBFC1F910C43}" dt="2023-12-21T12:24:35.283" v="4943" actId="403"/>
          <ac:spMkLst>
            <pc:docMk/>
            <pc:sldMk cId="1137958992" sldId="3170"/>
            <ac:spMk id="2" creationId="{F155CAEB-28C4-771F-A875-8BC5FB558AD1}"/>
          </ac:spMkLst>
        </pc:spChg>
        <pc:spChg chg="mod">
          <ac:chgData name="Job Coenen" userId="39d21178-e980-40d1-ac56-45bbb0bcf1af" providerId="ADAL" clId="{4199BA48-3AA7-4696-BE26-DBFC1F910C43}" dt="2023-12-21T12:24:41.694" v="4946" actId="1076"/>
          <ac:spMkLst>
            <pc:docMk/>
            <pc:sldMk cId="1137958992" sldId="3170"/>
            <ac:spMk id="3" creationId="{8EB8F708-3222-CAD8-3D9B-3B08D36B88AC}"/>
          </ac:spMkLst>
        </pc:spChg>
        <pc:spChg chg="add mod">
          <ac:chgData name="Job Coenen" userId="39d21178-e980-40d1-ac56-45bbb0bcf1af" providerId="ADAL" clId="{4199BA48-3AA7-4696-BE26-DBFC1F910C43}" dt="2023-12-21T12:24:30.898" v="4941" actId="20577"/>
          <ac:spMkLst>
            <pc:docMk/>
            <pc:sldMk cId="1137958992" sldId="3170"/>
            <ac:spMk id="4" creationId="{34ADA918-AF8D-0B47-FA42-BFD74CC767E9}"/>
          </ac:spMkLst>
        </pc:spChg>
      </pc:sldChg>
      <pc:sldMasterChg chg="delSldLayout">
        <pc:chgData name="Job Coenen" userId="39d21178-e980-40d1-ac56-45bbb0bcf1af" providerId="ADAL" clId="{4199BA48-3AA7-4696-BE26-DBFC1F910C43}" dt="2023-12-21T08:45:52.274" v="2669" actId="47"/>
        <pc:sldMasterMkLst>
          <pc:docMk/>
          <pc:sldMasterMk cId="250088729" sldId="2147483691"/>
        </pc:sldMasterMkLst>
        <pc:sldLayoutChg chg="del">
          <pc:chgData name="Job Coenen" userId="39d21178-e980-40d1-ac56-45bbb0bcf1af" providerId="ADAL" clId="{4199BA48-3AA7-4696-BE26-DBFC1F910C43}" dt="2023-12-05T12:43:13.288" v="1096" actId="47"/>
          <pc:sldLayoutMkLst>
            <pc:docMk/>
            <pc:sldMasterMk cId="250088729" sldId="2147483691"/>
            <pc:sldLayoutMk cId="2558771762" sldId="2147483784"/>
          </pc:sldLayoutMkLst>
        </pc:sldLayoutChg>
        <pc:sldLayoutChg chg="del">
          <pc:chgData name="Job Coenen" userId="39d21178-e980-40d1-ac56-45bbb0bcf1af" providerId="ADAL" clId="{4199BA48-3AA7-4696-BE26-DBFC1F910C43}" dt="2023-12-05T12:43:14.011" v="1097" actId="47"/>
          <pc:sldLayoutMkLst>
            <pc:docMk/>
            <pc:sldMasterMk cId="250088729" sldId="2147483691"/>
            <pc:sldLayoutMk cId="792483218" sldId="2147483785"/>
          </pc:sldLayoutMkLst>
        </pc:sldLayoutChg>
        <pc:sldLayoutChg chg="del">
          <pc:chgData name="Job Coenen" userId="39d21178-e980-40d1-ac56-45bbb0bcf1af" providerId="ADAL" clId="{4199BA48-3AA7-4696-BE26-DBFC1F910C43}" dt="2023-12-05T12:43:14.638" v="1098" actId="47"/>
          <pc:sldLayoutMkLst>
            <pc:docMk/>
            <pc:sldMasterMk cId="250088729" sldId="2147483691"/>
            <pc:sldLayoutMk cId="4147749454" sldId="2147483786"/>
          </pc:sldLayoutMkLst>
        </pc:sldLayoutChg>
        <pc:sldLayoutChg chg="del">
          <pc:chgData name="Job Coenen" userId="39d21178-e980-40d1-ac56-45bbb0bcf1af" providerId="ADAL" clId="{4199BA48-3AA7-4696-BE26-DBFC1F910C43}" dt="2023-12-05T12:43:15.331" v="1099" actId="47"/>
          <pc:sldLayoutMkLst>
            <pc:docMk/>
            <pc:sldMasterMk cId="250088729" sldId="2147483691"/>
            <pc:sldLayoutMk cId="2473552846" sldId="2147483787"/>
          </pc:sldLayoutMkLst>
        </pc:sldLayoutChg>
        <pc:sldLayoutChg chg="del">
          <pc:chgData name="Job Coenen" userId="39d21178-e980-40d1-ac56-45bbb0bcf1af" providerId="ADAL" clId="{4199BA48-3AA7-4696-BE26-DBFC1F910C43}" dt="2023-12-05T12:43:16.132" v="1100" actId="47"/>
          <pc:sldLayoutMkLst>
            <pc:docMk/>
            <pc:sldMasterMk cId="250088729" sldId="2147483691"/>
            <pc:sldLayoutMk cId="4118262665" sldId="2147483788"/>
          </pc:sldLayoutMkLst>
        </pc:sldLayoutChg>
        <pc:sldLayoutChg chg="del">
          <pc:chgData name="Job Coenen" userId="39d21178-e980-40d1-ac56-45bbb0bcf1af" providerId="ADAL" clId="{4199BA48-3AA7-4696-BE26-DBFC1F910C43}" dt="2023-12-21T08:45:13.170" v="2665" actId="47"/>
          <pc:sldLayoutMkLst>
            <pc:docMk/>
            <pc:sldMasterMk cId="250088729" sldId="2147483691"/>
            <pc:sldLayoutMk cId="724117973" sldId="2147483795"/>
          </pc:sldLayoutMkLst>
        </pc:sldLayoutChg>
        <pc:sldLayoutChg chg="del">
          <pc:chgData name="Job Coenen" userId="39d21178-e980-40d1-ac56-45bbb0bcf1af" providerId="ADAL" clId="{4199BA48-3AA7-4696-BE26-DBFC1F910C43}" dt="2023-12-21T08:45:52.274" v="2669" actId="47"/>
          <pc:sldLayoutMkLst>
            <pc:docMk/>
            <pc:sldMasterMk cId="250088729" sldId="2147483691"/>
            <pc:sldLayoutMk cId="3900211012" sldId="2147483798"/>
          </pc:sldLayoutMkLst>
        </pc:sldLayoutChg>
        <pc:sldLayoutChg chg="del">
          <pc:chgData name="Job Coenen" userId="39d21178-e980-40d1-ac56-45bbb0bcf1af" providerId="ADAL" clId="{4199BA48-3AA7-4696-BE26-DBFC1F910C43}" dt="2023-12-21T08:45:38.227" v="2667" actId="47"/>
          <pc:sldLayoutMkLst>
            <pc:docMk/>
            <pc:sldMasterMk cId="250088729" sldId="2147483691"/>
            <pc:sldLayoutMk cId="2058555011" sldId="2147483800"/>
          </pc:sldLayoutMkLst>
        </pc:sldLayoutChg>
        <pc:sldLayoutChg chg="del">
          <pc:chgData name="Job Coenen" userId="39d21178-e980-40d1-ac56-45bbb0bcf1af" providerId="ADAL" clId="{4199BA48-3AA7-4696-BE26-DBFC1F910C43}" dt="2023-12-21T08:45:36.166" v="2666" actId="47"/>
          <pc:sldLayoutMkLst>
            <pc:docMk/>
            <pc:sldMasterMk cId="250088729" sldId="2147483691"/>
            <pc:sldLayoutMk cId="970689410" sldId="2147483801"/>
          </pc:sldLayoutMkLst>
        </pc:sldLayoutChg>
        <pc:sldLayoutChg chg="del">
          <pc:chgData name="Job Coenen" userId="39d21178-e980-40d1-ac56-45bbb0bcf1af" providerId="ADAL" clId="{4199BA48-3AA7-4696-BE26-DBFC1F910C43}" dt="2023-12-05T12:43:47.276" v="1102" actId="47"/>
          <pc:sldLayoutMkLst>
            <pc:docMk/>
            <pc:sldMasterMk cId="250088729" sldId="2147483691"/>
            <pc:sldLayoutMk cId="389529185" sldId="2147483802"/>
          </pc:sldLayoutMkLst>
        </pc:sldLayoutChg>
      </pc:sldMasterChg>
    </pc:docChg>
  </pc:docChgLst>
  <pc:docChgLst>
    <pc:chgData name="Job Coenen" userId="39d21178-e980-40d1-ac56-45bbb0bcf1af" providerId="ADAL" clId="{F69DF7E2-25D0-48C9-85D7-7DF58266EA5B}"/>
    <pc:docChg chg="undo custSel addSld delSld modSld sldOrd">
      <pc:chgData name="Job Coenen" userId="39d21178-e980-40d1-ac56-45bbb0bcf1af" providerId="ADAL" clId="{F69DF7E2-25D0-48C9-85D7-7DF58266EA5B}" dt="2023-11-06T14:35:20.903" v="462" actId="47"/>
      <pc:docMkLst>
        <pc:docMk/>
      </pc:docMkLst>
      <pc:sldChg chg="add del">
        <pc:chgData name="Job Coenen" userId="39d21178-e980-40d1-ac56-45bbb0bcf1af" providerId="ADAL" clId="{F69DF7E2-25D0-48C9-85D7-7DF58266EA5B}" dt="2023-11-06T14:15:24.128" v="29" actId="47"/>
        <pc:sldMkLst>
          <pc:docMk/>
          <pc:sldMk cId="843045516" sldId="337"/>
        </pc:sldMkLst>
      </pc:sldChg>
      <pc:sldChg chg="addSp delSp modSp add del mod">
        <pc:chgData name="Job Coenen" userId="39d21178-e980-40d1-ac56-45bbb0bcf1af" providerId="ADAL" clId="{F69DF7E2-25D0-48C9-85D7-7DF58266EA5B}" dt="2023-11-06T14:23:16.764" v="123" actId="47"/>
        <pc:sldMkLst>
          <pc:docMk/>
          <pc:sldMk cId="3043506485" sldId="338"/>
        </pc:sldMkLst>
        <pc:spChg chg="mod">
          <ac:chgData name="Job Coenen" userId="39d21178-e980-40d1-ac56-45bbb0bcf1af" providerId="ADAL" clId="{F69DF7E2-25D0-48C9-85D7-7DF58266EA5B}" dt="2023-11-06T14:17:11.871" v="71" actId="1076"/>
          <ac:spMkLst>
            <pc:docMk/>
            <pc:sldMk cId="3043506485" sldId="338"/>
            <ac:spMk id="2" creationId="{00000000-0000-0000-0000-000000000000}"/>
          </ac:spMkLst>
        </pc:spChg>
        <pc:spChg chg="mod">
          <ac:chgData name="Job Coenen" userId="39d21178-e980-40d1-ac56-45bbb0bcf1af" providerId="ADAL" clId="{F69DF7E2-25D0-48C9-85D7-7DF58266EA5B}" dt="2023-11-06T14:21:45.396" v="97" actId="1076"/>
          <ac:spMkLst>
            <pc:docMk/>
            <pc:sldMk cId="3043506485" sldId="338"/>
            <ac:spMk id="3" creationId="{00000000-0000-0000-0000-000000000000}"/>
          </ac:spMkLst>
        </pc:spChg>
        <pc:spChg chg="add del">
          <ac:chgData name="Job Coenen" userId="39d21178-e980-40d1-ac56-45bbb0bcf1af" providerId="ADAL" clId="{F69DF7E2-25D0-48C9-85D7-7DF58266EA5B}" dt="2023-11-06T14:21:46.766" v="98" actId="478"/>
          <ac:spMkLst>
            <pc:docMk/>
            <pc:sldMk cId="3043506485" sldId="338"/>
            <ac:spMk id="5" creationId="{7D91B2A5-DE32-8C02-56F1-FA8610653CDE}"/>
          </ac:spMkLst>
        </pc:spChg>
      </pc:sldChg>
      <pc:sldChg chg="addSp delSp modSp add mod setBg setClrOvrMap">
        <pc:chgData name="Job Coenen" userId="39d21178-e980-40d1-ac56-45bbb0bcf1af" providerId="ADAL" clId="{F69DF7E2-25D0-48C9-85D7-7DF58266EA5B}" dt="2023-11-06T14:30:17.911" v="356"/>
        <pc:sldMkLst>
          <pc:docMk/>
          <pc:sldMk cId="3553871757" sldId="339"/>
        </pc:sldMkLst>
        <pc:spChg chg="mod ord">
          <ac:chgData name="Job Coenen" userId="39d21178-e980-40d1-ac56-45bbb0bcf1af" providerId="ADAL" clId="{F69DF7E2-25D0-48C9-85D7-7DF58266EA5B}" dt="2023-11-06T14:30:13.053" v="351" actId="26606"/>
          <ac:spMkLst>
            <pc:docMk/>
            <pc:sldMk cId="3553871757" sldId="339"/>
            <ac:spMk id="3" creationId="{B7EF14ED-3F36-AEEA-0A97-327358077A41}"/>
          </ac:spMkLst>
        </pc:spChg>
        <pc:spChg chg="del">
          <ac:chgData name="Job Coenen" userId="39d21178-e980-40d1-ac56-45bbb0bcf1af" providerId="ADAL" clId="{F69DF7E2-25D0-48C9-85D7-7DF58266EA5B}" dt="2023-11-06T14:25:04.539" v="215" actId="478"/>
          <ac:spMkLst>
            <pc:docMk/>
            <pc:sldMk cId="3553871757" sldId="339"/>
            <ac:spMk id="5" creationId="{BCCF90A4-4190-EF7E-C5EB-ADE916075D83}"/>
          </ac:spMkLst>
        </pc:spChg>
        <pc:spChg chg="add del">
          <ac:chgData name="Job Coenen" userId="39d21178-e980-40d1-ac56-45bbb0bcf1af" providerId="ADAL" clId="{F69DF7E2-25D0-48C9-85D7-7DF58266EA5B}" dt="2023-11-06T14:26:51.678" v="222" actId="26606"/>
          <ac:spMkLst>
            <pc:docMk/>
            <pc:sldMk cId="3553871757" sldId="339"/>
            <ac:spMk id="2055" creationId="{BB8C1D0E-0B06-46C9-A8BD-A8E13FF9936B}"/>
          </ac:spMkLst>
        </pc:spChg>
        <pc:spChg chg="add del">
          <ac:chgData name="Job Coenen" userId="39d21178-e980-40d1-ac56-45bbb0bcf1af" providerId="ADAL" clId="{F69DF7E2-25D0-48C9-85D7-7DF58266EA5B}" dt="2023-11-06T14:26:51.678" v="222" actId="26606"/>
          <ac:spMkLst>
            <pc:docMk/>
            <pc:sldMk cId="3553871757" sldId="339"/>
            <ac:spMk id="2057" creationId="{7D1ADC4A-8537-4084-99C7-F8D378A640A9}"/>
          </ac:spMkLst>
        </pc:spChg>
        <pc:spChg chg="add del">
          <ac:chgData name="Job Coenen" userId="39d21178-e980-40d1-ac56-45bbb0bcf1af" providerId="ADAL" clId="{F69DF7E2-25D0-48C9-85D7-7DF58266EA5B}" dt="2023-11-06T14:26:51.678" v="222" actId="26606"/>
          <ac:spMkLst>
            <pc:docMk/>
            <pc:sldMk cId="3553871757" sldId="339"/>
            <ac:spMk id="2059" creationId="{D9453AC2-8882-459A-8985-3E24DD42AE0D}"/>
          </ac:spMkLst>
        </pc:spChg>
        <pc:spChg chg="add del">
          <ac:chgData name="Job Coenen" userId="39d21178-e980-40d1-ac56-45bbb0bcf1af" providerId="ADAL" clId="{F69DF7E2-25D0-48C9-85D7-7DF58266EA5B}" dt="2023-11-06T14:26:51.678" v="222" actId="26606"/>
          <ac:spMkLst>
            <pc:docMk/>
            <pc:sldMk cId="3553871757" sldId="339"/>
            <ac:spMk id="2061" creationId="{D4A11FEA-6E98-401C-B708-DA2C95081E8F}"/>
          </ac:spMkLst>
        </pc:spChg>
        <pc:spChg chg="add del">
          <ac:chgData name="Job Coenen" userId="39d21178-e980-40d1-ac56-45bbb0bcf1af" providerId="ADAL" clId="{F69DF7E2-25D0-48C9-85D7-7DF58266EA5B}" dt="2023-11-06T14:30:13.053" v="351" actId="26606"/>
          <ac:spMkLst>
            <pc:docMk/>
            <pc:sldMk cId="3553871757" sldId="339"/>
            <ac:spMk id="2066" creationId="{BB8C1D0E-0B06-46C9-A8BD-A8E13FF9936B}"/>
          </ac:spMkLst>
        </pc:spChg>
        <pc:spChg chg="add del">
          <ac:chgData name="Job Coenen" userId="39d21178-e980-40d1-ac56-45bbb0bcf1af" providerId="ADAL" clId="{F69DF7E2-25D0-48C9-85D7-7DF58266EA5B}" dt="2023-11-06T14:30:13.053" v="351" actId="26606"/>
          <ac:spMkLst>
            <pc:docMk/>
            <pc:sldMk cId="3553871757" sldId="339"/>
            <ac:spMk id="2068" creationId="{7D1ADC4A-8537-4084-99C7-F8D378A640A9}"/>
          </ac:spMkLst>
        </pc:spChg>
        <pc:spChg chg="add del">
          <ac:chgData name="Job Coenen" userId="39d21178-e980-40d1-ac56-45bbb0bcf1af" providerId="ADAL" clId="{F69DF7E2-25D0-48C9-85D7-7DF58266EA5B}" dt="2023-11-06T14:30:13.053" v="351" actId="26606"/>
          <ac:spMkLst>
            <pc:docMk/>
            <pc:sldMk cId="3553871757" sldId="339"/>
            <ac:spMk id="2070" creationId="{415DEDD7-7B31-4EF1-B7C7-5AEE3208CC1D}"/>
          </ac:spMkLst>
        </pc:spChg>
        <pc:spChg chg="add del">
          <ac:chgData name="Job Coenen" userId="39d21178-e980-40d1-ac56-45bbb0bcf1af" providerId="ADAL" clId="{F69DF7E2-25D0-48C9-85D7-7DF58266EA5B}" dt="2023-11-06T14:30:13.053" v="351" actId="26606"/>
          <ac:spMkLst>
            <pc:docMk/>
            <pc:sldMk cId="3553871757" sldId="339"/>
            <ac:spMk id="2072" creationId="{3242CC7A-3D6E-47A4-B9D1-860978459846}"/>
          </ac:spMkLst>
        </pc:spChg>
        <pc:spChg chg="add del">
          <ac:chgData name="Job Coenen" userId="39d21178-e980-40d1-ac56-45bbb0bcf1af" providerId="ADAL" clId="{F69DF7E2-25D0-48C9-85D7-7DF58266EA5B}" dt="2023-11-06T14:30:13.053" v="351" actId="26606"/>
          <ac:spMkLst>
            <pc:docMk/>
            <pc:sldMk cId="3553871757" sldId="339"/>
            <ac:spMk id="2077" creationId="{BB8C1D0E-0B06-46C9-A8BD-A8E13FF9936B}"/>
          </ac:spMkLst>
        </pc:spChg>
        <pc:spChg chg="add del">
          <ac:chgData name="Job Coenen" userId="39d21178-e980-40d1-ac56-45bbb0bcf1af" providerId="ADAL" clId="{F69DF7E2-25D0-48C9-85D7-7DF58266EA5B}" dt="2023-11-06T14:30:13.053" v="351" actId="26606"/>
          <ac:spMkLst>
            <pc:docMk/>
            <pc:sldMk cId="3553871757" sldId="339"/>
            <ac:spMk id="2079" creationId="{7D1ADC4A-8537-4084-99C7-F8D378A640A9}"/>
          </ac:spMkLst>
        </pc:spChg>
        <pc:spChg chg="add del">
          <ac:chgData name="Job Coenen" userId="39d21178-e980-40d1-ac56-45bbb0bcf1af" providerId="ADAL" clId="{F69DF7E2-25D0-48C9-85D7-7DF58266EA5B}" dt="2023-11-06T14:30:13.053" v="351" actId="26606"/>
          <ac:spMkLst>
            <pc:docMk/>
            <pc:sldMk cId="3553871757" sldId="339"/>
            <ac:spMk id="2081" creationId="{415DEDD7-7B31-4EF1-B7C7-5AEE3208CC1D}"/>
          </ac:spMkLst>
        </pc:spChg>
        <pc:spChg chg="add del">
          <ac:chgData name="Job Coenen" userId="39d21178-e980-40d1-ac56-45bbb0bcf1af" providerId="ADAL" clId="{F69DF7E2-25D0-48C9-85D7-7DF58266EA5B}" dt="2023-11-06T14:30:13.053" v="351" actId="26606"/>
          <ac:spMkLst>
            <pc:docMk/>
            <pc:sldMk cId="3553871757" sldId="339"/>
            <ac:spMk id="2083" creationId="{3242CC7A-3D6E-47A4-B9D1-860978459846}"/>
          </ac:spMkLst>
        </pc:spChg>
        <pc:picChg chg="add del mod ord">
          <ac:chgData name="Job Coenen" userId="39d21178-e980-40d1-ac56-45bbb0bcf1af" providerId="ADAL" clId="{F69DF7E2-25D0-48C9-85D7-7DF58266EA5B}" dt="2023-11-06T14:30:17.464" v="355" actId="478"/>
          <ac:picMkLst>
            <pc:docMk/>
            <pc:sldMk cId="3553871757" sldId="339"/>
            <ac:picMk id="2050" creationId="{1CB5E167-8CD0-DEDA-C0F8-3EF34ABFB96F}"/>
          </ac:picMkLst>
        </pc:picChg>
        <pc:picChg chg="add del">
          <ac:chgData name="Job Coenen" userId="39d21178-e980-40d1-ac56-45bbb0bcf1af" providerId="ADAL" clId="{F69DF7E2-25D0-48C9-85D7-7DF58266EA5B}" dt="2023-11-06T14:30:17.911" v="356"/>
          <ac:picMkLst>
            <pc:docMk/>
            <pc:sldMk cId="3553871757" sldId="339"/>
            <ac:picMk id="2052" creationId="{242A8FA8-96C0-19F1-F6EF-6AD1627CC606}"/>
          </ac:picMkLst>
        </pc:picChg>
        <pc:picChg chg="add del mod">
          <ac:chgData name="Job Coenen" userId="39d21178-e980-40d1-ac56-45bbb0bcf1af" providerId="ADAL" clId="{F69DF7E2-25D0-48C9-85D7-7DF58266EA5B}" dt="2023-11-06T14:30:13.369" v="352"/>
          <ac:picMkLst>
            <pc:docMk/>
            <pc:sldMk cId="3553871757" sldId="339"/>
            <ac:picMk id="2054" creationId="{1CCBE032-8E76-E1A3-2E09-CE263206862C}"/>
          </ac:picMkLst>
        </pc:picChg>
      </pc:sldChg>
      <pc:sldChg chg="modSp add mod">
        <pc:chgData name="Job Coenen" userId="39d21178-e980-40d1-ac56-45bbb0bcf1af" providerId="ADAL" clId="{F69DF7E2-25D0-48C9-85D7-7DF58266EA5B}" dt="2023-11-06T14:29:14.160" v="317" actId="1076"/>
        <pc:sldMkLst>
          <pc:docMk/>
          <pc:sldMk cId="2689899978" sldId="340"/>
        </pc:sldMkLst>
        <pc:spChg chg="mod">
          <ac:chgData name="Job Coenen" userId="39d21178-e980-40d1-ac56-45bbb0bcf1af" providerId="ADAL" clId="{F69DF7E2-25D0-48C9-85D7-7DF58266EA5B}" dt="2023-11-06T14:29:14.160" v="317" actId="1076"/>
          <ac:spMkLst>
            <pc:docMk/>
            <pc:sldMk cId="2689899978" sldId="340"/>
            <ac:spMk id="3" creationId="{C1368E1A-1B87-66EB-8805-4BE77ADC8E50}"/>
          </ac:spMkLst>
        </pc:spChg>
      </pc:sldChg>
      <pc:sldChg chg="modSp add mod">
        <pc:chgData name="Job Coenen" userId="39d21178-e980-40d1-ac56-45bbb0bcf1af" providerId="ADAL" clId="{F69DF7E2-25D0-48C9-85D7-7DF58266EA5B}" dt="2023-11-06T14:30:41.295" v="361" actId="1076"/>
        <pc:sldMkLst>
          <pc:docMk/>
          <pc:sldMk cId="4131710640" sldId="341"/>
        </pc:sldMkLst>
        <pc:spChg chg="mod">
          <ac:chgData name="Job Coenen" userId="39d21178-e980-40d1-ac56-45bbb0bcf1af" providerId="ADAL" clId="{F69DF7E2-25D0-48C9-85D7-7DF58266EA5B}" dt="2023-11-06T14:30:37.429" v="360" actId="1076"/>
          <ac:spMkLst>
            <pc:docMk/>
            <pc:sldMk cId="4131710640" sldId="341"/>
            <ac:spMk id="2" creationId="{D5D3CE8E-4630-37C5-D728-795274F1A1D6}"/>
          </ac:spMkLst>
        </pc:spChg>
        <pc:spChg chg="mod">
          <ac:chgData name="Job Coenen" userId="39d21178-e980-40d1-ac56-45bbb0bcf1af" providerId="ADAL" clId="{F69DF7E2-25D0-48C9-85D7-7DF58266EA5B}" dt="2023-11-06T14:30:41.295" v="361" actId="1076"/>
          <ac:spMkLst>
            <pc:docMk/>
            <pc:sldMk cId="4131710640" sldId="341"/>
            <ac:spMk id="3" creationId="{419CF9BD-01AB-5981-142F-CD962C4C5114}"/>
          </ac:spMkLst>
        </pc:spChg>
      </pc:sldChg>
      <pc:sldChg chg="modSp add mod">
        <pc:chgData name="Job Coenen" userId="39d21178-e980-40d1-ac56-45bbb0bcf1af" providerId="ADAL" clId="{F69DF7E2-25D0-48C9-85D7-7DF58266EA5B}" dt="2023-11-06T14:34:49.410" v="457" actId="1076"/>
        <pc:sldMkLst>
          <pc:docMk/>
          <pc:sldMk cId="1229749622" sldId="343"/>
        </pc:sldMkLst>
        <pc:spChg chg="mod">
          <ac:chgData name="Job Coenen" userId="39d21178-e980-40d1-ac56-45bbb0bcf1af" providerId="ADAL" clId="{F69DF7E2-25D0-48C9-85D7-7DF58266EA5B}" dt="2023-11-06T14:34:49.410" v="457" actId="1076"/>
          <ac:spMkLst>
            <pc:docMk/>
            <pc:sldMk cId="1229749622" sldId="343"/>
            <ac:spMk id="2" creationId="{21833B82-80DE-5412-242C-887CBCB011DD}"/>
          </ac:spMkLst>
        </pc:spChg>
        <pc:spChg chg="mod">
          <ac:chgData name="Job Coenen" userId="39d21178-e980-40d1-ac56-45bbb0bcf1af" providerId="ADAL" clId="{F69DF7E2-25D0-48C9-85D7-7DF58266EA5B}" dt="2023-11-06T14:34:46.634" v="456" actId="1076"/>
          <ac:spMkLst>
            <pc:docMk/>
            <pc:sldMk cId="1229749622" sldId="343"/>
            <ac:spMk id="4" creationId="{2DBD894F-44B4-16F0-1AC0-AD601A44FE19}"/>
          </ac:spMkLst>
        </pc:spChg>
      </pc:sldChg>
      <pc:sldChg chg="modSp add mod">
        <pc:chgData name="Job Coenen" userId="39d21178-e980-40d1-ac56-45bbb0bcf1af" providerId="ADAL" clId="{F69DF7E2-25D0-48C9-85D7-7DF58266EA5B}" dt="2023-11-06T14:28:02.744" v="302" actId="403"/>
        <pc:sldMkLst>
          <pc:docMk/>
          <pc:sldMk cId="1660952573" sldId="349"/>
        </pc:sldMkLst>
        <pc:spChg chg="mod">
          <ac:chgData name="Job Coenen" userId="39d21178-e980-40d1-ac56-45bbb0bcf1af" providerId="ADAL" clId="{F69DF7E2-25D0-48C9-85D7-7DF58266EA5B}" dt="2023-11-06T14:28:02.744" v="302" actId="403"/>
          <ac:spMkLst>
            <pc:docMk/>
            <pc:sldMk cId="1660952573" sldId="349"/>
            <ac:spMk id="3" creationId="{B7EF14ED-3F36-AEEA-0A97-327358077A41}"/>
          </ac:spMkLst>
        </pc:spChg>
        <pc:spChg chg="mod">
          <ac:chgData name="Job Coenen" userId="39d21178-e980-40d1-ac56-45bbb0bcf1af" providerId="ADAL" clId="{F69DF7E2-25D0-48C9-85D7-7DF58266EA5B}" dt="2023-11-06T14:27:52.711" v="296" actId="27636"/>
          <ac:spMkLst>
            <pc:docMk/>
            <pc:sldMk cId="1660952573" sldId="349"/>
            <ac:spMk id="5" creationId="{1078192E-B1EC-B638-4DEB-3BE7CC91F9A0}"/>
          </ac:spMkLst>
        </pc:spChg>
      </pc:sldChg>
      <pc:sldChg chg="del">
        <pc:chgData name="Job Coenen" userId="39d21178-e980-40d1-ac56-45bbb0bcf1af" providerId="ADAL" clId="{F69DF7E2-25D0-48C9-85D7-7DF58266EA5B}" dt="2023-11-06T14:35:20.903" v="462" actId="47"/>
        <pc:sldMkLst>
          <pc:docMk/>
          <pc:sldMk cId="1134278901" sldId="350"/>
        </pc:sldMkLst>
      </pc:sldChg>
      <pc:sldChg chg="del">
        <pc:chgData name="Job Coenen" userId="39d21178-e980-40d1-ac56-45bbb0bcf1af" providerId="ADAL" clId="{F69DF7E2-25D0-48C9-85D7-7DF58266EA5B}" dt="2023-11-06T14:35:20.903" v="462" actId="47"/>
        <pc:sldMkLst>
          <pc:docMk/>
          <pc:sldMk cId="3773486206" sldId="351"/>
        </pc:sldMkLst>
      </pc:sldChg>
      <pc:sldChg chg="add del">
        <pc:chgData name="Job Coenen" userId="39d21178-e980-40d1-ac56-45bbb0bcf1af" providerId="ADAL" clId="{F69DF7E2-25D0-48C9-85D7-7DF58266EA5B}" dt="2023-11-06T14:23:27.172" v="128" actId="47"/>
        <pc:sldMkLst>
          <pc:docMk/>
          <pc:sldMk cId="2807718531" sldId="352"/>
        </pc:sldMkLst>
      </pc:sldChg>
      <pc:sldChg chg="add del">
        <pc:chgData name="Job Coenen" userId="39d21178-e980-40d1-ac56-45bbb0bcf1af" providerId="ADAL" clId="{F69DF7E2-25D0-48C9-85D7-7DF58266EA5B}" dt="2023-11-06T14:30:23.594" v="357" actId="47"/>
        <pc:sldMkLst>
          <pc:docMk/>
          <pc:sldMk cId="2571838964" sldId="353"/>
        </pc:sldMkLst>
      </pc:sldChg>
      <pc:sldChg chg="modSp add del mod">
        <pc:chgData name="Job Coenen" userId="39d21178-e980-40d1-ac56-45bbb0bcf1af" providerId="ADAL" clId="{F69DF7E2-25D0-48C9-85D7-7DF58266EA5B}" dt="2023-11-06T14:23:21.952" v="124" actId="47"/>
        <pc:sldMkLst>
          <pc:docMk/>
          <pc:sldMk cId="2809030300" sldId="354"/>
        </pc:sldMkLst>
        <pc:spChg chg="mod">
          <ac:chgData name="Job Coenen" userId="39d21178-e980-40d1-ac56-45bbb0bcf1af" providerId="ADAL" clId="{F69DF7E2-25D0-48C9-85D7-7DF58266EA5B}" dt="2023-11-06T14:15:45.740" v="39" actId="1076"/>
          <ac:spMkLst>
            <pc:docMk/>
            <pc:sldMk cId="2809030300" sldId="354"/>
            <ac:spMk id="2" creationId="{4C8D81C3-AA92-6213-9768-1B68E8CC0CD8}"/>
          </ac:spMkLst>
        </pc:spChg>
        <pc:spChg chg="mod">
          <ac:chgData name="Job Coenen" userId="39d21178-e980-40d1-ac56-45bbb0bcf1af" providerId="ADAL" clId="{F69DF7E2-25D0-48C9-85D7-7DF58266EA5B}" dt="2023-11-06T14:15:42.258" v="38" actId="14100"/>
          <ac:spMkLst>
            <pc:docMk/>
            <pc:sldMk cId="2809030300" sldId="354"/>
            <ac:spMk id="3" creationId="{00000000-0000-0000-0000-000000000000}"/>
          </ac:spMkLst>
        </pc:spChg>
      </pc:sldChg>
      <pc:sldChg chg="delSp modSp add mod">
        <pc:chgData name="Job Coenen" userId="39d21178-e980-40d1-ac56-45bbb0bcf1af" providerId="ADAL" clId="{F69DF7E2-25D0-48C9-85D7-7DF58266EA5B}" dt="2023-11-06T14:33:50.944" v="403" actId="207"/>
        <pc:sldMkLst>
          <pc:docMk/>
          <pc:sldMk cId="1564544896" sldId="355"/>
        </pc:sldMkLst>
        <pc:spChg chg="mod">
          <ac:chgData name="Job Coenen" userId="39d21178-e980-40d1-ac56-45bbb0bcf1af" providerId="ADAL" clId="{F69DF7E2-25D0-48C9-85D7-7DF58266EA5B}" dt="2023-11-06T14:33:50.944" v="403" actId="207"/>
          <ac:spMkLst>
            <pc:docMk/>
            <pc:sldMk cId="1564544896" sldId="355"/>
            <ac:spMk id="2" creationId="{D5D3CE8E-4630-37C5-D728-795274F1A1D6}"/>
          </ac:spMkLst>
        </pc:spChg>
        <pc:spChg chg="del mod">
          <ac:chgData name="Job Coenen" userId="39d21178-e980-40d1-ac56-45bbb0bcf1af" providerId="ADAL" clId="{F69DF7E2-25D0-48C9-85D7-7DF58266EA5B}" dt="2023-11-06T14:31:43.924" v="372" actId="478"/>
          <ac:spMkLst>
            <pc:docMk/>
            <pc:sldMk cId="1564544896" sldId="355"/>
            <ac:spMk id="6" creationId="{B77BFAEB-AFB9-45AB-690F-26C52AEF98A2}"/>
          </ac:spMkLst>
        </pc:spChg>
        <pc:spChg chg="del mod">
          <ac:chgData name="Job Coenen" userId="39d21178-e980-40d1-ac56-45bbb0bcf1af" providerId="ADAL" clId="{F69DF7E2-25D0-48C9-85D7-7DF58266EA5B}" dt="2023-11-06T14:31:43.924" v="372" actId="478"/>
          <ac:spMkLst>
            <pc:docMk/>
            <pc:sldMk cId="1564544896" sldId="355"/>
            <ac:spMk id="7" creationId="{70AECF60-6F58-8791-E2DB-3252B15C8476}"/>
          </ac:spMkLst>
        </pc:spChg>
        <pc:spChg chg="del mod">
          <ac:chgData name="Job Coenen" userId="39d21178-e980-40d1-ac56-45bbb0bcf1af" providerId="ADAL" clId="{F69DF7E2-25D0-48C9-85D7-7DF58266EA5B}" dt="2023-11-06T14:31:43.924" v="372" actId="478"/>
          <ac:spMkLst>
            <pc:docMk/>
            <pc:sldMk cId="1564544896" sldId="355"/>
            <ac:spMk id="8" creationId="{DD8D2124-7544-A41D-7C46-CB97E533E181}"/>
          </ac:spMkLst>
        </pc:spChg>
        <pc:spChg chg="del mod">
          <ac:chgData name="Job Coenen" userId="39d21178-e980-40d1-ac56-45bbb0bcf1af" providerId="ADAL" clId="{F69DF7E2-25D0-48C9-85D7-7DF58266EA5B}" dt="2023-11-06T14:31:43.924" v="372" actId="478"/>
          <ac:spMkLst>
            <pc:docMk/>
            <pc:sldMk cId="1564544896" sldId="355"/>
            <ac:spMk id="9" creationId="{75BC17A9-EACB-D692-AEA0-70355830C4D0}"/>
          </ac:spMkLst>
        </pc:spChg>
        <pc:spChg chg="del mod">
          <ac:chgData name="Job Coenen" userId="39d21178-e980-40d1-ac56-45bbb0bcf1af" providerId="ADAL" clId="{F69DF7E2-25D0-48C9-85D7-7DF58266EA5B}" dt="2023-11-06T14:31:43.924" v="372" actId="478"/>
          <ac:spMkLst>
            <pc:docMk/>
            <pc:sldMk cId="1564544896" sldId="355"/>
            <ac:spMk id="10" creationId="{AD94CF73-55F8-594D-E0A7-A092177D808E}"/>
          </ac:spMkLst>
        </pc:spChg>
        <pc:picChg chg="mod">
          <ac:chgData name="Job Coenen" userId="39d21178-e980-40d1-ac56-45bbb0bcf1af" providerId="ADAL" clId="{F69DF7E2-25D0-48C9-85D7-7DF58266EA5B}" dt="2023-11-06T14:32:10.201" v="378" actId="1076"/>
          <ac:picMkLst>
            <pc:docMk/>
            <pc:sldMk cId="1564544896" sldId="355"/>
            <ac:picMk id="2050" creationId="{8A0E9646-492A-3B25-1F2F-899FB0AB1124}"/>
          </ac:picMkLst>
        </pc:picChg>
      </pc:sldChg>
      <pc:sldChg chg="delSp modSp add mod">
        <pc:chgData name="Job Coenen" userId="39d21178-e980-40d1-ac56-45bbb0bcf1af" providerId="ADAL" clId="{F69DF7E2-25D0-48C9-85D7-7DF58266EA5B}" dt="2023-11-06T14:33:54.913" v="404" actId="207"/>
        <pc:sldMkLst>
          <pc:docMk/>
          <pc:sldMk cId="3893431211" sldId="356"/>
        </pc:sldMkLst>
        <pc:spChg chg="mod">
          <ac:chgData name="Job Coenen" userId="39d21178-e980-40d1-ac56-45bbb0bcf1af" providerId="ADAL" clId="{F69DF7E2-25D0-48C9-85D7-7DF58266EA5B}" dt="2023-11-06T14:33:54.913" v="404" actId="207"/>
          <ac:spMkLst>
            <pc:docMk/>
            <pc:sldMk cId="3893431211" sldId="356"/>
            <ac:spMk id="2" creationId="{D5D3CE8E-4630-37C5-D728-795274F1A1D6}"/>
          </ac:spMkLst>
        </pc:spChg>
        <pc:spChg chg="del">
          <ac:chgData name="Job Coenen" userId="39d21178-e980-40d1-ac56-45bbb0bcf1af" providerId="ADAL" clId="{F69DF7E2-25D0-48C9-85D7-7DF58266EA5B}" dt="2023-11-06T14:32:14.895" v="379" actId="478"/>
          <ac:spMkLst>
            <pc:docMk/>
            <pc:sldMk cId="3893431211" sldId="356"/>
            <ac:spMk id="6" creationId="{B77BFAEB-AFB9-45AB-690F-26C52AEF98A2}"/>
          </ac:spMkLst>
        </pc:spChg>
        <pc:spChg chg="del">
          <ac:chgData name="Job Coenen" userId="39d21178-e980-40d1-ac56-45bbb0bcf1af" providerId="ADAL" clId="{F69DF7E2-25D0-48C9-85D7-7DF58266EA5B}" dt="2023-11-06T14:32:14.895" v="379" actId="478"/>
          <ac:spMkLst>
            <pc:docMk/>
            <pc:sldMk cId="3893431211" sldId="356"/>
            <ac:spMk id="7" creationId="{70AECF60-6F58-8791-E2DB-3252B15C8476}"/>
          </ac:spMkLst>
        </pc:spChg>
        <pc:spChg chg="del">
          <ac:chgData name="Job Coenen" userId="39d21178-e980-40d1-ac56-45bbb0bcf1af" providerId="ADAL" clId="{F69DF7E2-25D0-48C9-85D7-7DF58266EA5B}" dt="2023-11-06T14:32:14.895" v="379" actId="478"/>
          <ac:spMkLst>
            <pc:docMk/>
            <pc:sldMk cId="3893431211" sldId="356"/>
            <ac:spMk id="8" creationId="{DD8D2124-7544-A41D-7C46-CB97E533E181}"/>
          </ac:spMkLst>
        </pc:spChg>
        <pc:spChg chg="del">
          <ac:chgData name="Job Coenen" userId="39d21178-e980-40d1-ac56-45bbb0bcf1af" providerId="ADAL" clId="{F69DF7E2-25D0-48C9-85D7-7DF58266EA5B}" dt="2023-11-06T14:32:14.895" v="379" actId="478"/>
          <ac:spMkLst>
            <pc:docMk/>
            <pc:sldMk cId="3893431211" sldId="356"/>
            <ac:spMk id="9" creationId="{75BC17A9-EACB-D692-AEA0-70355830C4D0}"/>
          </ac:spMkLst>
        </pc:spChg>
        <pc:spChg chg="del">
          <ac:chgData name="Job Coenen" userId="39d21178-e980-40d1-ac56-45bbb0bcf1af" providerId="ADAL" clId="{F69DF7E2-25D0-48C9-85D7-7DF58266EA5B}" dt="2023-11-06T14:32:14.895" v="379" actId="478"/>
          <ac:spMkLst>
            <pc:docMk/>
            <pc:sldMk cId="3893431211" sldId="356"/>
            <ac:spMk id="10" creationId="{AD94CF73-55F8-594D-E0A7-A092177D808E}"/>
          </ac:spMkLst>
        </pc:spChg>
        <pc:picChg chg="mod">
          <ac:chgData name="Job Coenen" userId="39d21178-e980-40d1-ac56-45bbb0bcf1af" providerId="ADAL" clId="{F69DF7E2-25D0-48C9-85D7-7DF58266EA5B}" dt="2023-11-06T14:32:31.020" v="384" actId="1076"/>
          <ac:picMkLst>
            <pc:docMk/>
            <pc:sldMk cId="3893431211" sldId="356"/>
            <ac:picMk id="3074" creationId="{889A7B97-3D55-8DEC-3E7F-FD4488A6CFE8}"/>
          </ac:picMkLst>
        </pc:picChg>
      </pc:sldChg>
      <pc:sldChg chg="delSp modSp add mod">
        <pc:chgData name="Job Coenen" userId="39d21178-e980-40d1-ac56-45bbb0bcf1af" providerId="ADAL" clId="{F69DF7E2-25D0-48C9-85D7-7DF58266EA5B}" dt="2023-11-06T14:33:58.476" v="405" actId="207"/>
        <pc:sldMkLst>
          <pc:docMk/>
          <pc:sldMk cId="3402128232" sldId="357"/>
        </pc:sldMkLst>
        <pc:spChg chg="mod">
          <ac:chgData name="Job Coenen" userId="39d21178-e980-40d1-ac56-45bbb0bcf1af" providerId="ADAL" clId="{F69DF7E2-25D0-48C9-85D7-7DF58266EA5B}" dt="2023-11-06T14:33:58.476" v="405" actId="207"/>
          <ac:spMkLst>
            <pc:docMk/>
            <pc:sldMk cId="3402128232" sldId="357"/>
            <ac:spMk id="2" creationId="{D5D3CE8E-4630-37C5-D728-795274F1A1D6}"/>
          </ac:spMkLst>
        </pc:spChg>
        <pc:spChg chg="del">
          <ac:chgData name="Job Coenen" userId="39d21178-e980-40d1-ac56-45bbb0bcf1af" providerId="ADAL" clId="{F69DF7E2-25D0-48C9-85D7-7DF58266EA5B}" dt="2023-11-06T14:32:36.134" v="385" actId="478"/>
          <ac:spMkLst>
            <pc:docMk/>
            <pc:sldMk cId="3402128232" sldId="357"/>
            <ac:spMk id="6" creationId="{B77BFAEB-AFB9-45AB-690F-26C52AEF98A2}"/>
          </ac:spMkLst>
        </pc:spChg>
        <pc:spChg chg="del">
          <ac:chgData name="Job Coenen" userId="39d21178-e980-40d1-ac56-45bbb0bcf1af" providerId="ADAL" clId="{F69DF7E2-25D0-48C9-85D7-7DF58266EA5B}" dt="2023-11-06T14:32:36.134" v="385" actId="478"/>
          <ac:spMkLst>
            <pc:docMk/>
            <pc:sldMk cId="3402128232" sldId="357"/>
            <ac:spMk id="7" creationId="{70AECF60-6F58-8791-E2DB-3252B15C8476}"/>
          </ac:spMkLst>
        </pc:spChg>
        <pc:spChg chg="del">
          <ac:chgData name="Job Coenen" userId="39d21178-e980-40d1-ac56-45bbb0bcf1af" providerId="ADAL" clId="{F69DF7E2-25D0-48C9-85D7-7DF58266EA5B}" dt="2023-11-06T14:32:36.134" v="385" actId="478"/>
          <ac:spMkLst>
            <pc:docMk/>
            <pc:sldMk cId="3402128232" sldId="357"/>
            <ac:spMk id="8" creationId="{DD8D2124-7544-A41D-7C46-CB97E533E181}"/>
          </ac:spMkLst>
        </pc:spChg>
        <pc:spChg chg="del">
          <ac:chgData name="Job Coenen" userId="39d21178-e980-40d1-ac56-45bbb0bcf1af" providerId="ADAL" clId="{F69DF7E2-25D0-48C9-85D7-7DF58266EA5B}" dt="2023-11-06T14:32:36.134" v="385" actId="478"/>
          <ac:spMkLst>
            <pc:docMk/>
            <pc:sldMk cId="3402128232" sldId="357"/>
            <ac:spMk id="9" creationId="{75BC17A9-EACB-D692-AEA0-70355830C4D0}"/>
          </ac:spMkLst>
        </pc:spChg>
        <pc:spChg chg="del">
          <ac:chgData name="Job Coenen" userId="39d21178-e980-40d1-ac56-45bbb0bcf1af" providerId="ADAL" clId="{F69DF7E2-25D0-48C9-85D7-7DF58266EA5B}" dt="2023-11-06T14:32:36.134" v="385" actId="478"/>
          <ac:spMkLst>
            <pc:docMk/>
            <pc:sldMk cId="3402128232" sldId="357"/>
            <ac:spMk id="10" creationId="{AD94CF73-55F8-594D-E0A7-A092177D808E}"/>
          </ac:spMkLst>
        </pc:spChg>
        <pc:picChg chg="mod">
          <ac:chgData name="Job Coenen" userId="39d21178-e980-40d1-ac56-45bbb0bcf1af" providerId="ADAL" clId="{F69DF7E2-25D0-48C9-85D7-7DF58266EA5B}" dt="2023-11-06T14:33:00.753" v="390" actId="1076"/>
          <ac:picMkLst>
            <pc:docMk/>
            <pc:sldMk cId="3402128232" sldId="357"/>
            <ac:picMk id="4098" creationId="{E255D070-9C59-771E-32ED-A3F390A2E4BA}"/>
          </ac:picMkLst>
        </pc:picChg>
      </pc:sldChg>
      <pc:sldChg chg="delSp modSp add mod">
        <pc:chgData name="Job Coenen" userId="39d21178-e980-40d1-ac56-45bbb0bcf1af" providerId="ADAL" clId="{F69DF7E2-25D0-48C9-85D7-7DF58266EA5B}" dt="2023-11-06T14:34:02.256" v="406" actId="207"/>
        <pc:sldMkLst>
          <pc:docMk/>
          <pc:sldMk cId="2169889187" sldId="358"/>
        </pc:sldMkLst>
        <pc:spChg chg="mod">
          <ac:chgData name="Job Coenen" userId="39d21178-e980-40d1-ac56-45bbb0bcf1af" providerId="ADAL" clId="{F69DF7E2-25D0-48C9-85D7-7DF58266EA5B}" dt="2023-11-06T14:34:02.256" v="406" actId="207"/>
          <ac:spMkLst>
            <pc:docMk/>
            <pc:sldMk cId="2169889187" sldId="358"/>
            <ac:spMk id="2" creationId="{D5D3CE8E-4630-37C5-D728-795274F1A1D6}"/>
          </ac:spMkLst>
        </pc:spChg>
        <pc:spChg chg="del">
          <ac:chgData name="Job Coenen" userId="39d21178-e980-40d1-ac56-45bbb0bcf1af" providerId="ADAL" clId="{F69DF7E2-25D0-48C9-85D7-7DF58266EA5B}" dt="2023-11-06T14:33:05.183" v="391" actId="478"/>
          <ac:spMkLst>
            <pc:docMk/>
            <pc:sldMk cId="2169889187" sldId="358"/>
            <ac:spMk id="6" creationId="{B77BFAEB-AFB9-45AB-690F-26C52AEF98A2}"/>
          </ac:spMkLst>
        </pc:spChg>
        <pc:spChg chg="del">
          <ac:chgData name="Job Coenen" userId="39d21178-e980-40d1-ac56-45bbb0bcf1af" providerId="ADAL" clId="{F69DF7E2-25D0-48C9-85D7-7DF58266EA5B}" dt="2023-11-06T14:33:05.183" v="391" actId="478"/>
          <ac:spMkLst>
            <pc:docMk/>
            <pc:sldMk cId="2169889187" sldId="358"/>
            <ac:spMk id="7" creationId="{70AECF60-6F58-8791-E2DB-3252B15C8476}"/>
          </ac:spMkLst>
        </pc:spChg>
        <pc:spChg chg="del">
          <ac:chgData name="Job Coenen" userId="39d21178-e980-40d1-ac56-45bbb0bcf1af" providerId="ADAL" clId="{F69DF7E2-25D0-48C9-85D7-7DF58266EA5B}" dt="2023-11-06T14:33:05.183" v="391" actId="478"/>
          <ac:spMkLst>
            <pc:docMk/>
            <pc:sldMk cId="2169889187" sldId="358"/>
            <ac:spMk id="8" creationId="{DD8D2124-7544-A41D-7C46-CB97E533E181}"/>
          </ac:spMkLst>
        </pc:spChg>
        <pc:spChg chg="del">
          <ac:chgData name="Job Coenen" userId="39d21178-e980-40d1-ac56-45bbb0bcf1af" providerId="ADAL" clId="{F69DF7E2-25D0-48C9-85D7-7DF58266EA5B}" dt="2023-11-06T14:33:05.183" v="391" actId="478"/>
          <ac:spMkLst>
            <pc:docMk/>
            <pc:sldMk cId="2169889187" sldId="358"/>
            <ac:spMk id="9" creationId="{75BC17A9-EACB-D692-AEA0-70355830C4D0}"/>
          </ac:spMkLst>
        </pc:spChg>
        <pc:spChg chg="del">
          <ac:chgData name="Job Coenen" userId="39d21178-e980-40d1-ac56-45bbb0bcf1af" providerId="ADAL" clId="{F69DF7E2-25D0-48C9-85D7-7DF58266EA5B}" dt="2023-11-06T14:33:05.183" v="391" actId="478"/>
          <ac:spMkLst>
            <pc:docMk/>
            <pc:sldMk cId="2169889187" sldId="358"/>
            <ac:spMk id="10" creationId="{AD94CF73-55F8-594D-E0A7-A092177D808E}"/>
          </ac:spMkLst>
        </pc:spChg>
        <pc:picChg chg="mod">
          <ac:chgData name="Job Coenen" userId="39d21178-e980-40d1-ac56-45bbb0bcf1af" providerId="ADAL" clId="{F69DF7E2-25D0-48C9-85D7-7DF58266EA5B}" dt="2023-11-06T14:33:24.689" v="396" actId="1076"/>
          <ac:picMkLst>
            <pc:docMk/>
            <pc:sldMk cId="2169889187" sldId="358"/>
            <ac:picMk id="5122" creationId="{820F5ACB-8A24-7657-6686-CAC6CF5E0C79}"/>
          </ac:picMkLst>
        </pc:picChg>
      </pc:sldChg>
      <pc:sldChg chg="delSp modSp add mod">
        <pc:chgData name="Job Coenen" userId="39d21178-e980-40d1-ac56-45bbb0bcf1af" providerId="ADAL" clId="{F69DF7E2-25D0-48C9-85D7-7DF58266EA5B}" dt="2023-11-06T14:34:05.429" v="407" actId="207"/>
        <pc:sldMkLst>
          <pc:docMk/>
          <pc:sldMk cId="1596715995" sldId="359"/>
        </pc:sldMkLst>
        <pc:spChg chg="mod">
          <ac:chgData name="Job Coenen" userId="39d21178-e980-40d1-ac56-45bbb0bcf1af" providerId="ADAL" clId="{F69DF7E2-25D0-48C9-85D7-7DF58266EA5B}" dt="2023-11-06T14:34:05.429" v="407" actId="207"/>
          <ac:spMkLst>
            <pc:docMk/>
            <pc:sldMk cId="1596715995" sldId="359"/>
            <ac:spMk id="2" creationId="{D5D3CE8E-4630-37C5-D728-795274F1A1D6}"/>
          </ac:spMkLst>
        </pc:spChg>
        <pc:spChg chg="del">
          <ac:chgData name="Job Coenen" userId="39d21178-e980-40d1-ac56-45bbb0bcf1af" providerId="ADAL" clId="{F69DF7E2-25D0-48C9-85D7-7DF58266EA5B}" dt="2023-11-06T14:33:28.052" v="397" actId="478"/>
          <ac:spMkLst>
            <pc:docMk/>
            <pc:sldMk cId="1596715995" sldId="359"/>
            <ac:spMk id="6" creationId="{B77BFAEB-AFB9-45AB-690F-26C52AEF98A2}"/>
          </ac:spMkLst>
        </pc:spChg>
        <pc:spChg chg="del">
          <ac:chgData name="Job Coenen" userId="39d21178-e980-40d1-ac56-45bbb0bcf1af" providerId="ADAL" clId="{F69DF7E2-25D0-48C9-85D7-7DF58266EA5B}" dt="2023-11-06T14:33:28.052" v="397" actId="478"/>
          <ac:spMkLst>
            <pc:docMk/>
            <pc:sldMk cId="1596715995" sldId="359"/>
            <ac:spMk id="7" creationId="{70AECF60-6F58-8791-E2DB-3252B15C8476}"/>
          </ac:spMkLst>
        </pc:spChg>
        <pc:spChg chg="del">
          <ac:chgData name="Job Coenen" userId="39d21178-e980-40d1-ac56-45bbb0bcf1af" providerId="ADAL" clId="{F69DF7E2-25D0-48C9-85D7-7DF58266EA5B}" dt="2023-11-06T14:33:28.052" v="397" actId="478"/>
          <ac:spMkLst>
            <pc:docMk/>
            <pc:sldMk cId="1596715995" sldId="359"/>
            <ac:spMk id="8" creationId="{DD8D2124-7544-A41D-7C46-CB97E533E181}"/>
          </ac:spMkLst>
        </pc:spChg>
        <pc:spChg chg="del">
          <ac:chgData name="Job Coenen" userId="39d21178-e980-40d1-ac56-45bbb0bcf1af" providerId="ADAL" clId="{F69DF7E2-25D0-48C9-85D7-7DF58266EA5B}" dt="2023-11-06T14:33:28.052" v="397" actId="478"/>
          <ac:spMkLst>
            <pc:docMk/>
            <pc:sldMk cId="1596715995" sldId="359"/>
            <ac:spMk id="9" creationId="{75BC17A9-EACB-D692-AEA0-70355830C4D0}"/>
          </ac:spMkLst>
        </pc:spChg>
        <pc:spChg chg="del">
          <ac:chgData name="Job Coenen" userId="39d21178-e980-40d1-ac56-45bbb0bcf1af" providerId="ADAL" clId="{F69DF7E2-25D0-48C9-85D7-7DF58266EA5B}" dt="2023-11-06T14:33:28.052" v="397" actId="478"/>
          <ac:spMkLst>
            <pc:docMk/>
            <pc:sldMk cId="1596715995" sldId="359"/>
            <ac:spMk id="10" creationId="{AD94CF73-55F8-594D-E0A7-A092177D808E}"/>
          </ac:spMkLst>
        </pc:spChg>
        <pc:picChg chg="mod">
          <ac:chgData name="Job Coenen" userId="39d21178-e980-40d1-ac56-45bbb0bcf1af" providerId="ADAL" clId="{F69DF7E2-25D0-48C9-85D7-7DF58266EA5B}" dt="2023-11-06T14:33:43.640" v="402" actId="1076"/>
          <ac:picMkLst>
            <pc:docMk/>
            <pc:sldMk cId="1596715995" sldId="359"/>
            <ac:picMk id="6146" creationId="{C90A8C5E-A0EE-F6F1-0874-491CF62F62A1}"/>
          </ac:picMkLst>
        </pc:picChg>
      </pc:sldChg>
      <pc:sldChg chg="add del">
        <pc:chgData name="Job Coenen" userId="39d21178-e980-40d1-ac56-45bbb0bcf1af" providerId="ADAL" clId="{F69DF7E2-25D0-48C9-85D7-7DF58266EA5B}" dt="2023-11-06T14:34:29.967" v="451" actId="47"/>
        <pc:sldMkLst>
          <pc:docMk/>
          <pc:sldMk cId="174243914" sldId="360"/>
        </pc:sldMkLst>
      </pc:sldChg>
      <pc:sldChg chg="modSp add mod">
        <pc:chgData name="Job Coenen" userId="39d21178-e980-40d1-ac56-45bbb0bcf1af" providerId="ADAL" clId="{F69DF7E2-25D0-48C9-85D7-7DF58266EA5B}" dt="2023-11-06T14:35:15.050" v="461" actId="1076"/>
        <pc:sldMkLst>
          <pc:docMk/>
          <pc:sldMk cId="1793169178" sldId="361"/>
        </pc:sldMkLst>
        <pc:spChg chg="mod">
          <ac:chgData name="Job Coenen" userId="39d21178-e980-40d1-ac56-45bbb0bcf1af" providerId="ADAL" clId="{F69DF7E2-25D0-48C9-85D7-7DF58266EA5B}" dt="2023-11-06T14:35:03.654" v="459" actId="14100"/>
          <ac:spMkLst>
            <pc:docMk/>
            <pc:sldMk cId="1793169178" sldId="361"/>
            <ac:spMk id="2" creationId="{00000000-0000-0000-0000-000000000000}"/>
          </ac:spMkLst>
        </pc:spChg>
        <pc:spChg chg="mod">
          <ac:chgData name="Job Coenen" userId="39d21178-e980-40d1-ac56-45bbb0bcf1af" providerId="ADAL" clId="{F69DF7E2-25D0-48C9-85D7-7DF58266EA5B}" dt="2023-11-06T14:35:15.050" v="461" actId="1076"/>
          <ac:spMkLst>
            <pc:docMk/>
            <pc:sldMk cId="1793169178" sldId="361"/>
            <ac:spMk id="3" creationId="{00000000-0000-0000-0000-000000000000}"/>
          </ac:spMkLst>
        </pc:spChg>
      </pc:sldChg>
      <pc:sldChg chg="del">
        <pc:chgData name="Job Coenen" userId="39d21178-e980-40d1-ac56-45bbb0bcf1af" providerId="ADAL" clId="{F69DF7E2-25D0-48C9-85D7-7DF58266EA5B}" dt="2023-11-06T14:35:20.903" v="462" actId="47"/>
        <pc:sldMkLst>
          <pc:docMk/>
          <pc:sldMk cId="2066462224" sldId="369"/>
        </pc:sldMkLst>
      </pc:sldChg>
      <pc:sldChg chg="del">
        <pc:chgData name="Job Coenen" userId="39d21178-e980-40d1-ac56-45bbb0bcf1af" providerId="ADAL" clId="{F69DF7E2-25D0-48C9-85D7-7DF58266EA5B}" dt="2023-11-06T14:35:20.903" v="462" actId="47"/>
        <pc:sldMkLst>
          <pc:docMk/>
          <pc:sldMk cId="1482998068" sldId="373"/>
        </pc:sldMkLst>
      </pc:sldChg>
      <pc:sldChg chg="del">
        <pc:chgData name="Job Coenen" userId="39d21178-e980-40d1-ac56-45bbb0bcf1af" providerId="ADAL" clId="{F69DF7E2-25D0-48C9-85D7-7DF58266EA5B}" dt="2023-11-06T14:35:20.903" v="462" actId="47"/>
        <pc:sldMkLst>
          <pc:docMk/>
          <pc:sldMk cId="2801771059" sldId="376"/>
        </pc:sldMkLst>
      </pc:sldChg>
      <pc:sldChg chg="del">
        <pc:chgData name="Job Coenen" userId="39d21178-e980-40d1-ac56-45bbb0bcf1af" providerId="ADAL" clId="{F69DF7E2-25D0-48C9-85D7-7DF58266EA5B}" dt="2023-11-06T14:35:20.903" v="462" actId="47"/>
        <pc:sldMkLst>
          <pc:docMk/>
          <pc:sldMk cId="278439336" sldId="379"/>
        </pc:sldMkLst>
      </pc:sldChg>
      <pc:sldChg chg="del">
        <pc:chgData name="Job Coenen" userId="39d21178-e980-40d1-ac56-45bbb0bcf1af" providerId="ADAL" clId="{F69DF7E2-25D0-48C9-85D7-7DF58266EA5B}" dt="2023-11-06T14:35:20.903" v="462" actId="47"/>
        <pc:sldMkLst>
          <pc:docMk/>
          <pc:sldMk cId="3667299524" sldId="380"/>
        </pc:sldMkLst>
      </pc:sldChg>
      <pc:sldChg chg="del">
        <pc:chgData name="Job Coenen" userId="39d21178-e980-40d1-ac56-45bbb0bcf1af" providerId="ADAL" clId="{F69DF7E2-25D0-48C9-85D7-7DF58266EA5B}" dt="2023-11-06T14:35:20.903" v="462" actId="47"/>
        <pc:sldMkLst>
          <pc:docMk/>
          <pc:sldMk cId="98462543" sldId="384"/>
        </pc:sldMkLst>
      </pc:sldChg>
      <pc:sldChg chg="del">
        <pc:chgData name="Job Coenen" userId="39d21178-e980-40d1-ac56-45bbb0bcf1af" providerId="ADAL" clId="{F69DF7E2-25D0-48C9-85D7-7DF58266EA5B}" dt="2023-11-06T14:35:20.903" v="462" actId="47"/>
        <pc:sldMkLst>
          <pc:docMk/>
          <pc:sldMk cId="3667654470" sldId="393"/>
        </pc:sldMkLst>
      </pc:sldChg>
      <pc:sldChg chg="del">
        <pc:chgData name="Job Coenen" userId="39d21178-e980-40d1-ac56-45bbb0bcf1af" providerId="ADAL" clId="{F69DF7E2-25D0-48C9-85D7-7DF58266EA5B}" dt="2023-11-06T14:35:20.903" v="462" actId="47"/>
        <pc:sldMkLst>
          <pc:docMk/>
          <pc:sldMk cId="1676641174" sldId="394"/>
        </pc:sldMkLst>
      </pc:sldChg>
      <pc:sldChg chg="del">
        <pc:chgData name="Job Coenen" userId="39d21178-e980-40d1-ac56-45bbb0bcf1af" providerId="ADAL" clId="{F69DF7E2-25D0-48C9-85D7-7DF58266EA5B}" dt="2023-11-06T14:35:20.903" v="462" actId="47"/>
        <pc:sldMkLst>
          <pc:docMk/>
          <pc:sldMk cId="4043530743" sldId="401"/>
        </pc:sldMkLst>
      </pc:sldChg>
      <pc:sldChg chg="del">
        <pc:chgData name="Job Coenen" userId="39d21178-e980-40d1-ac56-45bbb0bcf1af" providerId="ADAL" clId="{F69DF7E2-25D0-48C9-85D7-7DF58266EA5B}" dt="2023-11-06T14:35:20.903" v="462" actId="47"/>
        <pc:sldMkLst>
          <pc:docMk/>
          <pc:sldMk cId="3350885175" sldId="404"/>
        </pc:sldMkLst>
      </pc:sldChg>
      <pc:sldChg chg="del">
        <pc:chgData name="Job Coenen" userId="39d21178-e980-40d1-ac56-45bbb0bcf1af" providerId="ADAL" clId="{F69DF7E2-25D0-48C9-85D7-7DF58266EA5B}" dt="2023-11-06T14:35:20.903" v="462" actId="47"/>
        <pc:sldMkLst>
          <pc:docMk/>
          <pc:sldMk cId="1103792085" sldId="405"/>
        </pc:sldMkLst>
      </pc:sldChg>
      <pc:sldChg chg="del">
        <pc:chgData name="Job Coenen" userId="39d21178-e980-40d1-ac56-45bbb0bcf1af" providerId="ADAL" clId="{F69DF7E2-25D0-48C9-85D7-7DF58266EA5B}" dt="2023-11-06T14:35:20.903" v="462" actId="47"/>
        <pc:sldMkLst>
          <pc:docMk/>
          <pc:sldMk cId="1443284621" sldId="406"/>
        </pc:sldMkLst>
      </pc:sldChg>
      <pc:sldChg chg="del">
        <pc:chgData name="Job Coenen" userId="39d21178-e980-40d1-ac56-45bbb0bcf1af" providerId="ADAL" clId="{F69DF7E2-25D0-48C9-85D7-7DF58266EA5B}" dt="2023-11-06T14:35:20.903" v="462" actId="47"/>
        <pc:sldMkLst>
          <pc:docMk/>
          <pc:sldMk cId="190286478" sldId="407"/>
        </pc:sldMkLst>
      </pc:sldChg>
      <pc:sldChg chg="modSp add mod">
        <pc:chgData name="Job Coenen" userId="39d21178-e980-40d1-ac56-45bbb0bcf1af" providerId="ADAL" clId="{F69DF7E2-25D0-48C9-85D7-7DF58266EA5B}" dt="2023-11-06T14:24:00.466" v="208" actId="20577"/>
        <pc:sldMkLst>
          <pc:docMk/>
          <pc:sldMk cId="1822604785" sldId="726"/>
        </pc:sldMkLst>
        <pc:spChg chg="mod">
          <ac:chgData name="Job Coenen" userId="39d21178-e980-40d1-ac56-45bbb0bcf1af" providerId="ADAL" clId="{F69DF7E2-25D0-48C9-85D7-7DF58266EA5B}" dt="2023-11-06T14:23:11.191" v="122" actId="20577"/>
          <ac:spMkLst>
            <pc:docMk/>
            <pc:sldMk cId="1822604785" sldId="726"/>
            <ac:spMk id="3" creationId="{D6724C1E-23E1-137F-C985-A6A2B192E966}"/>
          </ac:spMkLst>
        </pc:spChg>
        <pc:spChg chg="mod">
          <ac:chgData name="Job Coenen" userId="39d21178-e980-40d1-ac56-45bbb0bcf1af" providerId="ADAL" clId="{F69DF7E2-25D0-48C9-85D7-7DF58266EA5B}" dt="2023-11-06T14:24:00.466" v="208" actId="20577"/>
          <ac:spMkLst>
            <pc:docMk/>
            <pc:sldMk cId="1822604785" sldId="726"/>
            <ac:spMk id="4" creationId="{B77E3538-9512-D3C4-9FD1-9FED531723B2}"/>
          </ac:spMkLst>
        </pc:spChg>
      </pc:sldChg>
      <pc:sldChg chg="del">
        <pc:chgData name="Job Coenen" userId="39d21178-e980-40d1-ac56-45bbb0bcf1af" providerId="ADAL" clId="{F69DF7E2-25D0-48C9-85D7-7DF58266EA5B}" dt="2023-11-06T14:35:20.903" v="462" actId="47"/>
        <pc:sldMkLst>
          <pc:docMk/>
          <pc:sldMk cId="3688050899" sldId="3049"/>
        </pc:sldMkLst>
      </pc:sldChg>
      <pc:sldChg chg="del">
        <pc:chgData name="Job Coenen" userId="39d21178-e980-40d1-ac56-45bbb0bcf1af" providerId="ADAL" clId="{F69DF7E2-25D0-48C9-85D7-7DF58266EA5B}" dt="2023-11-06T14:35:20.903" v="462" actId="47"/>
        <pc:sldMkLst>
          <pc:docMk/>
          <pc:sldMk cId="2271598957" sldId="3113"/>
        </pc:sldMkLst>
      </pc:sldChg>
      <pc:sldChg chg="del">
        <pc:chgData name="Job Coenen" userId="39d21178-e980-40d1-ac56-45bbb0bcf1af" providerId="ADAL" clId="{F69DF7E2-25D0-48C9-85D7-7DF58266EA5B}" dt="2023-11-06T14:35:20.903" v="462" actId="47"/>
        <pc:sldMkLst>
          <pc:docMk/>
          <pc:sldMk cId="757193233" sldId="3117"/>
        </pc:sldMkLst>
      </pc:sldChg>
      <pc:sldChg chg="del">
        <pc:chgData name="Job Coenen" userId="39d21178-e980-40d1-ac56-45bbb0bcf1af" providerId="ADAL" clId="{F69DF7E2-25D0-48C9-85D7-7DF58266EA5B}" dt="2023-11-06T14:35:20.903" v="462" actId="47"/>
        <pc:sldMkLst>
          <pc:docMk/>
          <pc:sldMk cId="4020093581" sldId="3118"/>
        </pc:sldMkLst>
      </pc:sldChg>
      <pc:sldChg chg="del">
        <pc:chgData name="Job Coenen" userId="39d21178-e980-40d1-ac56-45bbb0bcf1af" providerId="ADAL" clId="{F69DF7E2-25D0-48C9-85D7-7DF58266EA5B}" dt="2023-11-06T14:35:20.903" v="462" actId="47"/>
        <pc:sldMkLst>
          <pc:docMk/>
          <pc:sldMk cId="3049823233" sldId="3120"/>
        </pc:sldMkLst>
      </pc:sldChg>
      <pc:sldChg chg="del">
        <pc:chgData name="Job Coenen" userId="39d21178-e980-40d1-ac56-45bbb0bcf1af" providerId="ADAL" clId="{F69DF7E2-25D0-48C9-85D7-7DF58266EA5B}" dt="2023-11-06T14:35:20.903" v="462" actId="47"/>
        <pc:sldMkLst>
          <pc:docMk/>
          <pc:sldMk cId="1825178355" sldId="3121"/>
        </pc:sldMkLst>
      </pc:sldChg>
      <pc:sldChg chg="del">
        <pc:chgData name="Job Coenen" userId="39d21178-e980-40d1-ac56-45bbb0bcf1af" providerId="ADAL" clId="{F69DF7E2-25D0-48C9-85D7-7DF58266EA5B}" dt="2023-11-06T14:35:20.903" v="462" actId="47"/>
        <pc:sldMkLst>
          <pc:docMk/>
          <pc:sldMk cId="893289342" sldId="3123"/>
        </pc:sldMkLst>
      </pc:sldChg>
      <pc:sldChg chg="del">
        <pc:chgData name="Job Coenen" userId="39d21178-e980-40d1-ac56-45bbb0bcf1af" providerId="ADAL" clId="{F69DF7E2-25D0-48C9-85D7-7DF58266EA5B}" dt="2023-11-06T14:35:20.903" v="462" actId="47"/>
        <pc:sldMkLst>
          <pc:docMk/>
          <pc:sldMk cId="517659870" sldId="3124"/>
        </pc:sldMkLst>
      </pc:sldChg>
      <pc:sldChg chg="del">
        <pc:chgData name="Job Coenen" userId="39d21178-e980-40d1-ac56-45bbb0bcf1af" providerId="ADAL" clId="{F69DF7E2-25D0-48C9-85D7-7DF58266EA5B}" dt="2023-11-06T14:35:20.903" v="462" actId="47"/>
        <pc:sldMkLst>
          <pc:docMk/>
          <pc:sldMk cId="4087620706" sldId="3125"/>
        </pc:sldMkLst>
      </pc:sldChg>
      <pc:sldChg chg="del">
        <pc:chgData name="Job Coenen" userId="39d21178-e980-40d1-ac56-45bbb0bcf1af" providerId="ADAL" clId="{F69DF7E2-25D0-48C9-85D7-7DF58266EA5B}" dt="2023-11-06T14:35:20.903" v="462" actId="47"/>
        <pc:sldMkLst>
          <pc:docMk/>
          <pc:sldMk cId="2082353808" sldId="3126"/>
        </pc:sldMkLst>
      </pc:sldChg>
      <pc:sldChg chg="del">
        <pc:chgData name="Job Coenen" userId="39d21178-e980-40d1-ac56-45bbb0bcf1af" providerId="ADAL" clId="{F69DF7E2-25D0-48C9-85D7-7DF58266EA5B}" dt="2023-11-06T14:35:20.903" v="462" actId="47"/>
        <pc:sldMkLst>
          <pc:docMk/>
          <pc:sldMk cId="1859940732" sldId="3127"/>
        </pc:sldMkLst>
      </pc:sldChg>
      <pc:sldChg chg="del">
        <pc:chgData name="Job Coenen" userId="39d21178-e980-40d1-ac56-45bbb0bcf1af" providerId="ADAL" clId="{F69DF7E2-25D0-48C9-85D7-7DF58266EA5B}" dt="2023-11-06T14:35:20.903" v="462" actId="47"/>
        <pc:sldMkLst>
          <pc:docMk/>
          <pc:sldMk cId="1738939240" sldId="3128"/>
        </pc:sldMkLst>
      </pc:sldChg>
      <pc:sldChg chg="del">
        <pc:chgData name="Job Coenen" userId="39d21178-e980-40d1-ac56-45bbb0bcf1af" providerId="ADAL" clId="{F69DF7E2-25D0-48C9-85D7-7DF58266EA5B}" dt="2023-11-06T14:35:20.903" v="462" actId="47"/>
        <pc:sldMkLst>
          <pc:docMk/>
          <pc:sldMk cId="839692922" sldId="3130"/>
        </pc:sldMkLst>
      </pc:sldChg>
      <pc:sldChg chg="del">
        <pc:chgData name="Job Coenen" userId="39d21178-e980-40d1-ac56-45bbb0bcf1af" providerId="ADAL" clId="{F69DF7E2-25D0-48C9-85D7-7DF58266EA5B}" dt="2023-11-06T14:35:20.903" v="462" actId="47"/>
        <pc:sldMkLst>
          <pc:docMk/>
          <pc:sldMk cId="1489495786" sldId="3131"/>
        </pc:sldMkLst>
      </pc:sldChg>
      <pc:sldChg chg="modSp mod">
        <pc:chgData name="Job Coenen" userId="39d21178-e980-40d1-ac56-45bbb0bcf1af" providerId="ADAL" clId="{F69DF7E2-25D0-48C9-85D7-7DF58266EA5B}" dt="2023-11-06T14:15:16.526" v="27" actId="20577"/>
        <pc:sldMkLst>
          <pc:docMk/>
          <pc:sldMk cId="26920575" sldId="3132"/>
        </pc:sldMkLst>
        <pc:spChg chg="mod">
          <ac:chgData name="Job Coenen" userId="39d21178-e980-40d1-ac56-45bbb0bcf1af" providerId="ADAL" clId="{F69DF7E2-25D0-48C9-85D7-7DF58266EA5B}" dt="2023-11-06T14:15:16.526" v="27" actId="20577"/>
          <ac:spMkLst>
            <pc:docMk/>
            <pc:sldMk cId="26920575" sldId="3132"/>
            <ac:spMk id="2" creationId="{31C174F4-48AB-7F1F-1BBA-0167B95093CD}"/>
          </ac:spMkLst>
        </pc:spChg>
      </pc:sldChg>
      <pc:sldChg chg="del">
        <pc:chgData name="Job Coenen" userId="39d21178-e980-40d1-ac56-45bbb0bcf1af" providerId="ADAL" clId="{F69DF7E2-25D0-48C9-85D7-7DF58266EA5B}" dt="2023-11-06T14:35:20.903" v="462" actId="47"/>
        <pc:sldMkLst>
          <pc:docMk/>
          <pc:sldMk cId="380892885" sldId="3133"/>
        </pc:sldMkLst>
      </pc:sldChg>
      <pc:sldChg chg="del">
        <pc:chgData name="Job Coenen" userId="39d21178-e980-40d1-ac56-45bbb0bcf1af" providerId="ADAL" clId="{F69DF7E2-25D0-48C9-85D7-7DF58266EA5B}" dt="2023-11-06T14:35:20.903" v="462" actId="47"/>
        <pc:sldMkLst>
          <pc:docMk/>
          <pc:sldMk cId="801292712" sldId="3134"/>
        </pc:sldMkLst>
      </pc:sldChg>
      <pc:sldChg chg="del">
        <pc:chgData name="Job Coenen" userId="39d21178-e980-40d1-ac56-45bbb0bcf1af" providerId="ADAL" clId="{F69DF7E2-25D0-48C9-85D7-7DF58266EA5B}" dt="2023-11-06T14:35:20.903" v="462" actId="47"/>
        <pc:sldMkLst>
          <pc:docMk/>
          <pc:sldMk cId="2274426583" sldId="3135"/>
        </pc:sldMkLst>
      </pc:sldChg>
      <pc:sldChg chg="del">
        <pc:chgData name="Job Coenen" userId="39d21178-e980-40d1-ac56-45bbb0bcf1af" providerId="ADAL" clId="{F69DF7E2-25D0-48C9-85D7-7DF58266EA5B}" dt="2023-11-06T14:35:20.903" v="462" actId="47"/>
        <pc:sldMkLst>
          <pc:docMk/>
          <pc:sldMk cId="3839077697" sldId="3136"/>
        </pc:sldMkLst>
      </pc:sldChg>
      <pc:sldChg chg="del">
        <pc:chgData name="Job Coenen" userId="39d21178-e980-40d1-ac56-45bbb0bcf1af" providerId="ADAL" clId="{F69DF7E2-25D0-48C9-85D7-7DF58266EA5B}" dt="2023-11-06T14:35:20.903" v="462" actId="47"/>
        <pc:sldMkLst>
          <pc:docMk/>
          <pc:sldMk cId="1678463216" sldId="3137"/>
        </pc:sldMkLst>
      </pc:sldChg>
      <pc:sldChg chg="del">
        <pc:chgData name="Job Coenen" userId="39d21178-e980-40d1-ac56-45bbb0bcf1af" providerId="ADAL" clId="{F69DF7E2-25D0-48C9-85D7-7DF58266EA5B}" dt="2023-11-06T14:35:20.903" v="462" actId="47"/>
        <pc:sldMkLst>
          <pc:docMk/>
          <pc:sldMk cId="1661878605" sldId="3138"/>
        </pc:sldMkLst>
      </pc:sldChg>
      <pc:sldChg chg="del">
        <pc:chgData name="Job Coenen" userId="39d21178-e980-40d1-ac56-45bbb0bcf1af" providerId="ADAL" clId="{F69DF7E2-25D0-48C9-85D7-7DF58266EA5B}" dt="2023-11-06T14:35:20.903" v="462" actId="47"/>
        <pc:sldMkLst>
          <pc:docMk/>
          <pc:sldMk cId="3427323917" sldId="3139"/>
        </pc:sldMkLst>
      </pc:sldChg>
      <pc:sldChg chg="del">
        <pc:chgData name="Job Coenen" userId="39d21178-e980-40d1-ac56-45bbb0bcf1af" providerId="ADAL" clId="{F69DF7E2-25D0-48C9-85D7-7DF58266EA5B}" dt="2023-11-06T14:35:20.903" v="462" actId="47"/>
        <pc:sldMkLst>
          <pc:docMk/>
          <pc:sldMk cId="1741507809" sldId="3140"/>
        </pc:sldMkLst>
      </pc:sldChg>
      <pc:sldChg chg="modSp add del mod">
        <pc:chgData name="Job Coenen" userId="39d21178-e980-40d1-ac56-45bbb0bcf1af" providerId="ADAL" clId="{F69DF7E2-25D0-48C9-85D7-7DF58266EA5B}" dt="2023-11-06T14:23:22.478" v="125" actId="47"/>
        <pc:sldMkLst>
          <pc:docMk/>
          <pc:sldMk cId="1770819266" sldId="3141"/>
        </pc:sldMkLst>
        <pc:spChg chg="mod">
          <ac:chgData name="Job Coenen" userId="39d21178-e980-40d1-ac56-45bbb0bcf1af" providerId="ADAL" clId="{F69DF7E2-25D0-48C9-85D7-7DF58266EA5B}" dt="2023-11-06T14:15:53.810" v="47" actId="1076"/>
          <ac:spMkLst>
            <pc:docMk/>
            <pc:sldMk cId="1770819266" sldId="3141"/>
            <ac:spMk id="3" creationId="{B40EDED3-F442-D5D6-2F79-12A7398B2AE1}"/>
          </ac:spMkLst>
        </pc:spChg>
        <pc:spChg chg="mod">
          <ac:chgData name="Job Coenen" userId="39d21178-e980-40d1-ac56-45bbb0bcf1af" providerId="ADAL" clId="{F69DF7E2-25D0-48C9-85D7-7DF58266EA5B}" dt="2023-11-06T14:16:30.211" v="57" actId="207"/>
          <ac:spMkLst>
            <pc:docMk/>
            <pc:sldMk cId="1770819266" sldId="3141"/>
            <ac:spMk id="7" creationId="{C79024D8-1318-322D-CF04-C636C385BF7A}"/>
          </ac:spMkLst>
        </pc:spChg>
        <pc:spChg chg="mod">
          <ac:chgData name="Job Coenen" userId="39d21178-e980-40d1-ac56-45bbb0bcf1af" providerId="ADAL" clId="{F69DF7E2-25D0-48C9-85D7-7DF58266EA5B}" dt="2023-11-06T14:16:30.211" v="57" actId="207"/>
          <ac:spMkLst>
            <pc:docMk/>
            <pc:sldMk cId="1770819266" sldId="3141"/>
            <ac:spMk id="8" creationId="{BD016EC3-DE3F-479E-4F7B-7B638BD0CA1F}"/>
          </ac:spMkLst>
        </pc:spChg>
        <pc:spChg chg="mod">
          <ac:chgData name="Job Coenen" userId="39d21178-e980-40d1-ac56-45bbb0bcf1af" providerId="ADAL" clId="{F69DF7E2-25D0-48C9-85D7-7DF58266EA5B}" dt="2023-11-06T14:16:30.211" v="57" actId="207"/>
          <ac:spMkLst>
            <pc:docMk/>
            <pc:sldMk cId="1770819266" sldId="3141"/>
            <ac:spMk id="9" creationId="{F8462F32-E565-F3B1-E56F-7796501D78A1}"/>
          </ac:spMkLst>
        </pc:spChg>
        <pc:picChg chg="mod">
          <ac:chgData name="Job Coenen" userId="39d21178-e980-40d1-ac56-45bbb0bcf1af" providerId="ADAL" clId="{F69DF7E2-25D0-48C9-85D7-7DF58266EA5B}" dt="2023-11-06T14:16:04.688" v="50" actId="1076"/>
          <ac:picMkLst>
            <pc:docMk/>
            <pc:sldMk cId="1770819266" sldId="3141"/>
            <ac:picMk id="4" creationId="{FC149F92-4405-B479-6657-EB920BEE578B}"/>
          </ac:picMkLst>
        </pc:picChg>
        <pc:picChg chg="mod">
          <ac:chgData name="Job Coenen" userId="39d21178-e980-40d1-ac56-45bbb0bcf1af" providerId="ADAL" clId="{F69DF7E2-25D0-48C9-85D7-7DF58266EA5B}" dt="2023-11-06T14:16:04.688" v="50" actId="1076"/>
          <ac:picMkLst>
            <pc:docMk/>
            <pc:sldMk cId="1770819266" sldId="3141"/>
            <ac:picMk id="5" creationId="{713E2F9B-B289-39A2-4994-4CEB899435FD}"/>
          </ac:picMkLst>
        </pc:picChg>
        <pc:picChg chg="mod">
          <ac:chgData name="Job Coenen" userId="39d21178-e980-40d1-ac56-45bbb0bcf1af" providerId="ADAL" clId="{F69DF7E2-25D0-48C9-85D7-7DF58266EA5B}" dt="2023-11-06T14:16:04.688" v="50" actId="1076"/>
          <ac:picMkLst>
            <pc:docMk/>
            <pc:sldMk cId="1770819266" sldId="3141"/>
            <ac:picMk id="6" creationId="{B52041D0-B370-D047-EC11-0859FE2D9775}"/>
          </ac:picMkLst>
        </pc:picChg>
      </pc:sldChg>
      <pc:sldChg chg="modSp add del mod">
        <pc:chgData name="Job Coenen" userId="39d21178-e980-40d1-ac56-45bbb0bcf1af" providerId="ADAL" clId="{F69DF7E2-25D0-48C9-85D7-7DF58266EA5B}" dt="2023-11-06T14:23:23.044" v="126" actId="47"/>
        <pc:sldMkLst>
          <pc:docMk/>
          <pc:sldMk cId="1782482329" sldId="3142"/>
        </pc:sldMkLst>
        <pc:spChg chg="mod">
          <ac:chgData name="Job Coenen" userId="39d21178-e980-40d1-ac56-45bbb0bcf1af" providerId="ADAL" clId="{F69DF7E2-25D0-48C9-85D7-7DF58266EA5B}" dt="2023-11-06T14:16:51.750" v="67" actId="1076"/>
          <ac:spMkLst>
            <pc:docMk/>
            <pc:sldMk cId="1782482329" sldId="3142"/>
            <ac:spMk id="3" creationId="{25D2564F-B522-737A-B523-029C1BA50EAC}"/>
          </ac:spMkLst>
        </pc:spChg>
        <pc:picChg chg="mod">
          <ac:chgData name="Job Coenen" userId="39d21178-e980-40d1-ac56-45bbb0bcf1af" providerId="ADAL" clId="{F69DF7E2-25D0-48C9-85D7-7DF58266EA5B}" dt="2023-11-06T14:16:56.841" v="70" actId="1076"/>
          <ac:picMkLst>
            <pc:docMk/>
            <pc:sldMk cId="1782482329" sldId="3142"/>
            <ac:picMk id="2054" creationId="{2ECB625D-BA38-713E-5C9E-C829F84775EF}"/>
          </ac:picMkLst>
        </pc:picChg>
      </pc:sldChg>
      <pc:sldChg chg="add del">
        <pc:chgData name="Job Coenen" userId="39d21178-e980-40d1-ac56-45bbb0bcf1af" providerId="ADAL" clId="{F69DF7E2-25D0-48C9-85D7-7DF58266EA5B}" dt="2023-11-06T14:23:23.645" v="127" actId="47"/>
        <pc:sldMkLst>
          <pc:docMk/>
          <pc:sldMk cId="1389164119" sldId="3143"/>
        </pc:sldMkLst>
      </pc:sldChg>
      <pc:sldChg chg="modSp add mod">
        <pc:chgData name="Job Coenen" userId="39d21178-e980-40d1-ac56-45bbb0bcf1af" providerId="ADAL" clId="{F69DF7E2-25D0-48C9-85D7-7DF58266EA5B}" dt="2023-11-06T14:28:57.431" v="314" actId="1076"/>
        <pc:sldMkLst>
          <pc:docMk/>
          <pc:sldMk cId="434029895" sldId="3144"/>
        </pc:sldMkLst>
        <pc:spChg chg="mod">
          <ac:chgData name="Job Coenen" userId="39d21178-e980-40d1-ac56-45bbb0bcf1af" providerId="ADAL" clId="{F69DF7E2-25D0-48C9-85D7-7DF58266EA5B}" dt="2023-11-06T14:28:48.912" v="313" actId="1076"/>
          <ac:spMkLst>
            <pc:docMk/>
            <pc:sldMk cId="434029895" sldId="3144"/>
            <ac:spMk id="3" creationId="{B7EF14ED-3F36-AEEA-0A97-327358077A41}"/>
          </ac:spMkLst>
        </pc:spChg>
        <pc:spChg chg="mod">
          <ac:chgData name="Job Coenen" userId="39d21178-e980-40d1-ac56-45bbb0bcf1af" providerId="ADAL" clId="{F69DF7E2-25D0-48C9-85D7-7DF58266EA5B}" dt="2023-11-06T14:28:57.431" v="314" actId="1076"/>
          <ac:spMkLst>
            <pc:docMk/>
            <pc:sldMk cId="434029895" sldId="3144"/>
            <ac:spMk id="5" creationId="{1078192E-B1EC-B638-4DEB-3BE7CC91F9A0}"/>
          </ac:spMkLst>
        </pc:spChg>
      </pc:sldChg>
      <pc:sldChg chg="modSp add mod ord">
        <pc:chgData name="Job Coenen" userId="39d21178-e980-40d1-ac56-45bbb0bcf1af" providerId="ADAL" clId="{F69DF7E2-25D0-48C9-85D7-7DF58266EA5B}" dt="2023-11-06T14:29:38.113" v="346" actId="20577"/>
        <pc:sldMkLst>
          <pc:docMk/>
          <pc:sldMk cId="816233929" sldId="3145"/>
        </pc:sldMkLst>
        <pc:spChg chg="mod">
          <ac:chgData name="Job Coenen" userId="39d21178-e980-40d1-ac56-45bbb0bcf1af" providerId="ADAL" clId="{F69DF7E2-25D0-48C9-85D7-7DF58266EA5B}" dt="2023-11-06T14:29:38.113" v="346" actId="20577"/>
          <ac:spMkLst>
            <pc:docMk/>
            <pc:sldMk cId="816233929" sldId="3145"/>
            <ac:spMk id="3" creationId="{B7EF14ED-3F36-AEEA-0A97-327358077A41}"/>
          </ac:spMkLst>
        </pc:spChg>
      </pc:sldChg>
      <pc:sldChg chg="addSp modSp new del">
        <pc:chgData name="Job Coenen" userId="39d21178-e980-40d1-ac56-45bbb0bcf1af" providerId="ADAL" clId="{F69DF7E2-25D0-48C9-85D7-7DF58266EA5B}" dt="2023-11-06T14:24:52.611" v="213" actId="47"/>
        <pc:sldMkLst>
          <pc:docMk/>
          <pc:sldMk cId="2144182195" sldId="3145"/>
        </pc:sldMkLst>
        <pc:picChg chg="add mod">
          <ac:chgData name="Job Coenen" userId="39d21178-e980-40d1-ac56-45bbb0bcf1af" providerId="ADAL" clId="{F69DF7E2-25D0-48C9-85D7-7DF58266EA5B}" dt="2023-11-06T14:24:46.765" v="211" actId="1076"/>
          <ac:picMkLst>
            <pc:docMk/>
            <pc:sldMk cId="2144182195" sldId="3145"/>
            <ac:picMk id="1026" creationId="{6DFBDE72-6BC4-688E-5B02-26ACBD554545}"/>
          </ac:picMkLst>
        </pc:picChg>
      </pc:sldChg>
      <pc:sldChg chg="modSp add mod ord">
        <pc:chgData name="Job Coenen" userId="39d21178-e980-40d1-ac56-45bbb0bcf1af" providerId="ADAL" clId="{F69DF7E2-25D0-48C9-85D7-7DF58266EA5B}" dt="2023-11-06T14:34:25.432" v="450" actId="20577"/>
        <pc:sldMkLst>
          <pc:docMk/>
          <pc:sldMk cId="3392584863" sldId="3146"/>
        </pc:sldMkLst>
        <pc:spChg chg="mod">
          <ac:chgData name="Job Coenen" userId="39d21178-e980-40d1-ac56-45bbb0bcf1af" providerId="ADAL" clId="{F69DF7E2-25D0-48C9-85D7-7DF58266EA5B}" dt="2023-11-06T14:34:25.432" v="450" actId="20577"/>
          <ac:spMkLst>
            <pc:docMk/>
            <pc:sldMk cId="3392584863" sldId="3146"/>
            <ac:spMk id="3" creationId="{B7EF14ED-3F36-AEEA-0A97-327358077A41}"/>
          </ac:spMkLst>
        </pc:spChg>
      </pc:sldChg>
      <pc:sldMasterChg chg="delSldLayout">
        <pc:chgData name="Job Coenen" userId="39d21178-e980-40d1-ac56-45bbb0bcf1af" providerId="ADAL" clId="{F69DF7E2-25D0-48C9-85D7-7DF58266EA5B}" dt="2023-11-06T14:35:20.903" v="462" actId="47"/>
        <pc:sldMasterMkLst>
          <pc:docMk/>
          <pc:sldMasterMk cId="250088729" sldId="2147483691"/>
        </pc:sldMasterMkLst>
        <pc:sldLayoutChg chg="del">
          <pc:chgData name="Job Coenen" userId="39d21178-e980-40d1-ac56-45bbb0bcf1af" providerId="ADAL" clId="{F69DF7E2-25D0-48C9-85D7-7DF58266EA5B}" dt="2023-11-06T14:35:20.903" v="462" actId="47"/>
          <pc:sldLayoutMkLst>
            <pc:docMk/>
            <pc:sldMasterMk cId="250088729" sldId="2147483691"/>
            <pc:sldLayoutMk cId="1426015027" sldId="2147483716"/>
          </pc:sldLayoutMkLst>
        </pc:sldLayoutChg>
        <pc:sldLayoutChg chg="del">
          <pc:chgData name="Job Coenen" userId="39d21178-e980-40d1-ac56-45bbb0bcf1af" providerId="ADAL" clId="{F69DF7E2-25D0-48C9-85D7-7DF58266EA5B}" dt="2023-11-06T14:35:20.903" v="462" actId="47"/>
          <pc:sldLayoutMkLst>
            <pc:docMk/>
            <pc:sldMasterMk cId="250088729" sldId="2147483691"/>
            <pc:sldLayoutMk cId="1400631298" sldId="2147483718"/>
          </pc:sldLayoutMkLst>
        </pc:sldLayoutChg>
        <pc:sldLayoutChg chg="del">
          <pc:chgData name="Job Coenen" userId="39d21178-e980-40d1-ac56-45bbb0bcf1af" providerId="ADAL" clId="{F69DF7E2-25D0-48C9-85D7-7DF58266EA5B}" dt="2023-11-06T14:35:20.903" v="462" actId="47"/>
          <pc:sldLayoutMkLst>
            <pc:docMk/>
            <pc:sldMasterMk cId="250088729" sldId="2147483691"/>
            <pc:sldLayoutMk cId="3039556486" sldId="2147483719"/>
          </pc:sldLayoutMkLst>
        </pc:sldLayoutChg>
        <pc:sldLayoutChg chg="del">
          <pc:chgData name="Job Coenen" userId="39d21178-e980-40d1-ac56-45bbb0bcf1af" providerId="ADAL" clId="{F69DF7E2-25D0-48C9-85D7-7DF58266EA5B}" dt="2023-11-06T14:35:20.903" v="462" actId="47"/>
          <pc:sldLayoutMkLst>
            <pc:docMk/>
            <pc:sldMasterMk cId="250088729" sldId="2147483691"/>
            <pc:sldLayoutMk cId="2280958909" sldId="2147483720"/>
          </pc:sldLayoutMkLst>
        </pc:sldLayoutChg>
        <pc:sldLayoutChg chg="del">
          <pc:chgData name="Job Coenen" userId="39d21178-e980-40d1-ac56-45bbb0bcf1af" providerId="ADAL" clId="{F69DF7E2-25D0-48C9-85D7-7DF58266EA5B}" dt="2023-11-06T14:35:20.903" v="462" actId="47"/>
          <pc:sldLayoutMkLst>
            <pc:docMk/>
            <pc:sldMasterMk cId="250088729" sldId="2147483691"/>
            <pc:sldLayoutMk cId="3173711542" sldId="2147483722"/>
          </pc:sldLayoutMkLst>
        </pc:sldLayoutChg>
        <pc:sldLayoutChg chg="del">
          <pc:chgData name="Job Coenen" userId="39d21178-e980-40d1-ac56-45bbb0bcf1af" providerId="ADAL" clId="{F69DF7E2-25D0-48C9-85D7-7DF58266EA5B}" dt="2023-11-06T14:35:20.903" v="462" actId="47"/>
          <pc:sldLayoutMkLst>
            <pc:docMk/>
            <pc:sldMasterMk cId="250088729" sldId="2147483691"/>
            <pc:sldLayoutMk cId="1062465302" sldId="2147483723"/>
          </pc:sldLayoutMkLst>
        </pc:sldLayoutChg>
        <pc:sldLayoutChg chg="del">
          <pc:chgData name="Job Coenen" userId="39d21178-e980-40d1-ac56-45bbb0bcf1af" providerId="ADAL" clId="{F69DF7E2-25D0-48C9-85D7-7DF58266EA5B}" dt="2023-11-06T14:35:20.903" v="462" actId="47"/>
          <pc:sldLayoutMkLst>
            <pc:docMk/>
            <pc:sldMasterMk cId="250088729" sldId="2147483691"/>
            <pc:sldLayoutMk cId="2167781761" sldId="2147483724"/>
          </pc:sldLayoutMkLst>
        </pc:sldLayoutChg>
        <pc:sldLayoutChg chg="del">
          <pc:chgData name="Job Coenen" userId="39d21178-e980-40d1-ac56-45bbb0bcf1af" providerId="ADAL" clId="{F69DF7E2-25D0-48C9-85D7-7DF58266EA5B}" dt="2023-11-06T14:35:20.903" v="462" actId="47"/>
          <pc:sldLayoutMkLst>
            <pc:docMk/>
            <pc:sldMasterMk cId="250088729" sldId="2147483691"/>
            <pc:sldLayoutMk cId="2468434803" sldId="2147483725"/>
          </pc:sldLayoutMkLst>
        </pc:sldLayoutChg>
        <pc:sldLayoutChg chg="del">
          <pc:chgData name="Job Coenen" userId="39d21178-e980-40d1-ac56-45bbb0bcf1af" providerId="ADAL" clId="{F69DF7E2-25D0-48C9-85D7-7DF58266EA5B}" dt="2023-11-06T14:35:20.903" v="462" actId="47"/>
          <pc:sldLayoutMkLst>
            <pc:docMk/>
            <pc:sldMasterMk cId="250088729" sldId="2147483691"/>
            <pc:sldLayoutMk cId="1898294995" sldId="2147483726"/>
          </pc:sldLayoutMkLst>
        </pc:sldLayoutChg>
        <pc:sldLayoutChg chg="del">
          <pc:chgData name="Job Coenen" userId="39d21178-e980-40d1-ac56-45bbb0bcf1af" providerId="ADAL" clId="{F69DF7E2-25D0-48C9-85D7-7DF58266EA5B}" dt="2023-11-06T14:35:20.903" v="462" actId="47"/>
          <pc:sldLayoutMkLst>
            <pc:docMk/>
            <pc:sldMasterMk cId="250088729" sldId="2147483691"/>
            <pc:sldLayoutMk cId="2499463172" sldId="2147483728"/>
          </pc:sldLayoutMkLst>
        </pc:sldLayoutChg>
        <pc:sldLayoutChg chg="del">
          <pc:chgData name="Job Coenen" userId="39d21178-e980-40d1-ac56-45bbb0bcf1af" providerId="ADAL" clId="{F69DF7E2-25D0-48C9-85D7-7DF58266EA5B}" dt="2023-11-06T14:35:20.903" v="462" actId="47"/>
          <pc:sldLayoutMkLst>
            <pc:docMk/>
            <pc:sldMasterMk cId="250088729" sldId="2147483691"/>
            <pc:sldLayoutMk cId="1256762601" sldId="2147483729"/>
          </pc:sldLayoutMkLst>
        </pc:sldLayoutChg>
        <pc:sldLayoutChg chg="del">
          <pc:chgData name="Job Coenen" userId="39d21178-e980-40d1-ac56-45bbb0bcf1af" providerId="ADAL" clId="{F69DF7E2-25D0-48C9-85D7-7DF58266EA5B}" dt="2023-11-06T14:35:20.903" v="462" actId="47"/>
          <pc:sldLayoutMkLst>
            <pc:docMk/>
            <pc:sldMasterMk cId="250088729" sldId="2147483691"/>
            <pc:sldLayoutMk cId="3747807241" sldId="2147483730"/>
          </pc:sldLayoutMkLst>
        </pc:sldLayoutChg>
        <pc:sldLayoutChg chg="del">
          <pc:chgData name="Job Coenen" userId="39d21178-e980-40d1-ac56-45bbb0bcf1af" providerId="ADAL" clId="{F69DF7E2-25D0-48C9-85D7-7DF58266EA5B}" dt="2023-11-06T14:35:20.903" v="462" actId="47"/>
          <pc:sldLayoutMkLst>
            <pc:docMk/>
            <pc:sldMasterMk cId="250088729" sldId="2147483691"/>
            <pc:sldLayoutMk cId="734720751" sldId="2147483732"/>
          </pc:sldLayoutMkLst>
        </pc:sldLayoutChg>
        <pc:sldLayoutChg chg="del">
          <pc:chgData name="Job Coenen" userId="39d21178-e980-40d1-ac56-45bbb0bcf1af" providerId="ADAL" clId="{F69DF7E2-25D0-48C9-85D7-7DF58266EA5B}" dt="2023-11-06T14:35:20.903" v="462" actId="47"/>
          <pc:sldLayoutMkLst>
            <pc:docMk/>
            <pc:sldMasterMk cId="250088729" sldId="2147483691"/>
            <pc:sldLayoutMk cId="1076987330" sldId="2147483733"/>
          </pc:sldLayoutMkLst>
        </pc:sldLayoutChg>
        <pc:sldLayoutChg chg="del">
          <pc:chgData name="Job Coenen" userId="39d21178-e980-40d1-ac56-45bbb0bcf1af" providerId="ADAL" clId="{F69DF7E2-25D0-48C9-85D7-7DF58266EA5B}" dt="2023-11-06T14:35:20.903" v="462" actId="47"/>
          <pc:sldLayoutMkLst>
            <pc:docMk/>
            <pc:sldMasterMk cId="250088729" sldId="2147483691"/>
            <pc:sldLayoutMk cId="505666244" sldId="2147483734"/>
          </pc:sldLayoutMkLst>
        </pc:sldLayoutChg>
        <pc:sldLayoutChg chg="del">
          <pc:chgData name="Job Coenen" userId="39d21178-e980-40d1-ac56-45bbb0bcf1af" providerId="ADAL" clId="{F69DF7E2-25D0-48C9-85D7-7DF58266EA5B}" dt="2023-11-06T14:35:20.903" v="462" actId="47"/>
          <pc:sldLayoutMkLst>
            <pc:docMk/>
            <pc:sldMasterMk cId="250088729" sldId="2147483691"/>
            <pc:sldLayoutMk cId="2341675356" sldId="2147483736"/>
          </pc:sldLayoutMkLst>
        </pc:sldLayoutChg>
        <pc:sldLayoutChg chg="del">
          <pc:chgData name="Job Coenen" userId="39d21178-e980-40d1-ac56-45bbb0bcf1af" providerId="ADAL" clId="{F69DF7E2-25D0-48C9-85D7-7DF58266EA5B}" dt="2023-11-06T14:35:20.903" v="462" actId="47"/>
          <pc:sldLayoutMkLst>
            <pc:docMk/>
            <pc:sldMasterMk cId="250088729" sldId="2147483691"/>
            <pc:sldLayoutMk cId="352235051" sldId="2147483737"/>
          </pc:sldLayoutMkLst>
        </pc:sldLayoutChg>
        <pc:sldLayoutChg chg="del">
          <pc:chgData name="Job Coenen" userId="39d21178-e980-40d1-ac56-45bbb0bcf1af" providerId="ADAL" clId="{F69DF7E2-25D0-48C9-85D7-7DF58266EA5B}" dt="2023-11-06T14:35:20.903" v="462" actId="47"/>
          <pc:sldLayoutMkLst>
            <pc:docMk/>
            <pc:sldMasterMk cId="250088729" sldId="2147483691"/>
            <pc:sldLayoutMk cId="4180006732" sldId="2147483738"/>
          </pc:sldLayoutMkLst>
        </pc:sldLayoutChg>
        <pc:sldLayoutChg chg="del">
          <pc:chgData name="Job Coenen" userId="39d21178-e980-40d1-ac56-45bbb0bcf1af" providerId="ADAL" clId="{F69DF7E2-25D0-48C9-85D7-7DF58266EA5B}" dt="2023-11-06T14:35:20.903" v="462" actId="47"/>
          <pc:sldLayoutMkLst>
            <pc:docMk/>
            <pc:sldMasterMk cId="250088729" sldId="2147483691"/>
            <pc:sldLayoutMk cId="1475348763" sldId="2147483749"/>
          </pc:sldLayoutMkLst>
        </pc:sldLayoutChg>
        <pc:sldLayoutChg chg="del">
          <pc:chgData name="Job Coenen" userId="39d21178-e980-40d1-ac56-45bbb0bcf1af" providerId="ADAL" clId="{F69DF7E2-25D0-48C9-85D7-7DF58266EA5B}" dt="2023-11-06T14:35:20.903" v="462" actId="47"/>
          <pc:sldLayoutMkLst>
            <pc:docMk/>
            <pc:sldMasterMk cId="250088729" sldId="2147483691"/>
            <pc:sldLayoutMk cId="3813969462" sldId="2147483750"/>
          </pc:sldLayoutMkLst>
        </pc:sldLayoutChg>
        <pc:sldLayoutChg chg="del">
          <pc:chgData name="Job Coenen" userId="39d21178-e980-40d1-ac56-45bbb0bcf1af" providerId="ADAL" clId="{F69DF7E2-25D0-48C9-85D7-7DF58266EA5B}" dt="2023-11-06T14:35:20.903" v="462" actId="47"/>
          <pc:sldLayoutMkLst>
            <pc:docMk/>
            <pc:sldMasterMk cId="250088729" sldId="2147483691"/>
            <pc:sldLayoutMk cId="441981691" sldId="2147483751"/>
          </pc:sldLayoutMkLst>
        </pc:sldLayoutChg>
        <pc:sldLayoutChg chg="del">
          <pc:chgData name="Job Coenen" userId="39d21178-e980-40d1-ac56-45bbb0bcf1af" providerId="ADAL" clId="{F69DF7E2-25D0-48C9-85D7-7DF58266EA5B}" dt="2023-11-06T14:35:20.903" v="462" actId="47"/>
          <pc:sldLayoutMkLst>
            <pc:docMk/>
            <pc:sldMasterMk cId="250088729" sldId="2147483691"/>
            <pc:sldLayoutMk cId="1985086229" sldId="2147483756"/>
          </pc:sldLayoutMkLst>
        </pc:sldLayoutChg>
        <pc:sldLayoutChg chg="del">
          <pc:chgData name="Job Coenen" userId="39d21178-e980-40d1-ac56-45bbb0bcf1af" providerId="ADAL" clId="{F69DF7E2-25D0-48C9-85D7-7DF58266EA5B}" dt="2023-11-06T14:35:20.903" v="462" actId="47"/>
          <pc:sldLayoutMkLst>
            <pc:docMk/>
            <pc:sldMasterMk cId="250088729" sldId="2147483691"/>
            <pc:sldLayoutMk cId="4289788823" sldId="2147483770"/>
          </pc:sldLayoutMkLst>
        </pc:sldLayoutChg>
        <pc:sldLayoutChg chg="del">
          <pc:chgData name="Job Coenen" userId="39d21178-e980-40d1-ac56-45bbb0bcf1af" providerId="ADAL" clId="{F69DF7E2-25D0-48C9-85D7-7DF58266EA5B}" dt="2023-11-06T14:35:20.903" v="462" actId="47"/>
          <pc:sldLayoutMkLst>
            <pc:docMk/>
            <pc:sldMasterMk cId="250088729" sldId="2147483691"/>
            <pc:sldLayoutMk cId="627021698" sldId="2147483771"/>
          </pc:sldLayoutMkLst>
        </pc:sldLayoutChg>
        <pc:sldLayoutChg chg="del">
          <pc:chgData name="Job Coenen" userId="39d21178-e980-40d1-ac56-45bbb0bcf1af" providerId="ADAL" clId="{F69DF7E2-25D0-48C9-85D7-7DF58266EA5B}" dt="2023-11-06T14:35:20.903" v="462" actId="47"/>
          <pc:sldLayoutMkLst>
            <pc:docMk/>
            <pc:sldMasterMk cId="250088729" sldId="2147483691"/>
            <pc:sldLayoutMk cId="810842617" sldId="2147483772"/>
          </pc:sldLayoutMkLst>
        </pc:sldLayoutChg>
        <pc:sldLayoutChg chg="del">
          <pc:chgData name="Job Coenen" userId="39d21178-e980-40d1-ac56-45bbb0bcf1af" providerId="ADAL" clId="{F69DF7E2-25D0-48C9-85D7-7DF58266EA5B}" dt="2023-11-06T14:35:20.903" v="462" actId="47"/>
          <pc:sldLayoutMkLst>
            <pc:docMk/>
            <pc:sldMasterMk cId="250088729" sldId="2147483691"/>
            <pc:sldLayoutMk cId="3563029493" sldId="2147483774"/>
          </pc:sldLayoutMkLst>
        </pc:sldLayoutChg>
        <pc:sldLayoutChg chg="del">
          <pc:chgData name="Job Coenen" userId="39d21178-e980-40d1-ac56-45bbb0bcf1af" providerId="ADAL" clId="{F69DF7E2-25D0-48C9-85D7-7DF58266EA5B}" dt="2023-11-06T14:15:24.128" v="29" actId="47"/>
          <pc:sldLayoutMkLst>
            <pc:docMk/>
            <pc:sldMasterMk cId="250088729" sldId="2147483691"/>
            <pc:sldLayoutMk cId="2797425866" sldId="2147483775"/>
          </pc:sldLayoutMkLst>
        </pc:sldLayoutChg>
        <pc:sldLayoutChg chg="del">
          <pc:chgData name="Job Coenen" userId="39d21178-e980-40d1-ac56-45bbb0bcf1af" providerId="ADAL" clId="{F69DF7E2-25D0-48C9-85D7-7DF58266EA5B}" dt="2023-11-06T14:23:21.952" v="124" actId="47"/>
          <pc:sldLayoutMkLst>
            <pc:docMk/>
            <pc:sldMasterMk cId="250088729" sldId="2147483691"/>
            <pc:sldLayoutMk cId="2967000324" sldId="2147483776"/>
          </pc:sldLayoutMkLst>
        </pc:sldLayoutChg>
        <pc:sldLayoutChg chg="del">
          <pc:chgData name="Job Coenen" userId="39d21178-e980-40d1-ac56-45bbb0bcf1af" providerId="ADAL" clId="{F69DF7E2-25D0-48C9-85D7-7DF58266EA5B}" dt="2023-11-06T14:23:22.478" v="125" actId="47"/>
          <pc:sldLayoutMkLst>
            <pc:docMk/>
            <pc:sldMasterMk cId="250088729" sldId="2147483691"/>
            <pc:sldLayoutMk cId="3333671799" sldId="2147483777"/>
          </pc:sldLayoutMkLst>
        </pc:sldLayoutChg>
        <pc:sldLayoutChg chg="del">
          <pc:chgData name="Job Coenen" userId="39d21178-e980-40d1-ac56-45bbb0bcf1af" providerId="ADAL" clId="{F69DF7E2-25D0-48C9-85D7-7DF58266EA5B}" dt="2023-11-06T14:23:23.044" v="126" actId="47"/>
          <pc:sldLayoutMkLst>
            <pc:docMk/>
            <pc:sldMasterMk cId="250088729" sldId="2147483691"/>
            <pc:sldLayoutMk cId="1045502386" sldId="2147483778"/>
          </pc:sldLayoutMkLst>
        </pc:sldLayoutChg>
        <pc:sldLayoutChg chg="del">
          <pc:chgData name="Job Coenen" userId="39d21178-e980-40d1-ac56-45bbb0bcf1af" providerId="ADAL" clId="{F69DF7E2-25D0-48C9-85D7-7DF58266EA5B}" dt="2023-11-06T14:23:23.645" v="127" actId="47"/>
          <pc:sldLayoutMkLst>
            <pc:docMk/>
            <pc:sldMasterMk cId="250088729" sldId="2147483691"/>
            <pc:sldLayoutMk cId="1204495655" sldId="2147483779"/>
          </pc:sldLayoutMkLst>
        </pc:sldLayoutChg>
        <pc:sldLayoutChg chg="del">
          <pc:chgData name="Job Coenen" userId="39d21178-e980-40d1-ac56-45bbb0bcf1af" providerId="ADAL" clId="{F69DF7E2-25D0-48C9-85D7-7DF58266EA5B}" dt="2023-11-06T14:23:16.764" v="123" actId="47"/>
          <pc:sldLayoutMkLst>
            <pc:docMk/>
            <pc:sldMasterMk cId="250088729" sldId="2147483691"/>
            <pc:sldLayoutMk cId="2214402172" sldId="2147483780"/>
          </pc:sldLayoutMkLst>
        </pc:sldLayoutChg>
        <pc:sldLayoutChg chg="del">
          <pc:chgData name="Job Coenen" userId="39d21178-e980-40d1-ac56-45bbb0bcf1af" providerId="ADAL" clId="{F69DF7E2-25D0-48C9-85D7-7DF58266EA5B}" dt="2023-11-06T14:23:27.172" v="128" actId="47"/>
          <pc:sldLayoutMkLst>
            <pc:docMk/>
            <pc:sldMasterMk cId="250088729" sldId="2147483691"/>
            <pc:sldLayoutMk cId="3606244730" sldId="2147483781"/>
          </pc:sldLayoutMkLst>
        </pc:sldLayoutChg>
      </pc:sldMasterChg>
    </pc:docChg>
  </pc:docChgLst>
  <pc:docChgLst>
    <pc:chgData name="Martin Linde" userId="3bde60a5-f313-4373-90d9-56c051dba553" providerId="ADAL" clId="{D9BF8318-B82E-4877-BD68-9FDE4B67C162}"/>
    <pc:docChg chg="undo custSel addSld delSld modSld">
      <pc:chgData name="Martin Linde" userId="3bde60a5-f313-4373-90d9-56c051dba553" providerId="ADAL" clId="{D9BF8318-B82E-4877-BD68-9FDE4B67C162}" dt="2025-04-14T08:41:31.676" v="29" actId="47"/>
      <pc:docMkLst>
        <pc:docMk/>
      </pc:docMkLst>
      <pc:sldChg chg="del">
        <pc:chgData name="Martin Linde" userId="3bde60a5-f313-4373-90d9-56c051dba553" providerId="ADAL" clId="{D9BF8318-B82E-4877-BD68-9FDE4B67C162}" dt="2025-04-14T08:41:31.676" v="29" actId="47"/>
        <pc:sldMkLst>
          <pc:docMk/>
          <pc:sldMk cId="2085106900" sldId="3154"/>
        </pc:sldMkLst>
      </pc:sldChg>
      <pc:sldChg chg="modSp add mod">
        <pc:chgData name="Martin Linde" userId="3bde60a5-f313-4373-90d9-56c051dba553" providerId="ADAL" clId="{D9BF8318-B82E-4877-BD68-9FDE4B67C162}" dt="2025-04-14T08:41:08.939" v="28" actId="1036"/>
        <pc:sldMkLst>
          <pc:docMk/>
          <pc:sldMk cId="4057146673" sldId="3171"/>
        </pc:sldMkLst>
        <pc:spChg chg="mod">
          <ac:chgData name="Martin Linde" userId="3bde60a5-f313-4373-90d9-56c051dba553" providerId="ADAL" clId="{D9BF8318-B82E-4877-BD68-9FDE4B67C162}" dt="2025-04-14T08:41:08.939" v="28" actId="1036"/>
          <ac:spMkLst>
            <pc:docMk/>
            <pc:sldMk cId="4057146673" sldId="3171"/>
            <ac:spMk id="4" creationId="{02879133-ACBD-7B43-34CE-E34437957E55}"/>
          </ac:spMkLst>
        </pc:spChg>
        <pc:picChg chg="mod">
          <ac:chgData name="Martin Linde" userId="3bde60a5-f313-4373-90d9-56c051dba553" providerId="ADAL" clId="{D9BF8318-B82E-4877-BD68-9FDE4B67C162}" dt="2025-04-14T08:40:58.856" v="4" actId="1076"/>
          <ac:picMkLst>
            <pc:docMk/>
            <pc:sldMk cId="4057146673" sldId="3171"/>
            <ac:picMk id="3" creationId="{7B6AC12E-93DF-688B-9281-B5081C3A50D0}"/>
          </ac:picMkLst>
        </pc:picChg>
      </pc:sldChg>
    </pc:docChg>
  </pc:docChgLst>
  <pc:docChgLst>
    <pc:chgData name="Job Coenen" userId="39d21178-e980-40d1-ac56-45bbb0bcf1af" providerId="ADAL" clId="{E0F3EDF1-103A-46DD-9672-8921AABF2B3D}"/>
    <pc:docChg chg="undo custSel addSld delSld modSld">
      <pc:chgData name="Job Coenen" userId="39d21178-e980-40d1-ac56-45bbb0bcf1af" providerId="ADAL" clId="{E0F3EDF1-103A-46DD-9672-8921AABF2B3D}" dt="2023-11-06T15:15:00.003" v="271" actId="1076"/>
      <pc:docMkLst>
        <pc:docMk/>
      </pc:docMkLst>
      <pc:sldChg chg="del">
        <pc:chgData name="Job Coenen" userId="39d21178-e980-40d1-ac56-45bbb0bcf1af" providerId="ADAL" clId="{E0F3EDF1-103A-46DD-9672-8921AABF2B3D}" dt="2023-11-06T15:14:36.244" v="264" actId="47"/>
        <pc:sldMkLst>
          <pc:docMk/>
          <pc:sldMk cId="3553871757" sldId="339"/>
        </pc:sldMkLst>
      </pc:sldChg>
      <pc:sldChg chg="del">
        <pc:chgData name="Job Coenen" userId="39d21178-e980-40d1-ac56-45bbb0bcf1af" providerId="ADAL" clId="{E0F3EDF1-103A-46DD-9672-8921AABF2B3D}" dt="2023-11-06T15:14:36.244" v="264" actId="47"/>
        <pc:sldMkLst>
          <pc:docMk/>
          <pc:sldMk cId="2689899978" sldId="340"/>
        </pc:sldMkLst>
      </pc:sldChg>
      <pc:sldChg chg="del">
        <pc:chgData name="Job Coenen" userId="39d21178-e980-40d1-ac56-45bbb0bcf1af" providerId="ADAL" clId="{E0F3EDF1-103A-46DD-9672-8921AABF2B3D}" dt="2023-11-06T15:14:36.244" v="264" actId="47"/>
        <pc:sldMkLst>
          <pc:docMk/>
          <pc:sldMk cId="4131710640" sldId="341"/>
        </pc:sldMkLst>
      </pc:sldChg>
      <pc:sldChg chg="del">
        <pc:chgData name="Job Coenen" userId="39d21178-e980-40d1-ac56-45bbb0bcf1af" providerId="ADAL" clId="{E0F3EDF1-103A-46DD-9672-8921AABF2B3D}" dt="2023-11-06T15:14:36.244" v="264" actId="47"/>
        <pc:sldMkLst>
          <pc:docMk/>
          <pc:sldMk cId="1229749622" sldId="343"/>
        </pc:sldMkLst>
      </pc:sldChg>
      <pc:sldChg chg="del">
        <pc:chgData name="Job Coenen" userId="39d21178-e980-40d1-ac56-45bbb0bcf1af" providerId="ADAL" clId="{E0F3EDF1-103A-46DD-9672-8921AABF2B3D}" dt="2023-11-06T15:14:36.244" v="264" actId="47"/>
        <pc:sldMkLst>
          <pc:docMk/>
          <pc:sldMk cId="1660952573" sldId="349"/>
        </pc:sldMkLst>
      </pc:sldChg>
      <pc:sldChg chg="del">
        <pc:chgData name="Job Coenen" userId="39d21178-e980-40d1-ac56-45bbb0bcf1af" providerId="ADAL" clId="{E0F3EDF1-103A-46DD-9672-8921AABF2B3D}" dt="2023-11-06T15:14:36.244" v="264" actId="47"/>
        <pc:sldMkLst>
          <pc:docMk/>
          <pc:sldMk cId="1564544896" sldId="355"/>
        </pc:sldMkLst>
      </pc:sldChg>
      <pc:sldChg chg="del">
        <pc:chgData name="Job Coenen" userId="39d21178-e980-40d1-ac56-45bbb0bcf1af" providerId="ADAL" clId="{E0F3EDF1-103A-46DD-9672-8921AABF2B3D}" dt="2023-11-06T15:14:36.244" v="264" actId="47"/>
        <pc:sldMkLst>
          <pc:docMk/>
          <pc:sldMk cId="3893431211" sldId="356"/>
        </pc:sldMkLst>
      </pc:sldChg>
      <pc:sldChg chg="del">
        <pc:chgData name="Job Coenen" userId="39d21178-e980-40d1-ac56-45bbb0bcf1af" providerId="ADAL" clId="{E0F3EDF1-103A-46DD-9672-8921AABF2B3D}" dt="2023-11-06T15:14:36.244" v="264" actId="47"/>
        <pc:sldMkLst>
          <pc:docMk/>
          <pc:sldMk cId="3402128232" sldId="357"/>
        </pc:sldMkLst>
      </pc:sldChg>
      <pc:sldChg chg="del">
        <pc:chgData name="Job Coenen" userId="39d21178-e980-40d1-ac56-45bbb0bcf1af" providerId="ADAL" clId="{E0F3EDF1-103A-46DD-9672-8921AABF2B3D}" dt="2023-11-06T15:14:36.244" v="264" actId="47"/>
        <pc:sldMkLst>
          <pc:docMk/>
          <pc:sldMk cId="2169889187" sldId="358"/>
        </pc:sldMkLst>
      </pc:sldChg>
      <pc:sldChg chg="del">
        <pc:chgData name="Job Coenen" userId="39d21178-e980-40d1-ac56-45bbb0bcf1af" providerId="ADAL" clId="{E0F3EDF1-103A-46DD-9672-8921AABF2B3D}" dt="2023-11-06T15:14:36.244" v="264" actId="47"/>
        <pc:sldMkLst>
          <pc:docMk/>
          <pc:sldMk cId="1596715995" sldId="359"/>
        </pc:sldMkLst>
      </pc:sldChg>
      <pc:sldChg chg="modSp add mod">
        <pc:chgData name="Job Coenen" userId="39d21178-e980-40d1-ac56-45bbb0bcf1af" providerId="ADAL" clId="{E0F3EDF1-103A-46DD-9672-8921AABF2B3D}" dt="2023-11-06T15:08:02.020" v="123" actId="1076"/>
        <pc:sldMkLst>
          <pc:docMk/>
          <pc:sldMk cId="4009569718" sldId="360"/>
        </pc:sldMkLst>
        <pc:spChg chg="mod">
          <ac:chgData name="Job Coenen" userId="39d21178-e980-40d1-ac56-45bbb0bcf1af" providerId="ADAL" clId="{E0F3EDF1-103A-46DD-9672-8921AABF2B3D}" dt="2023-11-06T15:07:59.461" v="122" actId="1076"/>
          <ac:spMkLst>
            <pc:docMk/>
            <pc:sldMk cId="4009569718" sldId="360"/>
            <ac:spMk id="2" creationId="{FF811756-5008-D20B-40EC-226CB8DE1565}"/>
          </ac:spMkLst>
        </pc:spChg>
        <pc:spChg chg="mod">
          <ac:chgData name="Job Coenen" userId="39d21178-e980-40d1-ac56-45bbb0bcf1af" providerId="ADAL" clId="{E0F3EDF1-103A-46DD-9672-8921AABF2B3D}" dt="2023-11-06T15:08:02.020" v="123" actId="1076"/>
          <ac:spMkLst>
            <pc:docMk/>
            <pc:sldMk cId="4009569718" sldId="360"/>
            <ac:spMk id="3" creationId="{BF5A56FE-5FB1-7F8D-FA36-551423EADE22}"/>
          </ac:spMkLst>
        </pc:spChg>
      </pc:sldChg>
      <pc:sldChg chg="del">
        <pc:chgData name="Job Coenen" userId="39d21178-e980-40d1-ac56-45bbb0bcf1af" providerId="ADAL" clId="{E0F3EDF1-103A-46DD-9672-8921AABF2B3D}" dt="2023-11-06T15:14:36.244" v="264" actId="47"/>
        <pc:sldMkLst>
          <pc:docMk/>
          <pc:sldMk cId="1793169178" sldId="361"/>
        </pc:sldMkLst>
      </pc:sldChg>
      <pc:sldChg chg="modSp add del mod">
        <pc:chgData name="Job Coenen" userId="39d21178-e980-40d1-ac56-45bbb0bcf1af" providerId="ADAL" clId="{E0F3EDF1-103A-46DD-9672-8921AABF2B3D}" dt="2023-11-06T15:06:47.494" v="102" actId="113"/>
        <pc:sldMkLst>
          <pc:docMk/>
          <pc:sldMk cId="3350885175" sldId="404"/>
        </pc:sldMkLst>
        <pc:spChg chg="mod">
          <ac:chgData name="Job Coenen" userId="39d21178-e980-40d1-ac56-45bbb0bcf1af" providerId="ADAL" clId="{E0F3EDF1-103A-46DD-9672-8921AABF2B3D}" dt="2023-11-06T15:06:47.494" v="102" actId="113"/>
          <ac:spMkLst>
            <pc:docMk/>
            <pc:sldMk cId="3350885175" sldId="404"/>
            <ac:spMk id="3" creationId="{B40EDED3-F442-D5D6-2F79-12A7398B2AE1}"/>
          </ac:spMkLst>
        </pc:spChg>
        <pc:spChg chg="mod">
          <ac:chgData name="Job Coenen" userId="39d21178-e980-40d1-ac56-45bbb0bcf1af" providerId="ADAL" clId="{E0F3EDF1-103A-46DD-9672-8921AABF2B3D}" dt="2023-11-06T15:06:33.548" v="98" actId="207"/>
          <ac:spMkLst>
            <pc:docMk/>
            <pc:sldMk cId="3350885175" sldId="404"/>
            <ac:spMk id="11" creationId="{B59A5A7F-5D43-ECE5-C785-44D5893940C4}"/>
          </ac:spMkLst>
        </pc:spChg>
      </pc:sldChg>
      <pc:sldChg chg="del">
        <pc:chgData name="Job Coenen" userId="39d21178-e980-40d1-ac56-45bbb0bcf1af" providerId="ADAL" clId="{E0F3EDF1-103A-46DD-9672-8921AABF2B3D}" dt="2023-11-06T15:14:36.244" v="264" actId="47"/>
        <pc:sldMkLst>
          <pc:docMk/>
          <pc:sldMk cId="1822604785" sldId="726"/>
        </pc:sldMkLst>
      </pc:sldChg>
      <pc:sldChg chg="modSp add mod">
        <pc:chgData name="Job Coenen" userId="39d21178-e980-40d1-ac56-45bbb0bcf1af" providerId="ADAL" clId="{E0F3EDF1-103A-46DD-9672-8921AABF2B3D}" dt="2023-11-06T15:11:59.642" v="222" actId="2085"/>
        <pc:sldMkLst>
          <pc:docMk/>
          <pc:sldMk cId="3688050899" sldId="3049"/>
        </pc:sldMkLst>
        <pc:spChg chg="mod">
          <ac:chgData name="Job Coenen" userId="39d21178-e980-40d1-ac56-45bbb0bcf1af" providerId="ADAL" clId="{E0F3EDF1-103A-46DD-9672-8921AABF2B3D}" dt="2023-11-06T15:11:38.217" v="217" actId="1076"/>
          <ac:spMkLst>
            <pc:docMk/>
            <pc:sldMk cId="3688050899" sldId="3049"/>
            <ac:spMk id="2" creationId="{5D7A6C39-E54B-4CC7-A0DC-E86E858CD7D4}"/>
          </ac:spMkLst>
        </pc:spChg>
        <pc:spChg chg="mod">
          <ac:chgData name="Job Coenen" userId="39d21178-e980-40d1-ac56-45bbb0bcf1af" providerId="ADAL" clId="{E0F3EDF1-103A-46DD-9672-8921AABF2B3D}" dt="2023-11-06T15:11:44.333" v="219" actId="113"/>
          <ac:spMkLst>
            <pc:docMk/>
            <pc:sldMk cId="3688050899" sldId="3049"/>
            <ac:spMk id="18" creationId="{A9A53835-E561-46AF-89BD-5AA630DB5781}"/>
          </ac:spMkLst>
        </pc:spChg>
        <pc:spChg chg="mod">
          <ac:chgData name="Job Coenen" userId="39d21178-e980-40d1-ac56-45bbb0bcf1af" providerId="ADAL" clId="{E0F3EDF1-103A-46DD-9672-8921AABF2B3D}" dt="2023-11-06T15:11:44.333" v="219" actId="113"/>
          <ac:spMkLst>
            <pc:docMk/>
            <pc:sldMk cId="3688050899" sldId="3049"/>
            <ac:spMk id="20" creationId="{1EB58292-F6A2-4F28-A27E-7C2609757160}"/>
          </ac:spMkLst>
        </pc:spChg>
        <pc:spChg chg="mod">
          <ac:chgData name="Job Coenen" userId="39d21178-e980-40d1-ac56-45bbb0bcf1af" providerId="ADAL" clId="{E0F3EDF1-103A-46DD-9672-8921AABF2B3D}" dt="2023-11-06T15:11:44.333" v="219" actId="113"/>
          <ac:spMkLst>
            <pc:docMk/>
            <pc:sldMk cId="3688050899" sldId="3049"/>
            <ac:spMk id="22" creationId="{350DABD6-9618-41C6-8B5F-B79B2FF7A719}"/>
          </ac:spMkLst>
        </pc:spChg>
        <pc:picChg chg="mod">
          <ac:chgData name="Job Coenen" userId="39d21178-e980-40d1-ac56-45bbb0bcf1af" providerId="ADAL" clId="{E0F3EDF1-103A-46DD-9672-8921AABF2B3D}" dt="2023-11-06T15:11:59.642" v="222" actId="2085"/>
          <ac:picMkLst>
            <pc:docMk/>
            <pc:sldMk cId="3688050899" sldId="3049"/>
            <ac:picMk id="7" creationId="{D2D09171-9179-474E-918E-15D02D0B92C5}"/>
          </ac:picMkLst>
        </pc:picChg>
        <pc:picChg chg="mod">
          <ac:chgData name="Job Coenen" userId="39d21178-e980-40d1-ac56-45bbb0bcf1af" providerId="ADAL" clId="{E0F3EDF1-103A-46DD-9672-8921AABF2B3D}" dt="2023-11-06T15:11:59.642" v="222" actId="2085"/>
          <ac:picMkLst>
            <pc:docMk/>
            <pc:sldMk cId="3688050899" sldId="3049"/>
            <ac:picMk id="11" creationId="{4A257A2D-682A-407A-A0D5-B7FE61ED588D}"/>
          </ac:picMkLst>
        </pc:picChg>
        <pc:picChg chg="mod">
          <ac:chgData name="Job Coenen" userId="39d21178-e980-40d1-ac56-45bbb0bcf1af" providerId="ADAL" clId="{E0F3EDF1-103A-46DD-9672-8921AABF2B3D}" dt="2023-11-06T15:11:59.642" v="222" actId="2085"/>
          <ac:picMkLst>
            <pc:docMk/>
            <pc:sldMk cId="3688050899" sldId="3049"/>
            <ac:picMk id="15" creationId="{AE1218BE-9B1C-4688-AF58-7727BDE654AB}"/>
          </ac:picMkLst>
        </pc:picChg>
      </pc:sldChg>
      <pc:sldChg chg="modSp add mod">
        <pc:chgData name="Job Coenen" userId="39d21178-e980-40d1-ac56-45bbb0bcf1af" providerId="ADAL" clId="{E0F3EDF1-103A-46DD-9672-8921AABF2B3D}" dt="2023-11-06T15:11:26.301" v="211" actId="1076"/>
        <pc:sldMkLst>
          <pc:docMk/>
          <pc:sldMk cId="155143609" sldId="3073"/>
        </pc:sldMkLst>
        <pc:spChg chg="mod">
          <ac:chgData name="Job Coenen" userId="39d21178-e980-40d1-ac56-45bbb0bcf1af" providerId="ADAL" clId="{E0F3EDF1-103A-46DD-9672-8921AABF2B3D}" dt="2023-11-06T15:11:03.505" v="202" actId="1076"/>
          <ac:spMkLst>
            <pc:docMk/>
            <pc:sldMk cId="155143609" sldId="3073"/>
            <ac:spMk id="3" creationId="{B40EDED3-F442-D5D6-2F79-12A7398B2AE1}"/>
          </ac:spMkLst>
        </pc:spChg>
        <pc:spChg chg="mod">
          <ac:chgData name="Job Coenen" userId="39d21178-e980-40d1-ac56-45bbb0bcf1af" providerId="ADAL" clId="{E0F3EDF1-103A-46DD-9672-8921AABF2B3D}" dt="2023-11-06T15:11:26.301" v="211" actId="1076"/>
          <ac:spMkLst>
            <pc:docMk/>
            <pc:sldMk cId="155143609" sldId="3073"/>
            <ac:spMk id="7" creationId="{C79024D8-1318-322D-CF04-C636C385BF7A}"/>
          </ac:spMkLst>
        </pc:spChg>
        <pc:spChg chg="mod">
          <ac:chgData name="Job Coenen" userId="39d21178-e980-40d1-ac56-45bbb0bcf1af" providerId="ADAL" clId="{E0F3EDF1-103A-46DD-9672-8921AABF2B3D}" dt="2023-11-06T15:11:26.301" v="211" actId="1076"/>
          <ac:spMkLst>
            <pc:docMk/>
            <pc:sldMk cId="155143609" sldId="3073"/>
            <ac:spMk id="8" creationId="{BD016EC3-DE3F-479E-4F7B-7B638BD0CA1F}"/>
          </ac:spMkLst>
        </pc:spChg>
        <pc:spChg chg="mod">
          <ac:chgData name="Job Coenen" userId="39d21178-e980-40d1-ac56-45bbb0bcf1af" providerId="ADAL" clId="{E0F3EDF1-103A-46DD-9672-8921AABF2B3D}" dt="2023-11-06T15:11:26.301" v="211" actId="1076"/>
          <ac:spMkLst>
            <pc:docMk/>
            <pc:sldMk cId="155143609" sldId="3073"/>
            <ac:spMk id="9" creationId="{F8462F32-E565-F3B1-E56F-7796501D78A1}"/>
          </ac:spMkLst>
        </pc:spChg>
      </pc:sldChg>
      <pc:sldChg chg="modSp add mod">
        <pc:chgData name="Job Coenen" userId="39d21178-e980-40d1-ac56-45bbb0bcf1af" providerId="ADAL" clId="{E0F3EDF1-103A-46DD-9672-8921AABF2B3D}" dt="2023-11-06T15:12:06.011" v="223" actId="207"/>
        <pc:sldMkLst>
          <pc:docMk/>
          <pc:sldMk cId="757193233" sldId="3117"/>
        </pc:sldMkLst>
        <pc:spChg chg="mod">
          <ac:chgData name="Job Coenen" userId="39d21178-e980-40d1-ac56-45bbb0bcf1af" providerId="ADAL" clId="{E0F3EDF1-103A-46DD-9672-8921AABF2B3D}" dt="2023-11-06T15:12:06.011" v="223" actId="207"/>
          <ac:spMkLst>
            <pc:docMk/>
            <pc:sldMk cId="757193233" sldId="3117"/>
            <ac:spMk id="2" creationId="{99FBE0CA-A089-4A41-AB95-51224BD66312}"/>
          </ac:spMkLst>
        </pc:spChg>
      </pc:sldChg>
      <pc:sldChg chg="modSp add del mod">
        <pc:chgData name="Job Coenen" userId="39d21178-e980-40d1-ac56-45bbb0bcf1af" providerId="ADAL" clId="{E0F3EDF1-103A-46DD-9672-8921AABF2B3D}" dt="2023-11-06T15:05:54.861" v="80" actId="207"/>
        <pc:sldMkLst>
          <pc:docMk/>
          <pc:sldMk cId="1825178355" sldId="3121"/>
        </pc:sldMkLst>
        <pc:spChg chg="mod">
          <ac:chgData name="Job Coenen" userId="39d21178-e980-40d1-ac56-45bbb0bcf1af" providerId="ADAL" clId="{E0F3EDF1-103A-46DD-9672-8921AABF2B3D}" dt="2023-11-06T15:05:03.119" v="62" actId="20577"/>
          <ac:spMkLst>
            <pc:docMk/>
            <pc:sldMk cId="1825178355" sldId="3121"/>
            <ac:spMk id="3" creationId="{B40EDED3-F442-D5D6-2F79-12A7398B2AE1}"/>
          </ac:spMkLst>
        </pc:spChg>
        <pc:spChg chg="mod">
          <ac:chgData name="Job Coenen" userId="39d21178-e980-40d1-ac56-45bbb0bcf1af" providerId="ADAL" clId="{E0F3EDF1-103A-46DD-9672-8921AABF2B3D}" dt="2023-11-06T15:05:54.861" v="80" actId="207"/>
          <ac:spMkLst>
            <pc:docMk/>
            <pc:sldMk cId="1825178355" sldId="3121"/>
            <ac:spMk id="7" creationId="{C79024D8-1318-322D-CF04-C636C385BF7A}"/>
          </ac:spMkLst>
        </pc:spChg>
        <pc:spChg chg="mod">
          <ac:chgData name="Job Coenen" userId="39d21178-e980-40d1-ac56-45bbb0bcf1af" providerId="ADAL" clId="{E0F3EDF1-103A-46DD-9672-8921AABF2B3D}" dt="2023-11-06T15:05:54.861" v="80" actId="207"/>
          <ac:spMkLst>
            <pc:docMk/>
            <pc:sldMk cId="1825178355" sldId="3121"/>
            <ac:spMk id="8" creationId="{BD016EC3-DE3F-479E-4F7B-7B638BD0CA1F}"/>
          </ac:spMkLst>
        </pc:spChg>
        <pc:spChg chg="mod">
          <ac:chgData name="Job Coenen" userId="39d21178-e980-40d1-ac56-45bbb0bcf1af" providerId="ADAL" clId="{E0F3EDF1-103A-46DD-9672-8921AABF2B3D}" dt="2023-11-06T15:05:54.861" v="80" actId="207"/>
          <ac:spMkLst>
            <pc:docMk/>
            <pc:sldMk cId="1825178355" sldId="3121"/>
            <ac:spMk id="9" creationId="{F8462F32-E565-F3B1-E56F-7796501D78A1}"/>
          </ac:spMkLst>
        </pc:spChg>
      </pc:sldChg>
      <pc:sldChg chg="modSp add del mod">
        <pc:chgData name="Job Coenen" userId="39d21178-e980-40d1-ac56-45bbb0bcf1af" providerId="ADAL" clId="{E0F3EDF1-103A-46DD-9672-8921AABF2B3D}" dt="2023-11-06T15:06:12.591" v="89" actId="1076"/>
        <pc:sldMkLst>
          <pc:docMk/>
          <pc:sldMk cId="1859940732" sldId="3127"/>
        </pc:sldMkLst>
        <pc:spChg chg="mod">
          <ac:chgData name="Job Coenen" userId="39d21178-e980-40d1-ac56-45bbb0bcf1af" providerId="ADAL" clId="{E0F3EDF1-103A-46DD-9672-8921AABF2B3D}" dt="2023-11-06T15:06:10.054" v="88" actId="207"/>
          <ac:spMkLst>
            <pc:docMk/>
            <pc:sldMk cId="1859940732" sldId="3127"/>
            <ac:spMk id="3" creationId="{25D2564F-B522-737A-B523-029C1BA50EAC}"/>
          </ac:spMkLst>
        </pc:spChg>
        <pc:picChg chg="mod">
          <ac:chgData name="Job Coenen" userId="39d21178-e980-40d1-ac56-45bbb0bcf1af" providerId="ADAL" clId="{E0F3EDF1-103A-46DD-9672-8921AABF2B3D}" dt="2023-11-06T15:06:12.591" v="89" actId="1076"/>
          <ac:picMkLst>
            <pc:docMk/>
            <pc:sldMk cId="1859940732" sldId="3127"/>
            <ac:picMk id="2054" creationId="{2ECB625D-BA38-713E-5C9E-C829F84775EF}"/>
          </ac:picMkLst>
        </pc:picChg>
      </pc:sldChg>
      <pc:sldChg chg="delSp modSp add mod">
        <pc:chgData name="Job Coenen" userId="39d21178-e980-40d1-ac56-45bbb0bcf1af" providerId="ADAL" clId="{E0F3EDF1-103A-46DD-9672-8921AABF2B3D}" dt="2023-11-06T15:10:48.153" v="192" actId="1076"/>
        <pc:sldMkLst>
          <pc:docMk/>
          <pc:sldMk cId="380661502" sldId="3128"/>
        </pc:sldMkLst>
        <pc:spChg chg="del">
          <ac:chgData name="Job Coenen" userId="39d21178-e980-40d1-ac56-45bbb0bcf1af" providerId="ADAL" clId="{E0F3EDF1-103A-46DD-9672-8921AABF2B3D}" dt="2023-11-06T15:10:17.961" v="169" actId="478"/>
          <ac:spMkLst>
            <pc:docMk/>
            <pc:sldMk cId="380661502" sldId="3128"/>
            <ac:spMk id="4" creationId="{FA64E9F1-AD1B-92B5-C421-973D143E41DC}"/>
          </ac:spMkLst>
        </pc:spChg>
        <pc:spChg chg="mod">
          <ac:chgData name="Job Coenen" userId="39d21178-e980-40d1-ac56-45bbb0bcf1af" providerId="ADAL" clId="{E0F3EDF1-103A-46DD-9672-8921AABF2B3D}" dt="2023-11-06T15:10:48.153" v="192" actId="1076"/>
          <ac:spMkLst>
            <pc:docMk/>
            <pc:sldMk cId="380661502" sldId="3128"/>
            <ac:spMk id="7" creationId="{6243686D-22AD-9256-0003-124B1018169C}"/>
          </ac:spMkLst>
        </pc:spChg>
      </pc:sldChg>
      <pc:sldChg chg="modSp add mod">
        <pc:chgData name="Job Coenen" userId="39d21178-e980-40d1-ac56-45bbb0bcf1af" providerId="ADAL" clId="{E0F3EDF1-103A-46DD-9672-8921AABF2B3D}" dt="2023-11-06T15:08:49.331" v="129" actId="1076"/>
        <pc:sldMkLst>
          <pc:docMk/>
          <pc:sldMk cId="1531889557" sldId="3129"/>
        </pc:sldMkLst>
        <pc:spChg chg="mod">
          <ac:chgData name="Job Coenen" userId="39d21178-e980-40d1-ac56-45bbb0bcf1af" providerId="ADAL" clId="{E0F3EDF1-103A-46DD-9672-8921AABF2B3D}" dt="2023-11-06T15:08:23.755" v="127" actId="207"/>
          <ac:spMkLst>
            <pc:docMk/>
            <pc:sldMk cId="1531889557" sldId="3129"/>
            <ac:spMk id="7" creationId="{2D32C84C-1D28-2735-0B43-1153A9D9D37C}"/>
          </ac:spMkLst>
        </pc:spChg>
        <pc:picChg chg="mod">
          <ac:chgData name="Job Coenen" userId="39d21178-e980-40d1-ac56-45bbb0bcf1af" providerId="ADAL" clId="{E0F3EDF1-103A-46DD-9672-8921AABF2B3D}" dt="2023-11-06T15:08:13.054" v="124" actId="1076"/>
          <ac:picMkLst>
            <pc:docMk/>
            <pc:sldMk cId="1531889557" sldId="3129"/>
            <ac:picMk id="4" creationId="{DD5D7192-C4EA-B3EB-3925-06F4E96A4813}"/>
          </ac:picMkLst>
        </pc:picChg>
        <pc:picChg chg="mod">
          <ac:chgData name="Job Coenen" userId="39d21178-e980-40d1-ac56-45bbb0bcf1af" providerId="ADAL" clId="{E0F3EDF1-103A-46DD-9672-8921AABF2B3D}" dt="2023-11-06T15:08:49.331" v="129" actId="1076"/>
          <ac:picMkLst>
            <pc:docMk/>
            <pc:sldMk cId="1531889557" sldId="3129"/>
            <ac:picMk id="5" creationId="{2910B2F2-C23C-2966-11F7-553118E7022A}"/>
          </ac:picMkLst>
        </pc:picChg>
        <pc:picChg chg="mod">
          <ac:chgData name="Job Coenen" userId="39d21178-e980-40d1-ac56-45bbb0bcf1af" providerId="ADAL" clId="{E0F3EDF1-103A-46DD-9672-8921AABF2B3D}" dt="2023-11-06T15:08:19.402" v="126" actId="1076"/>
          <ac:picMkLst>
            <pc:docMk/>
            <pc:sldMk cId="1531889557" sldId="3129"/>
            <ac:picMk id="6" creationId="{0EA82514-09E0-6538-A1DB-F3D2E3AE7BA3}"/>
          </ac:picMkLst>
        </pc:picChg>
      </pc:sldChg>
      <pc:sldChg chg="modSp add mod">
        <pc:chgData name="Job Coenen" userId="39d21178-e980-40d1-ac56-45bbb0bcf1af" providerId="ADAL" clId="{E0F3EDF1-103A-46DD-9672-8921AABF2B3D}" dt="2023-11-06T15:10:12.340" v="168" actId="207"/>
        <pc:sldMkLst>
          <pc:docMk/>
          <pc:sldMk cId="4200797703" sldId="3130"/>
        </pc:sldMkLst>
        <pc:spChg chg="mod">
          <ac:chgData name="Job Coenen" userId="39d21178-e980-40d1-ac56-45bbb0bcf1af" providerId="ADAL" clId="{E0F3EDF1-103A-46DD-9672-8921AABF2B3D}" dt="2023-11-06T15:10:12.340" v="168" actId="207"/>
          <ac:spMkLst>
            <pc:docMk/>
            <pc:sldMk cId="4200797703" sldId="3130"/>
            <ac:spMk id="3" creationId="{205217C2-1D2C-65D6-882F-22801691ABB8}"/>
          </ac:spMkLst>
        </pc:spChg>
      </pc:sldChg>
      <pc:sldChg chg="modSp add mod">
        <pc:chgData name="Job Coenen" userId="39d21178-e980-40d1-ac56-45bbb0bcf1af" providerId="ADAL" clId="{E0F3EDF1-103A-46DD-9672-8921AABF2B3D}" dt="2023-11-06T15:09:48.090" v="159" actId="1076"/>
        <pc:sldMkLst>
          <pc:docMk/>
          <pc:sldMk cId="763813286" sldId="3131"/>
        </pc:sldMkLst>
        <pc:spChg chg="mod">
          <ac:chgData name="Job Coenen" userId="39d21178-e980-40d1-ac56-45bbb0bcf1af" providerId="ADAL" clId="{E0F3EDF1-103A-46DD-9672-8921AABF2B3D}" dt="2023-11-06T15:03:37.528" v="3" actId="27636"/>
          <ac:spMkLst>
            <pc:docMk/>
            <pc:sldMk cId="763813286" sldId="3131"/>
            <ac:spMk id="2" creationId="{911287B3-D15C-56EF-0C3E-ACAF26380A02}"/>
          </ac:spMkLst>
        </pc:spChg>
        <pc:spChg chg="mod">
          <ac:chgData name="Job Coenen" userId="39d21178-e980-40d1-ac56-45bbb0bcf1af" providerId="ADAL" clId="{E0F3EDF1-103A-46DD-9672-8921AABF2B3D}" dt="2023-11-06T15:09:45.221" v="158" actId="207"/>
          <ac:spMkLst>
            <pc:docMk/>
            <pc:sldMk cId="763813286" sldId="3131"/>
            <ac:spMk id="3" creationId="{17F1863B-0B1A-6B42-E6C5-E629080BE06D}"/>
          </ac:spMkLst>
        </pc:spChg>
        <pc:picChg chg="mod">
          <ac:chgData name="Job Coenen" userId="39d21178-e980-40d1-ac56-45bbb0bcf1af" providerId="ADAL" clId="{E0F3EDF1-103A-46DD-9672-8921AABF2B3D}" dt="2023-11-06T15:09:48.090" v="159" actId="1076"/>
          <ac:picMkLst>
            <pc:docMk/>
            <pc:sldMk cId="763813286" sldId="3131"/>
            <ac:picMk id="39" creationId="{ECAFD566-19AB-B361-275F-B380C7156F66}"/>
          </ac:picMkLst>
        </pc:picChg>
      </pc:sldChg>
      <pc:sldChg chg="modSp mod">
        <pc:chgData name="Job Coenen" userId="39d21178-e980-40d1-ac56-45bbb0bcf1af" providerId="ADAL" clId="{E0F3EDF1-103A-46DD-9672-8921AABF2B3D}" dt="2023-11-06T15:04:15.128" v="24" actId="20577"/>
        <pc:sldMkLst>
          <pc:docMk/>
          <pc:sldMk cId="26920575" sldId="3132"/>
        </pc:sldMkLst>
        <pc:spChg chg="mod">
          <ac:chgData name="Job Coenen" userId="39d21178-e980-40d1-ac56-45bbb0bcf1af" providerId="ADAL" clId="{E0F3EDF1-103A-46DD-9672-8921AABF2B3D}" dt="2023-11-06T15:04:15.128" v="24" actId="20577"/>
          <ac:spMkLst>
            <pc:docMk/>
            <pc:sldMk cId="26920575" sldId="3132"/>
            <ac:spMk id="2" creationId="{31C174F4-48AB-7F1F-1BBA-0167B95093CD}"/>
          </ac:spMkLst>
        </pc:spChg>
      </pc:sldChg>
      <pc:sldChg chg="modSp add mod">
        <pc:chgData name="Job Coenen" userId="39d21178-e980-40d1-ac56-45bbb0bcf1af" providerId="ADAL" clId="{E0F3EDF1-103A-46DD-9672-8921AABF2B3D}" dt="2023-11-06T15:09:51.249" v="160" actId="207"/>
        <pc:sldMkLst>
          <pc:docMk/>
          <pc:sldMk cId="593684807" sldId="3133"/>
        </pc:sldMkLst>
        <pc:spChg chg="mod">
          <ac:chgData name="Job Coenen" userId="39d21178-e980-40d1-ac56-45bbb0bcf1af" providerId="ADAL" clId="{E0F3EDF1-103A-46DD-9672-8921AABF2B3D}" dt="2023-11-06T15:09:51.249" v="160" actId="207"/>
          <ac:spMkLst>
            <pc:docMk/>
            <pc:sldMk cId="593684807" sldId="3133"/>
            <ac:spMk id="3" creationId="{1402C188-01B2-2246-3C83-D1743EFF9A2B}"/>
          </ac:spMkLst>
        </pc:spChg>
      </pc:sldChg>
      <pc:sldChg chg="modSp add mod">
        <pc:chgData name="Job Coenen" userId="39d21178-e980-40d1-ac56-45bbb0bcf1af" providerId="ADAL" clId="{E0F3EDF1-103A-46DD-9672-8921AABF2B3D}" dt="2023-11-06T15:12:19.398" v="227" actId="27636"/>
        <pc:sldMkLst>
          <pc:docMk/>
          <pc:sldMk cId="1880675356" sldId="3134"/>
        </pc:sldMkLst>
        <pc:spChg chg="mod">
          <ac:chgData name="Job Coenen" userId="39d21178-e980-40d1-ac56-45bbb0bcf1af" providerId="ADAL" clId="{E0F3EDF1-103A-46DD-9672-8921AABF2B3D}" dt="2023-11-06T15:12:19.398" v="227" actId="27636"/>
          <ac:spMkLst>
            <pc:docMk/>
            <pc:sldMk cId="1880675356" sldId="3134"/>
            <ac:spMk id="3" creationId="{BF5A56FE-5FB1-7F8D-FA36-551423EADE22}"/>
          </ac:spMkLst>
        </pc:spChg>
      </pc:sldChg>
      <pc:sldChg chg="modSp add mod">
        <pc:chgData name="Job Coenen" userId="39d21178-e980-40d1-ac56-45bbb0bcf1af" providerId="ADAL" clId="{E0F3EDF1-103A-46DD-9672-8921AABF2B3D}" dt="2023-11-06T15:12:38.002" v="242" actId="207"/>
        <pc:sldMkLst>
          <pc:docMk/>
          <pc:sldMk cId="2789364563" sldId="3135"/>
        </pc:sldMkLst>
        <pc:spChg chg="mod">
          <ac:chgData name="Job Coenen" userId="39d21178-e980-40d1-ac56-45bbb0bcf1af" providerId="ADAL" clId="{E0F3EDF1-103A-46DD-9672-8921AABF2B3D}" dt="2023-11-06T15:12:38.002" v="242" actId="207"/>
          <ac:spMkLst>
            <pc:docMk/>
            <pc:sldMk cId="2789364563" sldId="3135"/>
            <ac:spMk id="3" creationId="{BF5A56FE-5FB1-7F8D-FA36-551423EADE22}"/>
          </ac:spMkLst>
        </pc:spChg>
      </pc:sldChg>
      <pc:sldChg chg="modSp add mod">
        <pc:chgData name="Job Coenen" userId="39d21178-e980-40d1-ac56-45bbb0bcf1af" providerId="ADAL" clId="{E0F3EDF1-103A-46DD-9672-8921AABF2B3D}" dt="2023-11-06T15:12:46.625" v="244" actId="1076"/>
        <pc:sldMkLst>
          <pc:docMk/>
          <pc:sldMk cId="1397435884" sldId="3136"/>
        </pc:sldMkLst>
        <pc:spChg chg="mod">
          <ac:chgData name="Job Coenen" userId="39d21178-e980-40d1-ac56-45bbb0bcf1af" providerId="ADAL" clId="{E0F3EDF1-103A-46DD-9672-8921AABF2B3D}" dt="2023-11-06T15:12:43.110" v="243" actId="207"/>
          <ac:spMkLst>
            <pc:docMk/>
            <pc:sldMk cId="1397435884" sldId="3136"/>
            <ac:spMk id="3" creationId="{BF5A56FE-5FB1-7F8D-FA36-551423EADE22}"/>
          </ac:spMkLst>
        </pc:spChg>
        <pc:graphicFrameChg chg="mod">
          <ac:chgData name="Job Coenen" userId="39d21178-e980-40d1-ac56-45bbb0bcf1af" providerId="ADAL" clId="{E0F3EDF1-103A-46DD-9672-8921AABF2B3D}" dt="2023-11-06T15:12:46.625" v="244" actId="1076"/>
          <ac:graphicFrameMkLst>
            <pc:docMk/>
            <pc:sldMk cId="1397435884" sldId="3136"/>
            <ac:graphicFrameMk id="2" creationId="{2CE462D3-6D5B-7597-B658-E7623FE23428}"/>
          </ac:graphicFrameMkLst>
        </pc:graphicFrameChg>
      </pc:sldChg>
      <pc:sldChg chg="modSp add mod">
        <pc:chgData name="Job Coenen" userId="39d21178-e980-40d1-ac56-45bbb0bcf1af" providerId="ADAL" clId="{E0F3EDF1-103A-46DD-9672-8921AABF2B3D}" dt="2023-11-06T15:12:54.259" v="246" actId="2711"/>
        <pc:sldMkLst>
          <pc:docMk/>
          <pc:sldMk cId="2564842610" sldId="3137"/>
        </pc:sldMkLst>
        <pc:spChg chg="mod">
          <ac:chgData name="Job Coenen" userId="39d21178-e980-40d1-ac56-45bbb0bcf1af" providerId="ADAL" clId="{E0F3EDF1-103A-46DD-9672-8921AABF2B3D}" dt="2023-11-06T15:12:54.259" v="246" actId="2711"/>
          <ac:spMkLst>
            <pc:docMk/>
            <pc:sldMk cId="2564842610" sldId="3137"/>
            <ac:spMk id="3" creationId="{B7EF14ED-3F36-AEEA-0A97-327358077A41}"/>
          </ac:spMkLst>
        </pc:spChg>
      </pc:sldChg>
      <pc:sldChg chg="modSp add mod">
        <pc:chgData name="Job Coenen" userId="39d21178-e980-40d1-ac56-45bbb0bcf1af" providerId="ADAL" clId="{E0F3EDF1-103A-46DD-9672-8921AABF2B3D}" dt="2023-11-06T15:13:25.014" v="251" actId="1076"/>
        <pc:sldMkLst>
          <pc:docMk/>
          <pc:sldMk cId="3262935326" sldId="3138"/>
        </pc:sldMkLst>
        <pc:spChg chg="mod">
          <ac:chgData name="Job Coenen" userId="39d21178-e980-40d1-ac56-45bbb0bcf1af" providerId="ADAL" clId="{E0F3EDF1-103A-46DD-9672-8921AABF2B3D}" dt="2023-11-06T15:13:25.014" v="251" actId="1076"/>
          <ac:spMkLst>
            <pc:docMk/>
            <pc:sldMk cId="3262935326" sldId="3138"/>
            <ac:spMk id="6" creationId="{B853DA56-5FCC-75CB-99F3-1F29AB5BE9AE}"/>
          </ac:spMkLst>
        </pc:spChg>
      </pc:sldChg>
      <pc:sldChg chg="modSp add mod">
        <pc:chgData name="Job Coenen" userId="39d21178-e980-40d1-ac56-45bbb0bcf1af" providerId="ADAL" clId="{E0F3EDF1-103A-46DD-9672-8921AABF2B3D}" dt="2023-11-06T15:14:14.453" v="261" actId="207"/>
        <pc:sldMkLst>
          <pc:docMk/>
          <pc:sldMk cId="1515695981" sldId="3139"/>
        </pc:sldMkLst>
        <pc:spChg chg="mod">
          <ac:chgData name="Job Coenen" userId="39d21178-e980-40d1-ac56-45bbb0bcf1af" providerId="ADAL" clId="{E0F3EDF1-103A-46DD-9672-8921AABF2B3D}" dt="2023-11-06T15:14:05.246" v="260" actId="207"/>
          <ac:spMkLst>
            <pc:docMk/>
            <pc:sldMk cId="1515695981" sldId="3139"/>
            <ac:spMk id="6" creationId="{B853DA56-5FCC-75CB-99F3-1F29AB5BE9AE}"/>
          </ac:spMkLst>
        </pc:spChg>
        <pc:spChg chg="mod">
          <ac:chgData name="Job Coenen" userId="39d21178-e980-40d1-ac56-45bbb0bcf1af" providerId="ADAL" clId="{E0F3EDF1-103A-46DD-9672-8921AABF2B3D}" dt="2023-11-06T15:14:14.453" v="261" actId="207"/>
          <ac:spMkLst>
            <pc:docMk/>
            <pc:sldMk cId="1515695981" sldId="3139"/>
            <ac:spMk id="22" creationId="{CC18F244-B47D-6FBD-B4C7-096CD1ACF1F9}"/>
          </ac:spMkLst>
        </pc:spChg>
      </pc:sldChg>
      <pc:sldChg chg="modSp add mod">
        <pc:chgData name="Job Coenen" userId="39d21178-e980-40d1-ac56-45bbb0bcf1af" providerId="ADAL" clId="{E0F3EDF1-103A-46DD-9672-8921AABF2B3D}" dt="2023-11-06T15:15:00.003" v="271" actId="1076"/>
        <pc:sldMkLst>
          <pc:docMk/>
          <pc:sldMk cId="3689426289" sldId="3140"/>
        </pc:sldMkLst>
        <pc:spChg chg="mod">
          <ac:chgData name="Job Coenen" userId="39d21178-e980-40d1-ac56-45bbb0bcf1af" providerId="ADAL" clId="{E0F3EDF1-103A-46DD-9672-8921AABF2B3D}" dt="2023-11-06T15:14:51.094" v="268" actId="27636"/>
          <ac:spMkLst>
            <pc:docMk/>
            <pc:sldMk cId="3689426289" sldId="3140"/>
            <ac:spMk id="3" creationId="{00000000-0000-0000-0000-000000000000}"/>
          </ac:spMkLst>
        </pc:spChg>
        <pc:spChg chg="mod">
          <ac:chgData name="Job Coenen" userId="39d21178-e980-40d1-ac56-45bbb0bcf1af" providerId="ADAL" clId="{E0F3EDF1-103A-46DD-9672-8921AABF2B3D}" dt="2023-11-06T15:14:59.328" v="270" actId="207"/>
          <ac:spMkLst>
            <pc:docMk/>
            <pc:sldMk cId="3689426289" sldId="3140"/>
            <ac:spMk id="4" creationId="{80194ABD-3B0B-1CAF-8A8A-2992CC23C6A8}"/>
          </ac:spMkLst>
        </pc:spChg>
        <pc:spChg chg="mod">
          <ac:chgData name="Job Coenen" userId="39d21178-e980-40d1-ac56-45bbb0bcf1af" providerId="ADAL" clId="{E0F3EDF1-103A-46DD-9672-8921AABF2B3D}" dt="2023-11-06T15:15:00.003" v="271" actId="1076"/>
          <ac:spMkLst>
            <pc:docMk/>
            <pc:sldMk cId="3689426289" sldId="3140"/>
            <ac:spMk id="5" creationId="{19F10C5B-15BA-F6BB-A910-0ACA16A398E7}"/>
          </ac:spMkLst>
        </pc:spChg>
      </pc:sldChg>
      <pc:sldChg chg="modSp add del mod">
        <pc:chgData name="Job Coenen" userId="39d21178-e980-40d1-ac56-45bbb0bcf1af" providerId="ADAL" clId="{E0F3EDF1-103A-46DD-9672-8921AABF2B3D}" dt="2023-11-06T15:06:52.492" v="103" actId="207"/>
        <pc:sldMkLst>
          <pc:docMk/>
          <pc:sldMk cId="1390109964" sldId="3141"/>
        </pc:sldMkLst>
        <pc:spChg chg="mod">
          <ac:chgData name="Job Coenen" userId="39d21178-e980-40d1-ac56-45bbb0bcf1af" providerId="ADAL" clId="{E0F3EDF1-103A-46DD-9672-8921AABF2B3D}" dt="2023-11-06T15:06:52.492" v="103" actId="207"/>
          <ac:spMkLst>
            <pc:docMk/>
            <pc:sldMk cId="1390109964" sldId="3141"/>
            <ac:spMk id="3" creationId="{B40EDED3-F442-D5D6-2F79-12A7398B2AE1}"/>
          </ac:spMkLst>
        </pc:spChg>
      </pc:sldChg>
      <pc:sldChg chg="modSp add del mod">
        <pc:chgData name="Job Coenen" userId="39d21178-e980-40d1-ac56-45bbb0bcf1af" providerId="ADAL" clId="{E0F3EDF1-103A-46DD-9672-8921AABF2B3D}" dt="2023-11-06T15:05:38.496" v="73" actId="47"/>
        <pc:sldMkLst>
          <pc:docMk/>
          <pc:sldMk cId="539270243" sldId="3142"/>
        </pc:sldMkLst>
        <pc:spChg chg="mod">
          <ac:chgData name="Job Coenen" userId="39d21178-e980-40d1-ac56-45bbb0bcf1af" providerId="ADAL" clId="{E0F3EDF1-103A-46DD-9672-8921AABF2B3D}" dt="2023-11-06T15:04:54.730" v="54" actId="1076"/>
          <ac:spMkLst>
            <pc:docMk/>
            <pc:sldMk cId="539270243" sldId="3142"/>
            <ac:spMk id="3" creationId="{B7EF14ED-3F36-AEEA-0A97-327358077A41}"/>
          </ac:spMkLst>
        </pc:spChg>
      </pc:sldChg>
      <pc:sldChg chg="modSp add mod">
        <pc:chgData name="Job Coenen" userId="39d21178-e980-40d1-ac56-45bbb0bcf1af" providerId="ADAL" clId="{E0F3EDF1-103A-46DD-9672-8921AABF2B3D}" dt="2023-11-06T15:07:03.412" v="105" actId="1076"/>
        <pc:sldMkLst>
          <pc:docMk/>
          <pc:sldMk cId="2437948902" sldId="3143"/>
        </pc:sldMkLst>
        <pc:spChg chg="mod">
          <ac:chgData name="Job Coenen" userId="39d21178-e980-40d1-ac56-45bbb0bcf1af" providerId="ADAL" clId="{E0F3EDF1-103A-46DD-9672-8921AABF2B3D}" dt="2023-11-06T15:07:03.412" v="105" actId="1076"/>
          <ac:spMkLst>
            <pc:docMk/>
            <pc:sldMk cId="2437948902" sldId="3143"/>
            <ac:spMk id="3" creationId="{4D847D07-F2EB-97FE-2C2B-98ABF98E0CB6}"/>
          </ac:spMkLst>
        </pc:spChg>
      </pc:sldChg>
      <pc:sldChg chg="del">
        <pc:chgData name="Job Coenen" userId="39d21178-e980-40d1-ac56-45bbb0bcf1af" providerId="ADAL" clId="{E0F3EDF1-103A-46DD-9672-8921AABF2B3D}" dt="2023-11-06T15:14:36.244" v="264" actId="47"/>
        <pc:sldMkLst>
          <pc:docMk/>
          <pc:sldMk cId="434029895" sldId="3144"/>
        </pc:sldMkLst>
      </pc:sldChg>
      <pc:sldChg chg="del">
        <pc:chgData name="Job Coenen" userId="39d21178-e980-40d1-ac56-45bbb0bcf1af" providerId="ADAL" clId="{E0F3EDF1-103A-46DD-9672-8921AABF2B3D}" dt="2023-11-06T15:14:36.244" v="264" actId="47"/>
        <pc:sldMkLst>
          <pc:docMk/>
          <pc:sldMk cId="816233929" sldId="3145"/>
        </pc:sldMkLst>
      </pc:sldChg>
      <pc:sldChg chg="del">
        <pc:chgData name="Job Coenen" userId="39d21178-e980-40d1-ac56-45bbb0bcf1af" providerId="ADAL" clId="{E0F3EDF1-103A-46DD-9672-8921AABF2B3D}" dt="2023-11-06T15:14:36.244" v="264" actId="47"/>
        <pc:sldMkLst>
          <pc:docMk/>
          <pc:sldMk cId="3392584863" sldId="3146"/>
        </pc:sldMkLst>
      </pc:sldChg>
      <pc:sldChg chg="modSp add mod">
        <pc:chgData name="Job Coenen" userId="39d21178-e980-40d1-ac56-45bbb0bcf1af" providerId="ADAL" clId="{E0F3EDF1-103A-46DD-9672-8921AABF2B3D}" dt="2023-11-06T15:04:28.976" v="32" actId="1076"/>
        <pc:sldMkLst>
          <pc:docMk/>
          <pc:sldMk cId="2499405554" sldId="3147"/>
        </pc:sldMkLst>
        <pc:spChg chg="mod">
          <ac:chgData name="Job Coenen" userId="39d21178-e980-40d1-ac56-45bbb0bcf1af" providerId="ADAL" clId="{E0F3EDF1-103A-46DD-9672-8921AABF2B3D}" dt="2023-11-06T15:04:28.976" v="32" actId="1076"/>
          <ac:spMkLst>
            <pc:docMk/>
            <pc:sldMk cId="2499405554" sldId="3147"/>
            <ac:spMk id="2" creationId="{4C8D81C3-AA92-6213-9768-1B68E8CC0CD8}"/>
          </ac:spMkLst>
        </pc:spChg>
        <pc:spChg chg="mod">
          <ac:chgData name="Job Coenen" userId="39d21178-e980-40d1-ac56-45bbb0bcf1af" providerId="ADAL" clId="{E0F3EDF1-103A-46DD-9672-8921AABF2B3D}" dt="2023-11-06T15:04:25.827" v="31" actId="27636"/>
          <ac:spMkLst>
            <pc:docMk/>
            <pc:sldMk cId="2499405554" sldId="3147"/>
            <ac:spMk id="3" creationId="{00000000-0000-0000-0000-000000000000}"/>
          </ac:spMkLst>
        </pc:spChg>
      </pc:sldChg>
      <pc:sldChg chg="modSp add mod">
        <pc:chgData name="Job Coenen" userId="39d21178-e980-40d1-ac56-45bbb0bcf1af" providerId="ADAL" clId="{E0F3EDF1-103A-46DD-9672-8921AABF2B3D}" dt="2023-11-06T15:07:45.512" v="117" actId="207"/>
        <pc:sldMkLst>
          <pc:docMk/>
          <pc:sldMk cId="3760575018" sldId="3148"/>
        </pc:sldMkLst>
        <pc:spChg chg="mod">
          <ac:chgData name="Job Coenen" userId="39d21178-e980-40d1-ac56-45bbb0bcf1af" providerId="ADAL" clId="{E0F3EDF1-103A-46DD-9672-8921AABF2B3D}" dt="2023-11-06T15:07:45.512" v="117" actId="207"/>
          <ac:spMkLst>
            <pc:docMk/>
            <pc:sldMk cId="3760575018" sldId="3148"/>
            <ac:spMk id="3" creationId="{B7EF14ED-3F36-AEEA-0A97-327358077A41}"/>
          </ac:spMkLst>
        </pc:spChg>
      </pc:sldChg>
      <pc:sldChg chg="modSp add mod">
        <pc:chgData name="Job Coenen" userId="39d21178-e980-40d1-ac56-45bbb0bcf1af" providerId="ADAL" clId="{E0F3EDF1-103A-46DD-9672-8921AABF2B3D}" dt="2023-11-06T15:09:31.459" v="154" actId="1076"/>
        <pc:sldMkLst>
          <pc:docMk/>
          <pc:sldMk cId="4140809783" sldId="3149"/>
        </pc:sldMkLst>
        <pc:spChg chg="mod">
          <ac:chgData name="Job Coenen" userId="39d21178-e980-40d1-ac56-45bbb0bcf1af" providerId="ADAL" clId="{E0F3EDF1-103A-46DD-9672-8921AABF2B3D}" dt="2023-11-06T15:09:31.459" v="154" actId="1076"/>
          <ac:spMkLst>
            <pc:docMk/>
            <pc:sldMk cId="4140809783" sldId="3149"/>
            <ac:spMk id="3" creationId="{BF5A56FE-5FB1-7F8D-FA36-551423EADE22}"/>
          </ac:spMkLst>
        </pc:spChg>
        <pc:spChg chg="mod">
          <ac:chgData name="Job Coenen" userId="39d21178-e980-40d1-ac56-45bbb0bcf1af" providerId="ADAL" clId="{E0F3EDF1-103A-46DD-9672-8921AABF2B3D}" dt="2023-11-06T15:09:18.733" v="144" actId="403"/>
          <ac:spMkLst>
            <pc:docMk/>
            <pc:sldMk cId="4140809783" sldId="3149"/>
            <ac:spMk id="14" creationId="{1E1FA4B3-0115-60D1-9A94-1B40D757E838}"/>
          </ac:spMkLst>
        </pc:spChg>
        <pc:spChg chg="mod">
          <ac:chgData name="Job Coenen" userId="39d21178-e980-40d1-ac56-45bbb0bcf1af" providerId="ADAL" clId="{E0F3EDF1-103A-46DD-9672-8921AABF2B3D}" dt="2023-11-06T15:09:23.202" v="149" actId="403"/>
          <ac:spMkLst>
            <pc:docMk/>
            <pc:sldMk cId="4140809783" sldId="3149"/>
            <ac:spMk id="15" creationId="{E217974B-4667-6995-AB4B-B123454E69E4}"/>
          </ac:spMkLst>
        </pc:spChg>
      </pc:sldChg>
      <pc:sldChg chg="modSp add mod">
        <pc:chgData name="Job Coenen" userId="39d21178-e980-40d1-ac56-45bbb0bcf1af" providerId="ADAL" clId="{E0F3EDF1-103A-46DD-9672-8921AABF2B3D}" dt="2023-11-06T15:09:39.894" v="157" actId="207"/>
        <pc:sldMkLst>
          <pc:docMk/>
          <pc:sldMk cId="2188571573" sldId="3150"/>
        </pc:sldMkLst>
        <pc:spChg chg="mod">
          <ac:chgData name="Job Coenen" userId="39d21178-e980-40d1-ac56-45bbb0bcf1af" providerId="ADAL" clId="{E0F3EDF1-103A-46DD-9672-8921AABF2B3D}" dt="2023-11-06T15:09:39.894" v="157" actId="207"/>
          <ac:spMkLst>
            <pc:docMk/>
            <pc:sldMk cId="2188571573" sldId="3150"/>
            <ac:spMk id="3" creationId="{BF5A56FE-5FB1-7F8D-FA36-551423EADE22}"/>
          </ac:spMkLst>
        </pc:spChg>
      </pc:sldChg>
      <pc:sldChg chg="modSp add mod">
        <pc:chgData name="Job Coenen" userId="39d21178-e980-40d1-ac56-45bbb0bcf1af" providerId="ADAL" clId="{E0F3EDF1-103A-46DD-9672-8921AABF2B3D}" dt="2023-11-06T15:10:01.741" v="164" actId="1076"/>
        <pc:sldMkLst>
          <pc:docMk/>
          <pc:sldMk cId="2004079214" sldId="3151"/>
        </pc:sldMkLst>
        <pc:spChg chg="mod">
          <ac:chgData name="Job Coenen" userId="39d21178-e980-40d1-ac56-45bbb0bcf1af" providerId="ADAL" clId="{E0F3EDF1-103A-46DD-9672-8921AABF2B3D}" dt="2023-11-06T15:10:01.741" v="164" actId="1076"/>
          <ac:spMkLst>
            <pc:docMk/>
            <pc:sldMk cId="2004079214" sldId="3151"/>
            <ac:spMk id="3" creationId="{33820FBD-FF4D-8A0B-3006-59C0B26BF448}"/>
          </ac:spMkLst>
        </pc:spChg>
      </pc:sldChg>
      <pc:sldChg chg="modSp add mod">
        <pc:chgData name="Job Coenen" userId="39d21178-e980-40d1-ac56-45bbb0bcf1af" providerId="ADAL" clId="{E0F3EDF1-103A-46DD-9672-8921AABF2B3D}" dt="2023-11-06T15:13:35.198" v="253" actId="207"/>
        <pc:sldMkLst>
          <pc:docMk/>
          <pc:sldMk cId="2634221445" sldId="3152"/>
        </pc:sldMkLst>
        <pc:spChg chg="mod">
          <ac:chgData name="Job Coenen" userId="39d21178-e980-40d1-ac56-45bbb0bcf1af" providerId="ADAL" clId="{E0F3EDF1-103A-46DD-9672-8921AABF2B3D}" dt="2023-11-06T15:13:35.198" v="253" actId="207"/>
          <ac:spMkLst>
            <pc:docMk/>
            <pc:sldMk cId="2634221445" sldId="3152"/>
            <ac:spMk id="6" creationId="{B853DA56-5FCC-75CB-99F3-1F29AB5BE9AE}"/>
          </ac:spMkLst>
        </pc:spChg>
      </pc:sldChg>
      <pc:sldChg chg="modSp add mod">
        <pc:chgData name="Job Coenen" userId="39d21178-e980-40d1-ac56-45bbb0bcf1af" providerId="ADAL" clId="{E0F3EDF1-103A-46DD-9672-8921AABF2B3D}" dt="2023-11-06T15:13:56.540" v="258" actId="207"/>
        <pc:sldMkLst>
          <pc:docMk/>
          <pc:sldMk cId="1665176401" sldId="3153"/>
        </pc:sldMkLst>
        <pc:spChg chg="mod">
          <ac:chgData name="Job Coenen" userId="39d21178-e980-40d1-ac56-45bbb0bcf1af" providerId="ADAL" clId="{E0F3EDF1-103A-46DD-9672-8921AABF2B3D}" dt="2023-11-06T15:13:47.094" v="255" actId="207"/>
          <ac:spMkLst>
            <pc:docMk/>
            <pc:sldMk cId="1665176401" sldId="3153"/>
            <ac:spMk id="5" creationId="{7A6DEED8-9321-1D64-7C97-648D830044AF}"/>
          </ac:spMkLst>
        </pc:spChg>
        <pc:spChg chg="mod">
          <ac:chgData name="Job Coenen" userId="39d21178-e980-40d1-ac56-45bbb0bcf1af" providerId="ADAL" clId="{E0F3EDF1-103A-46DD-9672-8921AABF2B3D}" dt="2023-11-06T15:13:56.540" v="258" actId="207"/>
          <ac:spMkLst>
            <pc:docMk/>
            <pc:sldMk cId="1665176401" sldId="3153"/>
            <ac:spMk id="6" creationId="{B853DA56-5FCC-75CB-99F3-1F29AB5BE9AE}"/>
          </ac:spMkLst>
        </pc:spChg>
      </pc:sldChg>
      <pc:sldChg chg="modSp add del mod">
        <pc:chgData name="Job Coenen" userId="39d21178-e980-40d1-ac56-45bbb0bcf1af" providerId="ADAL" clId="{E0F3EDF1-103A-46DD-9672-8921AABF2B3D}" dt="2023-11-06T15:14:45.670" v="265" actId="47"/>
        <pc:sldMkLst>
          <pc:docMk/>
          <pc:sldMk cId="1830834591" sldId="3154"/>
        </pc:sldMkLst>
        <pc:spChg chg="mod">
          <ac:chgData name="Job Coenen" userId="39d21178-e980-40d1-ac56-45bbb0bcf1af" providerId="ADAL" clId="{E0F3EDF1-103A-46DD-9672-8921AABF2B3D}" dt="2023-11-06T15:14:20.510" v="263" actId="207"/>
          <ac:spMkLst>
            <pc:docMk/>
            <pc:sldMk cId="1830834591" sldId="3154"/>
            <ac:spMk id="3" creationId="{4D847D07-F2EB-97FE-2C2B-98ABF98E0CB6}"/>
          </ac:spMkLst>
        </pc:spChg>
      </pc:sldChg>
      <pc:sldChg chg="new del">
        <pc:chgData name="Job Coenen" userId="39d21178-e980-40d1-ac56-45bbb0bcf1af" providerId="ADAL" clId="{E0F3EDF1-103A-46DD-9672-8921AABF2B3D}" dt="2023-11-06T15:04:40.907" v="34" actId="47"/>
        <pc:sldMkLst>
          <pc:docMk/>
          <pc:sldMk cId="2559783488" sldId="3155"/>
        </pc:sldMkLst>
      </pc:sldChg>
      <pc:sldMasterChg chg="addSldLayout delSldLayout">
        <pc:chgData name="Job Coenen" userId="39d21178-e980-40d1-ac56-45bbb0bcf1af" providerId="ADAL" clId="{E0F3EDF1-103A-46DD-9672-8921AABF2B3D}" dt="2023-11-06T15:14:45.670" v="265" actId="47"/>
        <pc:sldMasterMkLst>
          <pc:docMk/>
          <pc:sldMasterMk cId="250088729" sldId="2147483691"/>
        </pc:sldMasterMkLst>
        <pc:sldLayoutChg chg="del">
          <pc:chgData name="Job Coenen" userId="39d21178-e980-40d1-ac56-45bbb0bcf1af" providerId="ADAL" clId="{E0F3EDF1-103A-46DD-9672-8921AABF2B3D}" dt="2023-11-06T15:14:36.244" v="264" actId="47"/>
          <pc:sldLayoutMkLst>
            <pc:docMk/>
            <pc:sldMasterMk cId="250088729" sldId="2147483691"/>
            <pc:sldLayoutMk cId="3601133645" sldId="2147483782"/>
          </pc:sldLayoutMkLst>
        </pc:sldLayoutChg>
        <pc:sldLayoutChg chg="add del">
          <pc:chgData name="Job Coenen" userId="39d21178-e980-40d1-ac56-45bbb0bcf1af" providerId="ADAL" clId="{E0F3EDF1-103A-46DD-9672-8921AABF2B3D}" dt="2023-11-06T15:05:37.733" v="72" actId="47"/>
          <pc:sldLayoutMkLst>
            <pc:docMk/>
            <pc:sldMasterMk cId="250088729" sldId="2147483691"/>
            <pc:sldLayoutMk cId="2558771762" sldId="2147483784"/>
          </pc:sldLayoutMkLst>
        </pc:sldLayoutChg>
        <pc:sldLayoutChg chg="add del">
          <pc:chgData name="Job Coenen" userId="39d21178-e980-40d1-ac56-45bbb0bcf1af" providerId="ADAL" clId="{E0F3EDF1-103A-46DD-9672-8921AABF2B3D}" dt="2023-11-06T15:05:37.117" v="71" actId="47"/>
          <pc:sldLayoutMkLst>
            <pc:docMk/>
            <pc:sldMasterMk cId="250088729" sldId="2147483691"/>
            <pc:sldLayoutMk cId="792483218" sldId="2147483785"/>
          </pc:sldLayoutMkLst>
        </pc:sldLayoutChg>
        <pc:sldLayoutChg chg="add del">
          <pc:chgData name="Job Coenen" userId="39d21178-e980-40d1-ac56-45bbb0bcf1af" providerId="ADAL" clId="{E0F3EDF1-103A-46DD-9672-8921AABF2B3D}" dt="2023-11-06T15:05:36.491" v="70" actId="47"/>
          <pc:sldLayoutMkLst>
            <pc:docMk/>
            <pc:sldMasterMk cId="250088729" sldId="2147483691"/>
            <pc:sldLayoutMk cId="4147749454" sldId="2147483786"/>
          </pc:sldLayoutMkLst>
        </pc:sldLayoutChg>
        <pc:sldLayoutChg chg="add del">
          <pc:chgData name="Job Coenen" userId="39d21178-e980-40d1-ac56-45bbb0bcf1af" providerId="ADAL" clId="{E0F3EDF1-103A-46DD-9672-8921AABF2B3D}" dt="2023-11-06T15:05:35.738" v="69" actId="47"/>
          <pc:sldLayoutMkLst>
            <pc:docMk/>
            <pc:sldMasterMk cId="250088729" sldId="2147483691"/>
            <pc:sldLayoutMk cId="2473552846" sldId="2147483787"/>
          </pc:sldLayoutMkLst>
        </pc:sldLayoutChg>
        <pc:sldLayoutChg chg="del">
          <pc:chgData name="Job Coenen" userId="39d21178-e980-40d1-ac56-45bbb0bcf1af" providerId="ADAL" clId="{E0F3EDF1-103A-46DD-9672-8921AABF2B3D}" dt="2023-11-06T15:14:45.670" v="265" actId="47"/>
          <pc:sldLayoutMkLst>
            <pc:docMk/>
            <pc:sldMasterMk cId="250088729" sldId="2147483691"/>
            <pc:sldLayoutMk cId="2693759664" sldId="2147483803"/>
          </pc:sldLayoutMkLst>
        </pc:sldLayoutChg>
      </pc:sldMasterChg>
    </pc:docChg>
  </pc:docChgLst>
  <pc:docChgLst>
    <pc:chgData name="Job Coenen" userId="39d21178-e980-40d1-ac56-45bbb0bcf1af" providerId="ADAL" clId="{89A9AB13-0CF1-47A8-98D6-BE479E2D2610}"/>
    <pc:docChg chg="undo redo custSel addSld delSld modSld sldOrd modMainMaster modNotesMaster">
      <pc:chgData name="Job Coenen" userId="39d21178-e980-40d1-ac56-45bbb0bcf1af" providerId="ADAL" clId="{89A9AB13-0CF1-47A8-98D6-BE479E2D2610}" dt="2023-09-22T09:58:38.929" v="4067" actId="14100"/>
      <pc:docMkLst>
        <pc:docMk/>
      </pc:docMkLst>
      <pc:sldChg chg="modSp del modNotes">
        <pc:chgData name="Job Coenen" userId="39d21178-e980-40d1-ac56-45bbb0bcf1af" providerId="ADAL" clId="{89A9AB13-0CF1-47A8-98D6-BE479E2D2610}" dt="2023-08-31T14:38:27.236" v="86" actId="47"/>
        <pc:sldMkLst>
          <pc:docMk/>
          <pc:sldMk cId="1273893774" sldId="273"/>
        </pc:sldMkLst>
        <pc:spChg chg="mod">
          <ac:chgData name="Job Coenen" userId="39d21178-e980-40d1-ac56-45bbb0bcf1af" providerId="ADAL" clId="{89A9AB13-0CF1-47A8-98D6-BE479E2D2610}" dt="2023-08-31T08:38:13.919" v="19"/>
          <ac:spMkLst>
            <pc:docMk/>
            <pc:sldMk cId="1273893774" sldId="273"/>
            <ac:spMk id="8" creationId="{8018923C-DE2C-93C8-02B1-8AEB8147163E}"/>
          </ac:spMkLst>
        </pc:spChg>
        <pc:spChg chg="mod">
          <ac:chgData name="Job Coenen" userId="39d21178-e980-40d1-ac56-45bbb0bcf1af" providerId="ADAL" clId="{89A9AB13-0CF1-47A8-98D6-BE479E2D2610}" dt="2023-08-31T08:38:13.919" v="19"/>
          <ac:spMkLst>
            <pc:docMk/>
            <pc:sldMk cId="1273893774" sldId="273"/>
            <ac:spMk id="9" creationId="{369C27BD-FDF6-BAE7-AD85-BB5D04B53B8B}"/>
          </ac:spMkLst>
        </pc:spChg>
        <pc:spChg chg="mod">
          <ac:chgData name="Job Coenen" userId="39d21178-e980-40d1-ac56-45bbb0bcf1af" providerId="ADAL" clId="{89A9AB13-0CF1-47A8-98D6-BE479E2D2610}" dt="2023-08-31T08:38:13.919" v="19"/>
          <ac:spMkLst>
            <pc:docMk/>
            <pc:sldMk cId="1273893774" sldId="273"/>
            <ac:spMk id="10" creationId="{9F31C532-5408-1060-0AF7-80CBBF32297E}"/>
          </ac:spMkLst>
        </pc:spChg>
      </pc:sldChg>
      <pc:sldChg chg="modSp del mod modNotes">
        <pc:chgData name="Job Coenen" userId="39d21178-e980-40d1-ac56-45bbb0bcf1af" providerId="ADAL" clId="{89A9AB13-0CF1-47A8-98D6-BE479E2D2610}" dt="2023-08-31T14:44:50.540" v="404" actId="47"/>
        <pc:sldMkLst>
          <pc:docMk/>
          <pc:sldMk cId="130940296" sldId="336"/>
        </pc:sldMkLst>
        <pc:spChg chg="mod">
          <ac:chgData name="Job Coenen" userId="39d21178-e980-40d1-ac56-45bbb0bcf1af" providerId="ADAL" clId="{89A9AB13-0CF1-47A8-98D6-BE479E2D2610}" dt="2023-08-31T08:38:13.919" v="19"/>
          <ac:spMkLst>
            <pc:docMk/>
            <pc:sldMk cId="130940296" sldId="336"/>
            <ac:spMk id="2" creationId="{00000000-0000-0000-0000-000000000000}"/>
          </ac:spMkLst>
        </pc:spChg>
        <pc:spChg chg="mod">
          <ac:chgData name="Job Coenen" userId="39d21178-e980-40d1-ac56-45bbb0bcf1af" providerId="ADAL" clId="{89A9AB13-0CF1-47A8-98D6-BE479E2D2610}" dt="2023-08-31T14:44:37.823" v="403" actId="207"/>
          <ac:spMkLst>
            <pc:docMk/>
            <pc:sldMk cId="130940296" sldId="336"/>
            <ac:spMk id="3" creationId="{00000000-0000-0000-0000-000000000000}"/>
          </ac:spMkLst>
        </pc:spChg>
      </pc:sldChg>
      <pc:sldChg chg="addSp delSp modSp del mod setBg">
        <pc:chgData name="Job Coenen" userId="39d21178-e980-40d1-ac56-45bbb0bcf1af" providerId="ADAL" clId="{89A9AB13-0CF1-47A8-98D6-BE479E2D2610}" dt="2023-09-22T06:40:20.276" v="4057" actId="47"/>
        <pc:sldMkLst>
          <pc:docMk/>
          <pc:sldMk cId="3049358443" sldId="345"/>
        </pc:sldMkLst>
        <pc:spChg chg="add del">
          <ac:chgData name="Job Coenen" userId="39d21178-e980-40d1-ac56-45bbb0bcf1af" providerId="ADAL" clId="{89A9AB13-0CF1-47A8-98D6-BE479E2D2610}" dt="2023-08-31T14:58:31.468" v="971" actId="26606"/>
          <ac:spMkLst>
            <pc:docMk/>
            <pc:sldMk cId="3049358443" sldId="345"/>
            <ac:spMk id="8" creationId="{662570FE-8E1C-4A25-8827-8928189FADBA}"/>
          </ac:spMkLst>
        </pc:spChg>
        <pc:spChg chg="add del">
          <ac:chgData name="Job Coenen" userId="39d21178-e980-40d1-ac56-45bbb0bcf1af" providerId="ADAL" clId="{89A9AB13-0CF1-47A8-98D6-BE479E2D2610}" dt="2023-08-31T14:58:31.468" v="971" actId="26606"/>
          <ac:spMkLst>
            <pc:docMk/>
            <pc:sldMk cId="3049358443" sldId="345"/>
            <ac:spMk id="10" creationId="{440B24BC-917F-49C2-B8AA-C569A400B942}"/>
          </ac:spMkLst>
        </pc:spChg>
        <pc:spChg chg="add del">
          <ac:chgData name="Job Coenen" userId="39d21178-e980-40d1-ac56-45bbb0bcf1af" providerId="ADAL" clId="{89A9AB13-0CF1-47A8-98D6-BE479E2D2610}" dt="2023-08-31T14:58:31.468" v="971" actId="26606"/>
          <ac:spMkLst>
            <pc:docMk/>
            <pc:sldMk cId="3049358443" sldId="345"/>
            <ac:spMk id="12" creationId="{39F7F083-7C2B-4120-9960-D77AB2863BBE}"/>
          </ac:spMkLst>
        </pc:spChg>
        <pc:picChg chg="mod">
          <ac:chgData name="Job Coenen" userId="39d21178-e980-40d1-ac56-45bbb0bcf1af" providerId="ADAL" clId="{89A9AB13-0CF1-47A8-98D6-BE479E2D2610}" dt="2023-08-31T14:58:50.428" v="975" actId="1076"/>
          <ac:picMkLst>
            <pc:docMk/>
            <pc:sldMk cId="3049358443" sldId="345"/>
            <ac:picMk id="3" creationId="{00000000-0000-0000-0000-000000000000}"/>
          </ac:picMkLst>
        </pc:picChg>
      </pc:sldChg>
      <pc:sldChg chg="modSp del">
        <pc:chgData name="Job Coenen" userId="39d21178-e980-40d1-ac56-45bbb0bcf1af" providerId="ADAL" clId="{89A9AB13-0CF1-47A8-98D6-BE479E2D2610}" dt="2023-09-12T12:50:35.555" v="2706" actId="47"/>
        <pc:sldMkLst>
          <pc:docMk/>
          <pc:sldMk cId="2552670733" sldId="346"/>
        </pc:sldMkLst>
        <pc:spChg chg="mod">
          <ac:chgData name="Job Coenen" userId="39d21178-e980-40d1-ac56-45bbb0bcf1af" providerId="ADAL" clId="{89A9AB13-0CF1-47A8-98D6-BE479E2D2610}" dt="2023-08-31T08:38:13.919" v="19"/>
          <ac:spMkLst>
            <pc:docMk/>
            <pc:sldMk cId="2552670733" sldId="346"/>
            <ac:spMk id="2" creationId="{00000000-0000-0000-0000-000000000000}"/>
          </ac:spMkLst>
        </pc:spChg>
        <pc:spChg chg="mod">
          <ac:chgData name="Job Coenen" userId="39d21178-e980-40d1-ac56-45bbb0bcf1af" providerId="ADAL" clId="{89A9AB13-0CF1-47A8-98D6-BE479E2D2610}" dt="2023-08-31T08:38:13.919" v="19"/>
          <ac:spMkLst>
            <pc:docMk/>
            <pc:sldMk cId="2552670733" sldId="346"/>
            <ac:spMk id="3" creationId="{00000000-0000-0000-0000-000000000000}"/>
          </ac:spMkLst>
        </pc:spChg>
      </pc:sldChg>
      <pc:sldChg chg="modSp del">
        <pc:chgData name="Job Coenen" userId="39d21178-e980-40d1-ac56-45bbb0bcf1af" providerId="ADAL" clId="{89A9AB13-0CF1-47A8-98D6-BE479E2D2610}" dt="2023-09-12T12:42:17.342" v="2513" actId="47"/>
        <pc:sldMkLst>
          <pc:docMk/>
          <pc:sldMk cId="2743196020" sldId="347"/>
        </pc:sldMkLst>
        <pc:spChg chg="mod">
          <ac:chgData name="Job Coenen" userId="39d21178-e980-40d1-ac56-45bbb0bcf1af" providerId="ADAL" clId="{89A9AB13-0CF1-47A8-98D6-BE479E2D2610}" dt="2023-08-31T08:38:13.919" v="19"/>
          <ac:spMkLst>
            <pc:docMk/>
            <pc:sldMk cId="2743196020" sldId="347"/>
            <ac:spMk id="2" creationId="{00000000-0000-0000-0000-000000000000}"/>
          </ac:spMkLst>
        </pc:spChg>
        <pc:spChg chg="mod">
          <ac:chgData name="Job Coenen" userId="39d21178-e980-40d1-ac56-45bbb0bcf1af" providerId="ADAL" clId="{89A9AB13-0CF1-47A8-98D6-BE479E2D2610}" dt="2023-08-31T08:38:13.919" v="19"/>
          <ac:spMkLst>
            <pc:docMk/>
            <pc:sldMk cId="2743196020" sldId="347"/>
            <ac:spMk id="3" creationId="{00000000-0000-0000-0000-000000000000}"/>
          </ac:spMkLst>
        </pc:spChg>
      </pc:sldChg>
      <pc:sldChg chg="modSp del">
        <pc:chgData name="Job Coenen" userId="39d21178-e980-40d1-ac56-45bbb0bcf1af" providerId="ADAL" clId="{89A9AB13-0CF1-47A8-98D6-BE479E2D2610}" dt="2023-09-12T12:50:47.556" v="2707" actId="47"/>
        <pc:sldMkLst>
          <pc:docMk/>
          <pc:sldMk cId="2596108576" sldId="348"/>
        </pc:sldMkLst>
        <pc:spChg chg="mod">
          <ac:chgData name="Job Coenen" userId="39d21178-e980-40d1-ac56-45bbb0bcf1af" providerId="ADAL" clId="{89A9AB13-0CF1-47A8-98D6-BE479E2D2610}" dt="2023-08-31T08:38:13.919" v="19"/>
          <ac:spMkLst>
            <pc:docMk/>
            <pc:sldMk cId="2596108576" sldId="348"/>
            <ac:spMk id="2" creationId="{00000000-0000-0000-0000-000000000000}"/>
          </ac:spMkLst>
        </pc:spChg>
        <pc:spChg chg="mod">
          <ac:chgData name="Job Coenen" userId="39d21178-e980-40d1-ac56-45bbb0bcf1af" providerId="ADAL" clId="{89A9AB13-0CF1-47A8-98D6-BE479E2D2610}" dt="2023-08-31T08:37:33.757" v="0"/>
          <ac:spMkLst>
            <pc:docMk/>
            <pc:sldMk cId="2596108576" sldId="348"/>
            <ac:spMk id="3" creationId="{00000000-0000-0000-0000-000000000000}"/>
          </ac:spMkLst>
        </pc:spChg>
        <pc:picChg chg="mod">
          <ac:chgData name="Job Coenen" userId="39d21178-e980-40d1-ac56-45bbb0bcf1af" providerId="ADAL" clId="{89A9AB13-0CF1-47A8-98D6-BE479E2D2610}" dt="2023-08-31T08:38:13.919" v="19"/>
          <ac:picMkLst>
            <pc:docMk/>
            <pc:sldMk cId="2596108576" sldId="348"/>
            <ac:picMk id="4" creationId="{00000000-0000-0000-0000-000000000000}"/>
          </ac:picMkLst>
        </pc:picChg>
      </pc:sldChg>
      <pc:sldChg chg="modSp del mod">
        <pc:chgData name="Job Coenen" userId="39d21178-e980-40d1-ac56-45bbb0bcf1af" providerId="ADAL" clId="{89A9AB13-0CF1-47A8-98D6-BE479E2D2610}" dt="2023-09-12T12:53:08.019" v="2712" actId="47"/>
        <pc:sldMkLst>
          <pc:docMk/>
          <pc:sldMk cId="339750541" sldId="349"/>
        </pc:sldMkLst>
        <pc:spChg chg="mod">
          <ac:chgData name="Job Coenen" userId="39d21178-e980-40d1-ac56-45bbb0bcf1af" providerId="ADAL" clId="{89A9AB13-0CF1-47A8-98D6-BE479E2D2610}" dt="2023-08-31T08:38:13.919" v="19"/>
          <ac:spMkLst>
            <pc:docMk/>
            <pc:sldMk cId="339750541" sldId="349"/>
            <ac:spMk id="2" creationId="{00000000-0000-0000-0000-000000000000}"/>
          </ac:spMkLst>
        </pc:spChg>
        <pc:spChg chg="mod">
          <ac:chgData name="Job Coenen" userId="39d21178-e980-40d1-ac56-45bbb0bcf1af" providerId="ADAL" clId="{89A9AB13-0CF1-47A8-98D6-BE479E2D2610}" dt="2023-08-31T08:38:13.919" v="19"/>
          <ac:spMkLst>
            <pc:docMk/>
            <pc:sldMk cId="339750541" sldId="349"/>
            <ac:spMk id="3" creationId="{00000000-0000-0000-0000-000000000000}"/>
          </ac:spMkLst>
        </pc:spChg>
        <pc:spChg chg="mod">
          <ac:chgData name="Job Coenen" userId="39d21178-e980-40d1-ac56-45bbb0bcf1af" providerId="ADAL" clId="{89A9AB13-0CF1-47A8-98D6-BE479E2D2610}" dt="2023-08-31T08:38:13.919" v="19"/>
          <ac:spMkLst>
            <pc:docMk/>
            <pc:sldMk cId="339750541" sldId="349"/>
            <ac:spMk id="4" creationId="{00000000-0000-0000-0000-000000000000}"/>
          </ac:spMkLst>
        </pc:spChg>
        <pc:spChg chg="mod">
          <ac:chgData name="Job Coenen" userId="39d21178-e980-40d1-ac56-45bbb0bcf1af" providerId="ADAL" clId="{89A9AB13-0CF1-47A8-98D6-BE479E2D2610}" dt="2023-08-31T08:38:13.919" v="19"/>
          <ac:spMkLst>
            <pc:docMk/>
            <pc:sldMk cId="339750541" sldId="349"/>
            <ac:spMk id="5" creationId="{00000000-0000-0000-0000-000000000000}"/>
          </ac:spMkLst>
        </pc:spChg>
        <pc:spChg chg="mod">
          <ac:chgData name="Job Coenen" userId="39d21178-e980-40d1-ac56-45bbb0bcf1af" providerId="ADAL" clId="{89A9AB13-0CF1-47A8-98D6-BE479E2D2610}" dt="2023-09-12T12:42:36.635" v="2517" actId="20577"/>
          <ac:spMkLst>
            <pc:docMk/>
            <pc:sldMk cId="339750541" sldId="349"/>
            <ac:spMk id="6" creationId="{00000000-0000-0000-0000-000000000000}"/>
          </ac:spMkLst>
        </pc:spChg>
      </pc:sldChg>
      <pc:sldChg chg="modSp mod ord">
        <pc:chgData name="Job Coenen" userId="39d21178-e980-40d1-ac56-45bbb0bcf1af" providerId="ADAL" clId="{89A9AB13-0CF1-47A8-98D6-BE479E2D2610}" dt="2023-09-21T14:24:39.258" v="3916" actId="20577"/>
        <pc:sldMkLst>
          <pc:docMk/>
          <pc:sldMk cId="1134278901" sldId="350"/>
        </pc:sldMkLst>
        <pc:spChg chg="mod">
          <ac:chgData name="Job Coenen" userId="39d21178-e980-40d1-ac56-45bbb0bcf1af" providerId="ADAL" clId="{89A9AB13-0CF1-47A8-98D6-BE479E2D2610}" dt="2023-09-12T12:55:57.099" v="2752" actId="1076"/>
          <ac:spMkLst>
            <pc:docMk/>
            <pc:sldMk cId="1134278901" sldId="350"/>
            <ac:spMk id="2" creationId="{00000000-0000-0000-0000-000000000000}"/>
          </ac:spMkLst>
        </pc:spChg>
        <pc:spChg chg="mod">
          <ac:chgData name="Job Coenen" userId="39d21178-e980-40d1-ac56-45bbb0bcf1af" providerId="ADAL" clId="{89A9AB13-0CF1-47A8-98D6-BE479E2D2610}" dt="2023-09-21T14:24:39.258" v="3916" actId="20577"/>
          <ac:spMkLst>
            <pc:docMk/>
            <pc:sldMk cId="1134278901" sldId="350"/>
            <ac:spMk id="7" creationId="{2B59F43B-9EF1-3916-CA58-271BEE14D536}"/>
          </ac:spMkLst>
        </pc:spChg>
      </pc:sldChg>
      <pc:sldChg chg="modSp mod ord">
        <pc:chgData name="Job Coenen" userId="39d21178-e980-40d1-ac56-45bbb0bcf1af" providerId="ADAL" clId="{89A9AB13-0CF1-47A8-98D6-BE479E2D2610}" dt="2023-09-12T12:57:59.455" v="2784"/>
        <pc:sldMkLst>
          <pc:docMk/>
          <pc:sldMk cId="3773486206" sldId="351"/>
        </pc:sldMkLst>
        <pc:spChg chg="mod">
          <ac:chgData name="Job Coenen" userId="39d21178-e980-40d1-ac56-45bbb0bcf1af" providerId="ADAL" clId="{89A9AB13-0CF1-47A8-98D6-BE479E2D2610}" dt="2023-09-12T12:56:41.267" v="2776" actId="403"/>
          <ac:spMkLst>
            <pc:docMk/>
            <pc:sldMk cId="3773486206" sldId="351"/>
            <ac:spMk id="2" creationId="{00000000-0000-0000-0000-000000000000}"/>
          </ac:spMkLst>
        </pc:spChg>
        <pc:spChg chg="mod">
          <ac:chgData name="Job Coenen" userId="39d21178-e980-40d1-ac56-45bbb0bcf1af" providerId="ADAL" clId="{89A9AB13-0CF1-47A8-98D6-BE479E2D2610}" dt="2023-09-12T12:56:57.441" v="2780" actId="1076"/>
          <ac:spMkLst>
            <pc:docMk/>
            <pc:sldMk cId="3773486206" sldId="351"/>
            <ac:spMk id="3" creationId="{00000000-0000-0000-0000-000000000000}"/>
          </ac:spMkLst>
        </pc:spChg>
      </pc:sldChg>
      <pc:sldChg chg="modSp del">
        <pc:chgData name="Job Coenen" userId="39d21178-e980-40d1-ac56-45bbb0bcf1af" providerId="ADAL" clId="{89A9AB13-0CF1-47A8-98D6-BE479E2D2610}" dt="2023-09-12T12:52:16.544" v="2709" actId="47"/>
        <pc:sldMkLst>
          <pc:docMk/>
          <pc:sldMk cId="4095622708" sldId="352"/>
        </pc:sldMkLst>
        <pc:spChg chg="mod">
          <ac:chgData name="Job Coenen" userId="39d21178-e980-40d1-ac56-45bbb0bcf1af" providerId="ADAL" clId="{89A9AB13-0CF1-47A8-98D6-BE479E2D2610}" dt="2023-08-31T08:37:33.757" v="0"/>
          <ac:spMkLst>
            <pc:docMk/>
            <pc:sldMk cId="4095622708" sldId="352"/>
            <ac:spMk id="2" creationId="{00000000-0000-0000-0000-000000000000}"/>
          </ac:spMkLst>
        </pc:spChg>
        <pc:picChg chg="mod">
          <ac:chgData name="Job Coenen" userId="39d21178-e980-40d1-ac56-45bbb0bcf1af" providerId="ADAL" clId="{89A9AB13-0CF1-47A8-98D6-BE479E2D2610}" dt="2023-08-31T08:38:13.919" v="19"/>
          <ac:picMkLst>
            <pc:docMk/>
            <pc:sldMk cId="4095622708" sldId="352"/>
            <ac:picMk id="4" creationId="{00000000-0000-0000-0000-000000000000}"/>
          </ac:picMkLst>
        </pc:picChg>
      </pc:sldChg>
      <pc:sldChg chg="modSp del mod">
        <pc:chgData name="Job Coenen" userId="39d21178-e980-40d1-ac56-45bbb0bcf1af" providerId="ADAL" clId="{89A9AB13-0CF1-47A8-98D6-BE479E2D2610}" dt="2023-09-12T12:52:28.855" v="2710" actId="47"/>
        <pc:sldMkLst>
          <pc:docMk/>
          <pc:sldMk cId="632212572" sldId="353"/>
        </pc:sldMkLst>
        <pc:spChg chg="mod">
          <ac:chgData name="Job Coenen" userId="39d21178-e980-40d1-ac56-45bbb0bcf1af" providerId="ADAL" clId="{89A9AB13-0CF1-47A8-98D6-BE479E2D2610}" dt="2023-08-31T08:38:13.919" v="19"/>
          <ac:spMkLst>
            <pc:docMk/>
            <pc:sldMk cId="632212572" sldId="353"/>
            <ac:spMk id="2" creationId="{00000000-0000-0000-0000-000000000000}"/>
          </ac:spMkLst>
        </pc:spChg>
        <pc:spChg chg="mod">
          <ac:chgData name="Job Coenen" userId="39d21178-e980-40d1-ac56-45bbb0bcf1af" providerId="ADAL" clId="{89A9AB13-0CF1-47A8-98D6-BE479E2D2610}" dt="2023-08-31T08:38:13.919" v="19"/>
          <ac:spMkLst>
            <pc:docMk/>
            <pc:sldMk cId="632212572" sldId="353"/>
            <ac:spMk id="3" creationId="{00000000-0000-0000-0000-000000000000}"/>
          </ac:spMkLst>
        </pc:spChg>
      </pc:sldChg>
      <pc:sldChg chg="modSp del">
        <pc:chgData name="Job Coenen" userId="39d21178-e980-40d1-ac56-45bbb0bcf1af" providerId="ADAL" clId="{89A9AB13-0CF1-47A8-98D6-BE479E2D2610}" dt="2023-09-12T12:44:11.785" v="2532" actId="47"/>
        <pc:sldMkLst>
          <pc:docMk/>
          <pc:sldMk cId="936443666" sldId="354"/>
        </pc:sldMkLst>
        <pc:spChg chg="mod">
          <ac:chgData name="Job Coenen" userId="39d21178-e980-40d1-ac56-45bbb0bcf1af" providerId="ADAL" clId="{89A9AB13-0CF1-47A8-98D6-BE479E2D2610}" dt="2023-08-31T08:38:13.919" v="19"/>
          <ac:spMkLst>
            <pc:docMk/>
            <pc:sldMk cId="936443666" sldId="354"/>
            <ac:spMk id="2" creationId="{00000000-0000-0000-0000-000000000000}"/>
          </ac:spMkLst>
        </pc:spChg>
        <pc:spChg chg="mod">
          <ac:chgData name="Job Coenen" userId="39d21178-e980-40d1-ac56-45bbb0bcf1af" providerId="ADAL" clId="{89A9AB13-0CF1-47A8-98D6-BE479E2D2610}" dt="2023-08-31T08:38:13.919" v="19"/>
          <ac:spMkLst>
            <pc:docMk/>
            <pc:sldMk cId="936443666" sldId="354"/>
            <ac:spMk id="7" creationId="{D25CCF15-2DD8-39E6-34CA-F86214DB9435}"/>
          </ac:spMkLst>
        </pc:spChg>
      </pc:sldChg>
      <pc:sldChg chg="modSp del">
        <pc:chgData name="Job Coenen" userId="39d21178-e980-40d1-ac56-45bbb0bcf1af" providerId="ADAL" clId="{89A9AB13-0CF1-47A8-98D6-BE479E2D2610}" dt="2023-09-12T12:44:15.719" v="2533" actId="47"/>
        <pc:sldMkLst>
          <pc:docMk/>
          <pc:sldMk cId="617022334" sldId="355"/>
        </pc:sldMkLst>
        <pc:spChg chg="mod">
          <ac:chgData name="Job Coenen" userId="39d21178-e980-40d1-ac56-45bbb0bcf1af" providerId="ADAL" clId="{89A9AB13-0CF1-47A8-98D6-BE479E2D2610}" dt="2023-08-31T08:37:33.757" v="0"/>
          <ac:spMkLst>
            <pc:docMk/>
            <pc:sldMk cId="617022334" sldId="355"/>
            <ac:spMk id="2" creationId="{00000000-0000-0000-0000-000000000000}"/>
          </ac:spMkLst>
        </pc:spChg>
        <pc:picChg chg="mod">
          <ac:chgData name="Job Coenen" userId="39d21178-e980-40d1-ac56-45bbb0bcf1af" providerId="ADAL" clId="{89A9AB13-0CF1-47A8-98D6-BE479E2D2610}" dt="2023-08-31T08:38:13.919" v="19"/>
          <ac:picMkLst>
            <pc:docMk/>
            <pc:sldMk cId="617022334" sldId="355"/>
            <ac:picMk id="4" creationId="{00000000-0000-0000-0000-000000000000}"/>
          </ac:picMkLst>
        </pc:picChg>
      </pc:sldChg>
      <pc:sldChg chg="modSp del">
        <pc:chgData name="Job Coenen" userId="39d21178-e980-40d1-ac56-45bbb0bcf1af" providerId="ADAL" clId="{89A9AB13-0CF1-47A8-98D6-BE479E2D2610}" dt="2023-09-12T12:42:23.885" v="2516" actId="47"/>
        <pc:sldMkLst>
          <pc:docMk/>
          <pc:sldMk cId="2698939790" sldId="356"/>
        </pc:sldMkLst>
        <pc:spChg chg="mod">
          <ac:chgData name="Job Coenen" userId="39d21178-e980-40d1-ac56-45bbb0bcf1af" providerId="ADAL" clId="{89A9AB13-0CF1-47A8-98D6-BE479E2D2610}" dt="2023-08-31T08:38:13.919" v="19"/>
          <ac:spMkLst>
            <pc:docMk/>
            <pc:sldMk cId="2698939790" sldId="356"/>
            <ac:spMk id="2" creationId="{00000000-0000-0000-0000-000000000000}"/>
          </ac:spMkLst>
        </pc:spChg>
        <pc:picChg chg="mod">
          <ac:chgData name="Job Coenen" userId="39d21178-e980-40d1-ac56-45bbb0bcf1af" providerId="ADAL" clId="{89A9AB13-0CF1-47A8-98D6-BE479E2D2610}" dt="2023-08-31T08:37:33.757" v="0"/>
          <ac:picMkLst>
            <pc:docMk/>
            <pc:sldMk cId="2698939790" sldId="356"/>
            <ac:picMk id="5" creationId="{00000000-0000-0000-0000-000000000000}"/>
          </ac:picMkLst>
        </pc:picChg>
      </pc:sldChg>
      <pc:sldChg chg="modSp del mod">
        <pc:chgData name="Job Coenen" userId="39d21178-e980-40d1-ac56-45bbb0bcf1af" providerId="ADAL" clId="{89A9AB13-0CF1-47A8-98D6-BE479E2D2610}" dt="2023-09-12T12:42:19.752" v="2514" actId="47"/>
        <pc:sldMkLst>
          <pc:docMk/>
          <pc:sldMk cId="4178727425" sldId="357"/>
        </pc:sldMkLst>
        <pc:spChg chg="mod">
          <ac:chgData name="Job Coenen" userId="39d21178-e980-40d1-ac56-45bbb0bcf1af" providerId="ADAL" clId="{89A9AB13-0CF1-47A8-98D6-BE479E2D2610}" dt="2023-08-31T08:38:13.919" v="19"/>
          <ac:spMkLst>
            <pc:docMk/>
            <pc:sldMk cId="4178727425" sldId="357"/>
            <ac:spMk id="2" creationId="{00000000-0000-0000-0000-000000000000}"/>
          </ac:spMkLst>
        </pc:spChg>
        <pc:spChg chg="mod">
          <ac:chgData name="Job Coenen" userId="39d21178-e980-40d1-ac56-45bbb0bcf1af" providerId="ADAL" clId="{89A9AB13-0CF1-47A8-98D6-BE479E2D2610}" dt="2023-08-31T08:38:13.919" v="19"/>
          <ac:spMkLst>
            <pc:docMk/>
            <pc:sldMk cId="4178727425" sldId="357"/>
            <ac:spMk id="3" creationId="{00000000-0000-0000-0000-000000000000}"/>
          </ac:spMkLst>
        </pc:spChg>
      </pc:sldChg>
      <pc:sldChg chg="modSp del">
        <pc:chgData name="Job Coenen" userId="39d21178-e980-40d1-ac56-45bbb0bcf1af" providerId="ADAL" clId="{89A9AB13-0CF1-47A8-98D6-BE479E2D2610}" dt="2023-09-12T12:42:22.108" v="2515" actId="47"/>
        <pc:sldMkLst>
          <pc:docMk/>
          <pc:sldMk cId="70031614" sldId="358"/>
        </pc:sldMkLst>
        <pc:spChg chg="mod">
          <ac:chgData name="Job Coenen" userId="39d21178-e980-40d1-ac56-45bbb0bcf1af" providerId="ADAL" clId="{89A9AB13-0CF1-47A8-98D6-BE479E2D2610}" dt="2023-08-31T08:38:13.919" v="19"/>
          <ac:spMkLst>
            <pc:docMk/>
            <pc:sldMk cId="70031614" sldId="358"/>
            <ac:spMk id="2" creationId="{00000000-0000-0000-0000-000000000000}"/>
          </ac:spMkLst>
        </pc:spChg>
        <pc:picChg chg="mod">
          <ac:chgData name="Job Coenen" userId="39d21178-e980-40d1-ac56-45bbb0bcf1af" providerId="ADAL" clId="{89A9AB13-0CF1-47A8-98D6-BE479E2D2610}" dt="2023-08-31T08:37:33.757" v="0"/>
          <ac:picMkLst>
            <pc:docMk/>
            <pc:sldMk cId="70031614" sldId="358"/>
            <ac:picMk id="5" creationId="{C746F8A6-B5DA-4ED5-92AB-3C5DA5605483}"/>
          </ac:picMkLst>
        </pc:picChg>
      </pc:sldChg>
      <pc:sldChg chg="modSp del">
        <pc:chgData name="Job Coenen" userId="39d21178-e980-40d1-ac56-45bbb0bcf1af" providerId="ADAL" clId="{89A9AB13-0CF1-47A8-98D6-BE479E2D2610}" dt="2023-09-12T12:59:20.788" v="2793" actId="47"/>
        <pc:sldMkLst>
          <pc:docMk/>
          <pc:sldMk cId="3125202366" sldId="359"/>
        </pc:sldMkLst>
        <pc:spChg chg="mod">
          <ac:chgData name="Job Coenen" userId="39d21178-e980-40d1-ac56-45bbb0bcf1af" providerId="ADAL" clId="{89A9AB13-0CF1-47A8-98D6-BE479E2D2610}" dt="2023-08-31T08:38:13.919" v="19"/>
          <ac:spMkLst>
            <pc:docMk/>
            <pc:sldMk cId="3125202366" sldId="359"/>
            <ac:spMk id="2" creationId="{00000000-0000-0000-0000-000000000000}"/>
          </ac:spMkLst>
        </pc:spChg>
        <pc:spChg chg="mod">
          <ac:chgData name="Job Coenen" userId="39d21178-e980-40d1-ac56-45bbb0bcf1af" providerId="ADAL" clId="{89A9AB13-0CF1-47A8-98D6-BE479E2D2610}" dt="2023-08-31T08:38:13.919" v="19"/>
          <ac:spMkLst>
            <pc:docMk/>
            <pc:sldMk cId="3125202366" sldId="359"/>
            <ac:spMk id="3" creationId="{00000000-0000-0000-0000-000000000000}"/>
          </ac:spMkLst>
        </pc:spChg>
        <pc:spChg chg="mod">
          <ac:chgData name="Job Coenen" userId="39d21178-e980-40d1-ac56-45bbb0bcf1af" providerId="ADAL" clId="{89A9AB13-0CF1-47A8-98D6-BE479E2D2610}" dt="2023-08-31T08:37:33.757" v="0"/>
          <ac:spMkLst>
            <pc:docMk/>
            <pc:sldMk cId="3125202366" sldId="359"/>
            <ac:spMk id="4" creationId="{00000000-0000-0000-0000-000000000000}"/>
          </ac:spMkLst>
        </pc:spChg>
        <pc:spChg chg="mod">
          <ac:chgData name="Job Coenen" userId="39d21178-e980-40d1-ac56-45bbb0bcf1af" providerId="ADAL" clId="{89A9AB13-0CF1-47A8-98D6-BE479E2D2610}" dt="2023-08-31T08:37:33.757" v="0"/>
          <ac:spMkLst>
            <pc:docMk/>
            <pc:sldMk cId="3125202366" sldId="359"/>
            <ac:spMk id="5" creationId="{00000000-0000-0000-0000-000000000000}"/>
          </ac:spMkLst>
        </pc:spChg>
        <pc:picChg chg="mod">
          <ac:chgData name="Job Coenen" userId="39d21178-e980-40d1-ac56-45bbb0bcf1af" providerId="ADAL" clId="{89A9AB13-0CF1-47A8-98D6-BE479E2D2610}" dt="2023-08-31T08:37:33.757" v="0"/>
          <ac:picMkLst>
            <pc:docMk/>
            <pc:sldMk cId="3125202366" sldId="359"/>
            <ac:picMk id="6" creationId="{00000000-0000-0000-0000-000000000000}"/>
          </ac:picMkLst>
        </pc:picChg>
        <pc:picChg chg="mod">
          <ac:chgData name="Job Coenen" userId="39d21178-e980-40d1-ac56-45bbb0bcf1af" providerId="ADAL" clId="{89A9AB13-0CF1-47A8-98D6-BE479E2D2610}" dt="2023-08-31T08:37:33.757" v="0"/>
          <ac:picMkLst>
            <pc:docMk/>
            <pc:sldMk cId="3125202366" sldId="359"/>
            <ac:picMk id="7" creationId="{00000000-0000-0000-0000-000000000000}"/>
          </ac:picMkLst>
        </pc:picChg>
      </pc:sldChg>
      <pc:sldChg chg="modSp del">
        <pc:chgData name="Job Coenen" userId="39d21178-e980-40d1-ac56-45bbb0bcf1af" providerId="ADAL" clId="{89A9AB13-0CF1-47A8-98D6-BE479E2D2610}" dt="2023-09-12T12:59:18.973" v="2792" actId="47"/>
        <pc:sldMkLst>
          <pc:docMk/>
          <pc:sldMk cId="73915604" sldId="360"/>
        </pc:sldMkLst>
        <pc:spChg chg="mod">
          <ac:chgData name="Job Coenen" userId="39d21178-e980-40d1-ac56-45bbb0bcf1af" providerId="ADAL" clId="{89A9AB13-0CF1-47A8-98D6-BE479E2D2610}" dt="2023-08-31T08:38:13.919" v="19"/>
          <ac:spMkLst>
            <pc:docMk/>
            <pc:sldMk cId="73915604" sldId="360"/>
            <ac:spMk id="2" creationId="{00000000-0000-0000-0000-000000000000}"/>
          </ac:spMkLst>
        </pc:spChg>
        <pc:spChg chg="mod">
          <ac:chgData name="Job Coenen" userId="39d21178-e980-40d1-ac56-45bbb0bcf1af" providerId="ADAL" clId="{89A9AB13-0CF1-47A8-98D6-BE479E2D2610}" dt="2023-08-31T08:38:13.919" v="19"/>
          <ac:spMkLst>
            <pc:docMk/>
            <pc:sldMk cId="73915604" sldId="360"/>
            <ac:spMk id="3" creationId="{00000000-0000-0000-0000-000000000000}"/>
          </ac:spMkLst>
        </pc:spChg>
      </pc:sldChg>
      <pc:sldChg chg="modSp del">
        <pc:chgData name="Job Coenen" userId="39d21178-e980-40d1-ac56-45bbb0bcf1af" providerId="ADAL" clId="{89A9AB13-0CF1-47A8-98D6-BE479E2D2610}" dt="2023-09-12T12:59:15.886" v="2791" actId="47"/>
        <pc:sldMkLst>
          <pc:docMk/>
          <pc:sldMk cId="4218970529" sldId="361"/>
        </pc:sldMkLst>
        <pc:spChg chg="mod">
          <ac:chgData name="Job Coenen" userId="39d21178-e980-40d1-ac56-45bbb0bcf1af" providerId="ADAL" clId="{89A9AB13-0CF1-47A8-98D6-BE479E2D2610}" dt="2023-08-31T08:38:13.919" v="19"/>
          <ac:spMkLst>
            <pc:docMk/>
            <pc:sldMk cId="4218970529" sldId="361"/>
            <ac:spMk id="2" creationId="{00000000-0000-0000-0000-000000000000}"/>
          </ac:spMkLst>
        </pc:spChg>
        <pc:spChg chg="mod">
          <ac:chgData name="Job Coenen" userId="39d21178-e980-40d1-ac56-45bbb0bcf1af" providerId="ADAL" clId="{89A9AB13-0CF1-47A8-98D6-BE479E2D2610}" dt="2023-08-31T08:38:13.919" v="19"/>
          <ac:spMkLst>
            <pc:docMk/>
            <pc:sldMk cId="4218970529" sldId="361"/>
            <ac:spMk id="3" creationId="{00000000-0000-0000-0000-000000000000}"/>
          </ac:spMkLst>
        </pc:spChg>
        <pc:picChg chg="mod">
          <ac:chgData name="Job Coenen" userId="39d21178-e980-40d1-ac56-45bbb0bcf1af" providerId="ADAL" clId="{89A9AB13-0CF1-47A8-98D6-BE479E2D2610}" dt="2023-08-31T08:37:33.757" v="0"/>
          <ac:picMkLst>
            <pc:docMk/>
            <pc:sldMk cId="4218970529" sldId="361"/>
            <ac:picMk id="4" creationId="{00000000-0000-0000-0000-000000000000}"/>
          </ac:picMkLst>
        </pc:picChg>
      </pc:sldChg>
      <pc:sldChg chg="modSp del">
        <pc:chgData name="Job Coenen" userId="39d21178-e980-40d1-ac56-45bbb0bcf1af" providerId="ADAL" clId="{89A9AB13-0CF1-47A8-98D6-BE479E2D2610}" dt="2023-09-12T12:59:13.963" v="2790" actId="47"/>
        <pc:sldMkLst>
          <pc:docMk/>
          <pc:sldMk cId="1651861999" sldId="365"/>
        </pc:sldMkLst>
        <pc:picChg chg="mod">
          <ac:chgData name="Job Coenen" userId="39d21178-e980-40d1-ac56-45bbb0bcf1af" providerId="ADAL" clId="{89A9AB13-0CF1-47A8-98D6-BE479E2D2610}" dt="2023-08-31T08:37:33.757" v="0"/>
          <ac:picMkLst>
            <pc:docMk/>
            <pc:sldMk cId="1651861999" sldId="365"/>
            <ac:picMk id="2" creationId="{00000000-0000-0000-0000-000000000000}"/>
          </ac:picMkLst>
        </pc:picChg>
      </pc:sldChg>
      <pc:sldChg chg="modSp del">
        <pc:chgData name="Job Coenen" userId="39d21178-e980-40d1-ac56-45bbb0bcf1af" providerId="ADAL" clId="{89A9AB13-0CF1-47A8-98D6-BE479E2D2610}" dt="2023-09-12T12:50:54.568" v="2708" actId="47"/>
        <pc:sldMkLst>
          <pc:docMk/>
          <pc:sldMk cId="4243868564" sldId="367"/>
        </pc:sldMkLst>
        <pc:picChg chg="mod">
          <ac:chgData name="Job Coenen" userId="39d21178-e980-40d1-ac56-45bbb0bcf1af" providerId="ADAL" clId="{89A9AB13-0CF1-47A8-98D6-BE479E2D2610}" dt="2023-08-31T08:37:33.757" v="0"/>
          <ac:picMkLst>
            <pc:docMk/>
            <pc:sldMk cId="4243868564" sldId="367"/>
            <ac:picMk id="7" creationId="{00000000-0000-0000-0000-000000000000}"/>
          </ac:picMkLst>
        </pc:picChg>
      </pc:sldChg>
      <pc:sldChg chg="modSp del mod">
        <pc:chgData name="Job Coenen" userId="39d21178-e980-40d1-ac56-45bbb0bcf1af" providerId="ADAL" clId="{89A9AB13-0CF1-47A8-98D6-BE479E2D2610}" dt="2023-09-12T12:44:40.119" v="2535" actId="47"/>
        <pc:sldMkLst>
          <pc:docMk/>
          <pc:sldMk cId="2288552502" sldId="368"/>
        </pc:sldMkLst>
        <pc:spChg chg="mod">
          <ac:chgData name="Job Coenen" userId="39d21178-e980-40d1-ac56-45bbb0bcf1af" providerId="ADAL" clId="{89A9AB13-0CF1-47A8-98D6-BE479E2D2610}" dt="2023-08-31T08:37:33.757" v="0"/>
          <ac:spMkLst>
            <pc:docMk/>
            <pc:sldMk cId="2288552502" sldId="368"/>
            <ac:spMk id="5" creationId="{00000000-0000-0000-0000-000000000000}"/>
          </ac:spMkLst>
        </pc:spChg>
        <pc:spChg chg="mod">
          <ac:chgData name="Job Coenen" userId="39d21178-e980-40d1-ac56-45bbb0bcf1af" providerId="ADAL" clId="{89A9AB13-0CF1-47A8-98D6-BE479E2D2610}" dt="2023-08-31T08:38:13.919" v="19"/>
          <ac:spMkLst>
            <pc:docMk/>
            <pc:sldMk cId="2288552502" sldId="368"/>
            <ac:spMk id="6147" creationId="{00000000-0000-0000-0000-000000000000}"/>
          </ac:spMkLst>
        </pc:spChg>
        <pc:spChg chg="mod">
          <ac:chgData name="Job Coenen" userId="39d21178-e980-40d1-ac56-45bbb0bcf1af" providerId="ADAL" clId="{89A9AB13-0CF1-47A8-98D6-BE479E2D2610}" dt="2023-08-31T08:38:13.919" v="19"/>
          <ac:spMkLst>
            <pc:docMk/>
            <pc:sldMk cId="2288552502" sldId="368"/>
            <ac:spMk id="9218" creationId="{00000000-0000-0000-0000-000000000000}"/>
          </ac:spMkLst>
        </pc:spChg>
      </pc:sldChg>
      <pc:sldChg chg="modSp mod modNotes">
        <pc:chgData name="Job Coenen" userId="39d21178-e980-40d1-ac56-45bbb0bcf1af" providerId="ADAL" clId="{89A9AB13-0CF1-47A8-98D6-BE479E2D2610}" dt="2023-09-21T14:26:49.095" v="4056" actId="1076"/>
        <pc:sldMkLst>
          <pc:docMk/>
          <pc:sldMk cId="2066462224" sldId="369"/>
        </pc:sldMkLst>
        <pc:spChg chg="mod">
          <ac:chgData name="Job Coenen" userId="39d21178-e980-40d1-ac56-45bbb0bcf1af" providerId="ADAL" clId="{89A9AB13-0CF1-47A8-98D6-BE479E2D2610}" dt="2023-08-31T08:37:33.757" v="0"/>
          <ac:spMkLst>
            <pc:docMk/>
            <pc:sldMk cId="2066462224" sldId="369"/>
            <ac:spMk id="3" creationId="{640E1C61-064A-3F4E-A9D2-9A79D6AC5D87}"/>
          </ac:spMkLst>
        </pc:spChg>
        <pc:spChg chg="mod">
          <ac:chgData name="Job Coenen" userId="39d21178-e980-40d1-ac56-45bbb0bcf1af" providerId="ADAL" clId="{89A9AB13-0CF1-47A8-98D6-BE479E2D2610}" dt="2023-09-21T14:26:49.095" v="4056" actId="1076"/>
          <ac:spMkLst>
            <pc:docMk/>
            <pc:sldMk cId="2066462224" sldId="369"/>
            <ac:spMk id="4" creationId="{00000000-0000-0000-0000-000000000000}"/>
          </ac:spMkLst>
        </pc:spChg>
        <pc:spChg chg="mod">
          <ac:chgData name="Job Coenen" userId="39d21178-e980-40d1-ac56-45bbb0bcf1af" providerId="ADAL" clId="{89A9AB13-0CF1-47A8-98D6-BE479E2D2610}" dt="2023-08-31T15:23:41.915" v="2366" actId="1076"/>
          <ac:spMkLst>
            <pc:docMk/>
            <pc:sldMk cId="2066462224" sldId="369"/>
            <ac:spMk id="5" creationId="{FC1BC865-FAC5-A1B6-4FB5-2F20212F39CC}"/>
          </ac:spMkLst>
        </pc:spChg>
        <pc:picChg chg="mod">
          <ac:chgData name="Job Coenen" userId="39d21178-e980-40d1-ac56-45bbb0bcf1af" providerId="ADAL" clId="{89A9AB13-0CF1-47A8-98D6-BE479E2D2610}" dt="2023-09-21T14:26:47.184" v="4055" actId="1076"/>
          <ac:picMkLst>
            <pc:docMk/>
            <pc:sldMk cId="2066462224" sldId="369"/>
            <ac:picMk id="2" creationId="{00000000-0000-0000-0000-000000000000}"/>
          </ac:picMkLst>
        </pc:picChg>
      </pc:sldChg>
      <pc:sldChg chg="modSp del">
        <pc:chgData name="Job Coenen" userId="39d21178-e980-40d1-ac56-45bbb0bcf1af" providerId="ADAL" clId="{89A9AB13-0CF1-47A8-98D6-BE479E2D2610}" dt="2023-09-12T12:44:46.660" v="2538" actId="47"/>
        <pc:sldMkLst>
          <pc:docMk/>
          <pc:sldMk cId="1080607007" sldId="370"/>
        </pc:sldMkLst>
        <pc:spChg chg="mod">
          <ac:chgData name="Job Coenen" userId="39d21178-e980-40d1-ac56-45bbb0bcf1af" providerId="ADAL" clId="{89A9AB13-0CF1-47A8-98D6-BE479E2D2610}" dt="2023-08-31T08:37:33.757" v="0"/>
          <ac:spMkLst>
            <pc:docMk/>
            <pc:sldMk cId="1080607007" sldId="370"/>
            <ac:spMk id="2" creationId="{00000000-0000-0000-0000-000000000000}"/>
          </ac:spMkLst>
        </pc:spChg>
        <pc:picChg chg="mod">
          <ac:chgData name="Job Coenen" userId="39d21178-e980-40d1-ac56-45bbb0bcf1af" providerId="ADAL" clId="{89A9AB13-0CF1-47A8-98D6-BE479E2D2610}" dt="2023-08-31T08:38:13.919" v="19"/>
          <ac:picMkLst>
            <pc:docMk/>
            <pc:sldMk cId="1080607007" sldId="370"/>
            <ac:picMk id="4" creationId="{00000000-0000-0000-0000-000000000000}"/>
          </ac:picMkLst>
        </pc:picChg>
      </pc:sldChg>
      <pc:sldChg chg="modSp del mod">
        <pc:chgData name="Job Coenen" userId="39d21178-e980-40d1-ac56-45bbb0bcf1af" providerId="ADAL" clId="{89A9AB13-0CF1-47A8-98D6-BE479E2D2610}" dt="2023-09-12T12:45:12.352" v="2543" actId="47"/>
        <pc:sldMkLst>
          <pc:docMk/>
          <pc:sldMk cId="3990929484" sldId="371"/>
        </pc:sldMkLst>
        <pc:spChg chg="mod">
          <ac:chgData name="Job Coenen" userId="39d21178-e980-40d1-ac56-45bbb0bcf1af" providerId="ADAL" clId="{89A9AB13-0CF1-47A8-98D6-BE479E2D2610}" dt="2023-09-12T12:45:10.132" v="2542" actId="1076"/>
          <ac:spMkLst>
            <pc:docMk/>
            <pc:sldMk cId="3990929484" sldId="371"/>
            <ac:spMk id="2" creationId="{00000000-0000-0000-0000-000000000000}"/>
          </ac:spMkLst>
        </pc:spChg>
        <pc:spChg chg="mod">
          <ac:chgData name="Job Coenen" userId="39d21178-e980-40d1-ac56-45bbb0bcf1af" providerId="ADAL" clId="{89A9AB13-0CF1-47A8-98D6-BE479E2D2610}" dt="2023-08-31T08:38:13.919" v="19"/>
          <ac:spMkLst>
            <pc:docMk/>
            <pc:sldMk cId="3990929484" sldId="371"/>
            <ac:spMk id="3" creationId="{00000000-0000-0000-0000-000000000000}"/>
          </ac:spMkLst>
        </pc:spChg>
      </pc:sldChg>
      <pc:sldChg chg="modSp del mod modNotes">
        <pc:chgData name="Job Coenen" userId="39d21178-e980-40d1-ac56-45bbb0bcf1af" providerId="ADAL" clId="{89A9AB13-0CF1-47A8-98D6-BE479E2D2610}" dt="2023-09-12T12:59:10.135" v="2787" actId="47"/>
        <pc:sldMkLst>
          <pc:docMk/>
          <pc:sldMk cId="3309499099" sldId="372"/>
        </pc:sldMkLst>
        <pc:spChg chg="mod">
          <ac:chgData name="Job Coenen" userId="39d21178-e980-40d1-ac56-45bbb0bcf1af" providerId="ADAL" clId="{89A9AB13-0CF1-47A8-98D6-BE479E2D2610}" dt="2023-09-12T12:45:24.011" v="2545" actId="1076"/>
          <ac:spMkLst>
            <pc:docMk/>
            <pc:sldMk cId="3309499099" sldId="372"/>
            <ac:spMk id="2" creationId="{00000000-0000-0000-0000-000000000000}"/>
          </ac:spMkLst>
        </pc:spChg>
        <pc:spChg chg="mod">
          <ac:chgData name="Job Coenen" userId="39d21178-e980-40d1-ac56-45bbb0bcf1af" providerId="ADAL" clId="{89A9AB13-0CF1-47A8-98D6-BE479E2D2610}" dt="2023-09-12T12:45:21.323" v="2544" actId="1076"/>
          <ac:spMkLst>
            <pc:docMk/>
            <pc:sldMk cId="3309499099" sldId="372"/>
            <ac:spMk id="3" creationId="{00000000-0000-0000-0000-000000000000}"/>
          </ac:spMkLst>
        </pc:spChg>
      </pc:sldChg>
      <pc:sldChg chg="modSp mod">
        <pc:chgData name="Job Coenen" userId="39d21178-e980-40d1-ac56-45bbb0bcf1af" providerId="ADAL" clId="{89A9AB13-0CF1-47A8-98D6-BE479E2D2610}" dt="2023-09-12T12:39:44.125" v="2477" actId="403"/>
        <pc:sldMkLst>
          <pc:docMk/>
          <pc:sldMk cId="1482998068" sldId="373"/>
        </pc:sldMkLst>
        <pc:spChg chg="mod">
          <ac:chgData name="Job Coenen" userId="39d21178-e980-40d1-ac56-45bbb0bcf1af" providerId="ADAL" clId="{89A9AB13-0CF1-47A8-98D6-BE479E2D2610}" dt="2023-08-31T15:26:27.309" v="2444" actId="207"/>
          <ac:spMkLst>
            <pc:docMk/>
            <pc:sldMk cId="1482998068" sldId="373"/>
            <ac:spMk id="18434" creationId="{00000000-0000-0000-0000-000000000000}"/>
          </ac:spMkLst>
        </pc:spChg>
        <pc:spChg chg="mod">
          <ac:chgData name="Job Coenen" userId="39d21178-e980-40d1-ac56-45bbb0bcf1af" providerId="ADAL" clId="{89A9AB13-0CF1-47A8-98D6-BE479E2D2610}" dt="2023-09-12T12:39:44.125" v="2477" actId="403"/>
          <ac:spMkLst>
            <pc:docMk/>
            <pc:sldMk cId="1482998068" sldId="373"/>
            <ac:spMk id="18435" creationId="{00000000-0000-0000-0000-000000000000}"/>
          </ac:spMkLst>
        </pc:spChg>
      </pc:sldChg>
      <pc:sldChg chg="modSp del modNotes">
        <pc:chgData name="Job Coenen" userId="39d21178-e980-40d1-ac56-45bbb0bcf1af" providerId="ADAL" clId="{89A9AB13-0CF1-47A8-98D6-BE479E2D2610}" dt="2023-09-12T12:59:11.852" v="2788" actId="47"/>
        <pc:sldMkLst>
          <pc:docMk/>
          <pc:sldMk cId="2233753528" sldId="374"/>
        </pc:sldMkLst>
        <pc:spChg chg="mod">
          <ac:chgData name="Job Coenen" userId="39d21178-e980-40d1-ac56-45bbb0bcf1af" providerId="ADAL" clId="{89A9AB13-0CF1-47A8-98D6-BE479E2D2610}" dt="2023-08-31T08:37:33.757" v="0"/>
          <ac:spMkLst>
            <pc:docMk/>
            <pc:sldMk cId="2233753528" sldId="374"/>
            <ac:spMk id="6" creationId="{00000000-0000-0000-0000-000000000000}"/>
          </ac:spMkLst>
        </pc:spChg>
        <pc:spChg chg="mod">
          <ac:chgData name="Job Coenen" userId="39d21178-e980-40d1-ac56-45bbb0bcf1af" providerId="ADAL" clId="{89A9AB13-0CF1-47A8-98D6-BE479E2D2610}" dt="2023-08-31T08:38:13.919" v="19"/>
          <ac:spMkLst>
            <pc:docMk/>
            <pc:sldMk cId="2233753528" sldId="374"/>
            <ac:spMk id="16386" creationId="{00000000-0000-0000-0000-000000000000}"/>
          </ac:spMkLst>
        </pc:spChg>
        <pc:spChg chg="mod">
          <ac:chgData name="Job Coenen" userId="39d21178-e980-40d1-ac56-45bbb0bcf1af" providerId="ADAL" clId="{89A9AB13-0CF1-47A8-98D6-BE479E2D2610}" dt="2023-08-31T08:37:33.757" v="0"/>
          <ac:spMkLst>
            <pc:docMk/>
            <pc:sldMk cId="2233753528" sldId="374"/>
            <ac:spMk id="16388" creationId="{00000000-0000-0000-0000-000000000000}"/>
          </ac:spMkLst>
        </pc:spChg>
        <pc:spChg chg="mod">
          <ac:chgData name="Job Coenen" userId="39d21178-e980-40d1-ac56-45bbb0bcf1af" providerId="ADAL" clId="{89A9AB13-0CF1-47A8-98D6-BE479E2D2610}" dt="2023-08-31T08:38:13.919" v="19"/>
          <ac:spMkLst>
            <pc:docMk/>
            <pc:sldMk cId="2233753528" sldId="374"/>
            <ac:spMk id="16389" creationId="{00000000-0000-0000-0000-000000000000}"/>
          </ac:spMkLst>
        </pc:spChg>
        <pc:picChg chg="mod">
          <ac:chgData name="Job Coenen" userId="39d21178-e980-40d1-ac56-45bbb0bcf1af" providerId="ADAL" clId="{89A9AB13-0CF1-47A8-98D6-BE479E2D2610}" dt="2023-08-31T08:37:33.757" v="0"/>
          <ac:picMkLst>
            <pc:docMk/>
            <pc:sldMk cId="2233753528" sldId="374"/>
            <ac:picMk id="8" creationId="{00000000-0000-0000-0000-000000000000}"/>
          </ac:picMkLst>
        </pc:picChg>
      </pc:sldChg>
      <pc:sldChg chg="modSp del mod modNotes">
        <pc:chgData name="Job Coenen" userId="39d21178-e980-40d1-ac56-45bbb0bcf1af" providerId="ADAL" clId="{89A9AB13-0CF1-47A8-98D6-BE479E2D2610}" dt="2023-09-12T12:54:24.783" v="2727" actId="47"/>
        <pc:sldMkLst>
          <pc:docMk/>
          <pc:sldMk cId="3621590147" sldId="375"/>
        </pc:sldMkLst>
        <pc:spChg chg="mod">
          <ac:chgData name="Job Coenen" userId="39d21178-e980-40d1-ac56-45bbb0bcf1af" providerId="ADAL" clId="{89A9AB13-0CF1-47A8-98D6-BE479E2D2610}" dt="2023-09-12T12:53:31.940" v="2716" actId="403"/>
          <ac:spMkLst>
            <pc:docMk/>
            <pc:sldMk cId="3621590147" sldId="375"/>
            <ac:spMk id="11266" creationId="{00000000-0000-0000-0000-000000000000}"/>
          </ac:spMkLst>
        </pc:spChg>
        <pc:spChg chg="mod">
          <ac:chgData name="Job Coenen" userId="39d21178-e980-40d1-ac56-45bbb0bcf1af" providerId="ADAL" clId="{89A9AB13-0CF1-47A8-98D6-BE479E2D2610}" dt="2023-09-12T12:53:51.002" v="2718" actId="207"/>
          <ac:spMkLst>
            <pc:docMk/>
            <pc:sldMk cId="3621590147" sldId="375"/>
            <ac:spMk id="11289" creationId="{00000000-0000-0000-0000-000000000000}"/>
          </ac:spMkLst>
        </pc:spChg>
        <pc:graphicFrameChg chg="mod modGraphic">
          <ac:chgData name="Job Coenen" userId="39d21178-e980-40d1-ac56-45bbb0bcf1af" providerId="ADAL" clId="{89A9AB13-0CF1-47A8-98D6-BE479E2D2610}" dt="2023-09-12T12:54:11.842" v="2726" actId="403"/>
          <ac:graphicFrameMkLst>
            <pc:docMk/>
            <pc:sldMk cId="3621590147" sldId="375"/>
            <ac:graphicFrameMk id="6" creationId="{00000000-0000-0000-0000-000000000000}"/>
          </ac:graphicFrameMkLst>
        </pc:graphicFrameChg>
      </pc:sldChg>
      <pc:sldChg chg="modSp mod ord modNotes">
        <pc:chgData name="Job Coenen" userId="39d21178-e980-40d1-ac56-45bbb0bcf1af" providerId="ADAL" clId="{89A9AB13-0CF1-47A8-98D6-BE479E2D2610}" dt="2023-09-21T14:24:23.309" v="3915" actId="1076"/>
        <pc:sldMkLst>
          <pc:docMk/>
          <pc:sldMk cId="2801771059" sldId="376"/>
        </pc:sldMkLst>
        <pc:spChg chg="mod">
          <ac:chgData name="Job Coenen" userId="39d21178-e980-40d1-ac56-45bbb0bcf1af" providerId="ADAL" clId="{89A9AB13-0CF1-47A8-98D6-BE479E2D2610}" dt="2023-09-12T12:55:26.921" v="2745" actId="1076"/>
          <ac:spMkLst>
            <pc:docMk/>
            <pc:sldMk cId="2801771059" sldId="376"/>
            <ac:spMk id="4" creationId="{00000000-0000-0000-0000-000000000000}"/>
          </ac:spMkLst>
        </pc:spChg>
        <pc:spChg chg="mod">
          <ac:chgData name="Job Coenen" userId="39d21178-e980-40d1-ac56-45bbb0bcf1af" providerId="ADAL" clId="{89A9AB13-0CF1-47A8-98D6-BE479E2D2610}" dt="2023-08-31T08:37:33.757" v="0"/>
          <ac:spMkLst>
            <pc:docMk/>
            <pc:sldMk cId="2801771059" sldId="376"/>
            <ac:spMk id="5" creationId="{00000000-0000-0000-0000-000000000000}"/>
          </ac:spMkLst>
        </pc:spChg>
        <pc:spChg chg="mod">
          <ac:chgData name="Job Coenen" userId="39d21178-e980-40d1-ac56-45bbb0bcf1af" providerId="ADAL" clId="{89A9AB13-0CF1-47A8-98D6-BE479E2D2610}" dt="2023-08-31T08:37:33.757" v="0"/>
          <ac:spMkLst>
            <pc:docMk/>
            <pc:sldMk cId="2801771059" sldId="376"/>
            <ac:spMk id="6" creationId="{00000000-0000-0000-0000-000000000000}"/>
          </ac:spMkLst>
        </pc:spChg>
        <pc:spChg chg="mod">
          <ac:chgData name="Job Coenen" userId="39d21178-e980-40d1-ac56-45bbb0bcf1af" providerId="ADAL" clId="{89A9AB13-0CF1-47A8-98D6-BE479E2D2610}" dt="2023-08-31T08:37:33.757" v="0"/>
          <ac:spMkLst>
            <pc:docMk/>
            <pc:sldMk cId="2801771059" sldId="376"/>
            <ac:spMk id="7" creationId="{00000000-0000-0000-0000-000000000000}"/>
          </ac:spMkLst>
        </pc:spChg>
        <pc:spChg chg="mod">
          <ac:chgData name="Job Coenen" userId="39d21178-e980-40d1-ac56-45bbb0bcf1af" providerId="ADAL" clId="{89A9AB13-0CF1-47A8-98D6-BE479E2D2610}" dt="2023-08-31T08:37:33.757" v="0"/>
          <ac:spMkLst>
            <pc:docMk/>
            <pc:sldMk cId="2801771059" sldId="376"/>
            <ac:spMk id="8" creationId="{00000000-0000-0000-0000-000000000000}"/>
          </ac:spMkLst>
        </pc:spChg>
        <pc:spChg chg="mod">
          <ac:chgData name="Job Coenen" userId="39d21178-e980-40d1-ac56-45bbb0bcf1af" providerId="ADAL" clId="{89A9AB13-0CF1-47A8-98D6-BE479E2D2610}" dt="2023-09-21T14:24:23.309" v="3915" actId="1076"/>
          <ac:spMkLst>
            <pc:docMk/>
            <pc:sldMk cId="2801771059" sldId="376"/>
            <ac:spMk id="13314" creationId="{00000000-0000-0000-0000-000000000000}"/>
          </ac:spMkLst>
        </pc:spChg>
        <pc:grpChg chg="mod">
          <ac:chgData name="Job Coenen" userId="39d21178-e980-40d1-ac56-45bbb0bcf1af" providerId="ADAL" clId="{89A9AB13-0CF1-47A8-98D6-BE479E2D2610}" dt="2023-09-12T12:55:18.773" v="2740" actId="1076"/>
          <ac:grpSpMkLst>
            <pc:docMk/>
            <pc:sldMk cId="2801771059" sldId="376"/>
            <ac:grpSpMk id="10" creationId="{28E0D8A6-3EA7-88E2-1248-C1A0B0F65C09}"/>
          </ac:grpSpMkLst>
        </pc:grpChg>
        <pc:picChg chg="mod">
          <ac:chgData name="Job Coenen" userId="39d21178-e980-40d1-ac56-45bbb0bcf1af" providerId="ADAL" clId="{89A9AB13-0CF1-47A8-98D6-BE479E2D2610}" dt="2023-08-31T08:37:33.757" v="0"/>
          <ac:picMkLst>
            <pc:docMk/>
            <pc:sldMk cId="2801771059" sldId="376"/>
            <ac:picMk id="13315" creationId="{00000000-0000-0000-0000-000000000000}"/>
          </ac:picMkLst>
        </pc:picChg>
      </pc:sldChg>
      <pc:sldChg chg="modSp del">
        <pc:chgData name="Job Coenen" userId="39d21178-e980-40d1-ac56-45bbb0bcf1af" providerId="ADAL" clId="{89A9AB13-0CF1-47A8-98D6-BE479E2D2610}" dt="2023-09-12T12:55:36.350" v="2746" actId="47"/>
        <pc:sldMkLst>
          <pc:docMk/>
          <pc:sldMk cId="693452955" sldId="377"/>
        </pc:sldMkLst>
        <pc:spChg chg="mod">
          <ac:chgData name="Job Coenen" userId="39d21178-e980-40d1-ac56-45bbb0bcf1af" providerId="ADAL" clId="{89A9AB13-0CF1-47A8-98D6-BE479E2D2610}" dt="2023-08-31T08:37:33.757" v="0"/>
          <ac:spMkLst>
            <pc:docMk/>
            <pc:sldMk cId="693452955" sldId="377"/>
            <ac:spMk id="3" creationId="{00000000-0000-0000-0000-000000000000}"/>
          </ac:spMkLst>
        </pc:spChg>
        <pc:spChg chg="mod">
          <ac:chgData name="Job Coenen" userId="39d21178-e980-40d1-ac56-45bbb0bcf1af" providerId="ADAL" clId="{89A9AB13-0CF1-47A8-98D6-BE479E2D2610}" dt="2023-08-31T08:37:33.757" v="0"/>
          <ac:spMkLst>
            <pc:docMk/>
            <pc:sldMk cId="693452955" sldId="377"/>
            <ac:spMk id="4" creationId="{00000000-0000-0000-0000-000000000000}"/>
          </ac:spMkLst>
        </pc:spChg>
        <pc:spChg chg="mod">
          <ac:chgData name="Job Coenen" userId="39d21178-e980-40d1-ac56-45bbb0bcf1af" providerId="ADAL" clId="{89A9AB13-0CF1-47A8-98D6-BE479E2D2610}" dt="2023-08-31T08:38:13.919" v="19"/>
          <ac:spMkLst>
            <pc:docMk/>
            <pc:sldMk cId="693452955" sldId="377"/>
            <ac:spMk id="5" creationId="{0357A6C6-90E2-E623-7262-274D60DF2471}"/>
          </ac:spMkLst>
        </pc:spChg>
        <pc:picChg chg="mod">
          <ac:chgData name="Job Coenen" userId="39d21178-e980-40d1-ac56-45bbb0bcf1af" providerId="ADAL" clId="{89A9AB13-0CF1-47A8-98D6-BE479E2D2610}" dt="2023-08-31T08:37:33.757" v="0"/>
          <ac:picMkLst>
            <pc:docMk/>
            <pc:sldMk cId="693452955" sldId="377"/>
            <ac:picMk id="2" creationId="{00000000-0000-0000-0000-000000000000}"/>
          </ac:picMkLst>
        </pc:picChg>
      </pc:sldChg>
      <pc:sldChg chg="modSp del mod modNotes">
        <pc:chgData name="Job Coenen" userId="39d21178-e980-40d1-ac56-45bbb0bcf1af" providerId="ADAL" clId="{89A9AB13-0CF1-47A8-98D6-BE479E2D2610}" dt="2023-09-12T12:52:34.823" v="2711" actId="47"/>
        <pc:sldMkLst>
          <pc:docMk/>
          <pc:sldMk cId="4068782366" sldId="378"/>
        </pc:sldMkLst>
        <pc:spChg chg="mod">
          <ac:chgData name="Job Coenen" userId="39d21178-e980-40d1-ac56-45bbb0bcf1af" providerId="ADAL" clId="{89A9AB13-0CF1-47A8-98D6-BE479E2D2610}" dt="2023-08-31T08:38:13.919" v="19"/>
          <ac:spMkLst>
            <pc:docMk/>
            <pc:sldMk cId="4068782366" sldId="378"/>
            <ac:spMk id="5" creationId="{2BC51FC4-A0C0-82A5-E9D5-DEDEC0C4DFF2}"/>
          </ac:spMkLst>
        </pc:spChg>
        <pc:spChg chg="mod">
          <ac:chgData name="Job Coenen" userId="39d21178-e980-40d1-ac56-45bbb0bcf1af" providerId="ADAL" clId="{89A9AB13-0CF1-47A8-98D6-BE479E2D2610}" dt="2023-08-31T08:38:13.919" v="19"/>
          <ac:spMkLst>
            <pc:docMk/>
            <pc:sldMk cId="4068782366" sldId="378"/>
            <ac:spMk id="15362" creationId="{00000000-0000-0000-0000-000000000000}"/>
          </ac:spMkLst>
        </pc:spChg>
      </pc:sldChg>
      <pc:sldChg chg="addSp delSp modSp mod ord setBg">
        <pc:chgData name="Job Coenen" userId="39d21178-e980-40d1-ac56-45bbb0bcf1af" providerId="ADAL" clId="{89A9AB13-0CF1-47A8-98D6-BE479E2D2610}" dt="2023-09-12T13:07:13.877" v="2993"/>
        <pc:sldMkLst>
          <pc:docMk/>
          <pc:sldMk cId="278439336" sldId="379"/>
        </pc:sldMkLst>
        <pc:spChg chg="mod">
          <ac:chgData name="Job Coenen" userId="39d21178-e980-40d1-ac56-45bbb0bcf1af" providerId="ADAL" clId="{89A9AB13-0CF1-47A8-98D6-BE479E2D2610}" dt="2023-09-12T13:06:02.675" v="2981" actId="1076"/>
          <ac:spMkLst>
            <pc:docMk/>
            <pc:sldMk cId="278439336" sldId="379"/>
            <ac:spMk id="2" creationId="{00000000-0000-0000-0000-000000000000}"/>
          </ac:spMkLst>
        </pc:spChg>
        <pc:spChg chg="del mod">
          <ac:chgData name="Job Coenen" userId="39d21178-e980-40d1-ac56-45bbb0bcf1af" providerId="ADAL" clId="{89A9AB13-0CF1-47A8-98D6-BE479E2D2610}" dt="2023-09-12T12:45:48.754" v="2550" actId="478"/>
          <ac:spMkLst>
            <pc:docMk/>
            <pc:sldMk cId="278439336" sldId="379"/>
            <ac:spMk id="3" creationId="{8EE1B01D-239F-46CA-990D-F81605247F26}"/>
          </ac:spMkLst>
        </pc:spChg>
        <pc:spChg chg="add">
          <ac:chgData name="Job Coenen" userId="39d21178-e980-40d1-ac56-45bbb0bcf1af" providerId="ADAL" clId="{89A9AB13-0CF1-47A8-98D6-BE479E2D2610}" dt="2023-09-12T12:46:13.085" v="2554" actId="26606"/>
          <ac:spMkLst>
            <pc:docMk/>
            <pc:sldMk cId="278439336" sldId="379"/>
            <ac:spMk id="9" creationId="{841EFD0D-0D37-447B-B1EA-4F7197EB2911}"/>
          </ac:spMkLst>
        </pc:spChg>
        <pc:spChg chg="add">
          <ac:chgData name="Job Coenen" userId="39d21178-e980-40d1-ac56-45bbb0bcf1af" providerId="ADAL" clId="{89A9AB13-0CF1-47A8-98D6-BE479E2D2610}" dt="2023-09-12T12:46:13.085" v="2554" actId="26606"/>
          <ac:spMkLst>
            <pc:docMk/>
            <pc:sldMk cId="278439336" sldId="379"/>
            <ac:spMk id="11" creationId="{5A6DFF24-307B-44B0-93F0-893676F1488A}"/>
          </ac:spMkLst>
        </pc:spChg>
        <pc:spChg chg="add">
          <ac:chgData name="Job Coenen" userId="39d21178-e980-40d1-ac56-45bbb0bcf1af" providerId="ADAL" clId="{89A9AB13-0CF1-47A8-98D6-BE479E2D2610}" dt="2023-09-12T12:46:13.085" v="2554" actId="26606"/>
          <ac:spMkLst>
            <pc:docMk/>
            <pc:sldMk cId="278439336" sldId="379"/>
            <ac:spMk id="13" creationId="{2D6CE9D5-28BB-4329-B5E2-B06131F27F5B}"/>
          </ac:spMkLst>
        </pc:spChg>
        <pc:spChg chg="add">
          <ac:chgData name="Job Coenen" userId="39d21178-e980-40d1-ac56-45bbb0bcf1af" providerId="ADAL" clId="{89A9AB13-0CF1-47A8-98D6-BE479E2D2610}" dt="2023-09-12T12:46:13.085" v="2554" actId="26606"/>
          <ac:spMkLst>
            <pc:docMk/>
            <pc:sldMk cId="278439336" sldId="379"/>
            <ac:spMk id="15" creationId="{8D9F7D40-5D59-4F59-A331-D8F7710AC903}"/>
          </ac:spMkLst>
        </pc:spChg>
        <pc:spChg chg="add">
          <ac:chgData name="Job Coenen" userId="39d21178-e980-40d1-ac56-45bbb0bcf1af" providerId="ADAL" clId="{89A9AB13-0CF1-47A8-98D6-BE479E2D2610}" dt="2023-09-12T12:46:13.085" v="2554" actId="26606"/>
          <ac:spMkLst>
            <pc:docMk/>
            <pc:sldMk cId="278439336" sldId="379"/>
            <ac:spMk id="17" creationId="{E2B1BC2F-AEBF-4990-A7F9-197AAF28BC7A}"/>
          </ac:spMkLst>
        </pc:spChg>
        <pc:picChg chg="mod">
          <ac:chgData name="Job Coenen" userId="39d21178-e980-40d1-ac56-45bbb0bcf1af" providerId="ADAL" clId="{89A9AB13-0CF1-47A8-98D6-BE479E2D2610}" dt="2023-09-12T12:46:23.426" v="2557" actId="1076"/>
          <ac:picMkLst>
            <pc:docMk/>
            <pc:sldMk cId="278439336" sldId="379"/>
            <ac:picMk id="4" creationId="{00000000-0000-0000-0000-000000000000}"/>
          </ac:picMkLst>
        </pc:picChg>
      </pc:sldChg>
      <pc:sldChg chg="modSp mod ord">
        <pc:chgData name="Job Coenen" userId="39d21178-e980-40d1-ac56-45bbb0bcf1af" providerId="ADAL" clId="{89A9AB13-0CF1-47A8-98D6-BE479E2D2610}" dt="2023-09-12T13:07:13.877" v="2993"/>
        <pc:sldMkLst>
          <pc:docMk/>
          <pc:sldMk cId="3667299524" sldId="380"/>
        </pc:sldMkLst>
        <pc:spChg chg="mod">
          <ac:chgData name="Job Coenen" userId="39d21178-e980-40d1-ac56-45bbb0bcf1af" providerId="ADAL" clId="{89A9AB13-0CF1-47A8-98D6-BE479E2D2610}" dt="2023-09-12T13:00:50.085" v="2800" actId="20577"/>
          <ac:spMkLst>
            <pc:docMk/>
            <pc:sldMk cId="3667299524" sldId="380"/>
            <ac:spMk id="2" creationId="{00000000-0000-0000-0000-000000000000}"/>
          </ac:spMkLst>
        </pc:spChg>
        <pc:spChg chg="mod">
          <ac:chgData name="Job Coenen" userId="39d21178-e980-40d1-ac56-45bbb0bcf1af" providerId="ADAL" clId="{89A9AB13-0CF1-47A8-98D6-BE479E2D2610}" dt="2023-09-12T13:06:24.483" v="2987" actId="12"/>
          <ac:spMkLst>
            <pc:docMk/>
            <pc:sldMk cId="3667299524" sldId="380"/>
            <ac:spMk id="3" creationId="{00000000-0000-0000-0000-000000000000}"/>
          </ac:spMkLst>
        </pc:spChg>
      </pc:sldChg>
      <pc:sldChg chg="modSp del">
        <pc:chgData name="Job Coenen" userId="39d21178-e980-40d1-ac56-45bbb0bcf1af" providerId="ADAL" clId="{89A9AB13-0CF1-47A8-98D6-BE479E2D2610}" dt="2023-09-12T12:47:04.213" v="2574" actId="47"/>
        <pc:sldMkLst>
          <pc:docMk/>
          <pc:sldMk cId="1014209620" sldId="381"/>
        </pc:sldMkLst>
        <pc:spChg chg="mod">
          <ac:chgData name="Job Coenen" userId="39d21178-e980-40d1-ac56-45bbb0bcf1af" providerId="ADAL" clId="{89A9AB13-0CF1-47A8-98D6-BE479E2D2610}" dt="2023-08-31T08:38:13.919" v="19"/>
          <ac:spMkLst>
            <pc:docMk/>
            <pc:sldMk cId="1014209620" sldId="381"/>
            <ac:spMk id="2" creationId="{00000000-0000-0000-0000-000000000000}"/>
          </ac:spMkLst>
        </pc:spChg>
        <pc:spChg chg="mod">
          <ac:chgData name="Job Coenen" userId="39d21178-e980-40d1-ac56-45bbb0bcf1af" providerId="ADAL" clId="{89A9AB13-0CF1-47A8-98D6-BE479E2D2610}" dt="2023-08-31T08:38:13.919" v="19"/>
          <ac:spMkLst>
            <pc:docMk/>
            <pc:sldMk cId="1014209620" sldId="381"/>
            <ac:spMk id="3" creationId="{00000000-0000-0000-0000-000000000000}"/>
          </ac:spMkLst>
        </pc:spChg>
      </pc:sldChg>
      <pc:sldChg chg="modSp del">
        <pc:chgData name="Job Coenen" userId="39d21178-e980-40d1-ac56-45bbb0bcf1af" providerId="ADAL" clId="{89A9AB13-0CF1-47A8-98D6-BE479E2D2610}" dt="2023-09-12T12:55:46.729" v="2747" actId="47"/>
        <pc:sldMkLst>
          <pc:docMk/>
          <pc:sldMk cId="3651008705" sldId="382"/>
        </pc:sldMkLst>
        <pc:spChg chg="mod">
          <ac:chgData name="Job Coenen" userId="39d21178-e980-40d1-ac56-45bbb0bcf1af" providerId="ADAL" clId="{89A9AB13-0CF1-47A8-98D6-BE479E2D2610}" dt="2023-08-31T08:38:13.919" v="19"/>
          <ac:spMkLst>
            <pc:docMk/>
            <pc:sldMk cId="3651008705" sldId="382"/>
            <ac:spMk id="2" creationId="{00000000-0000-0000-0000-000000000000}"/>
          </ac:spMkLst>
        </pc:spChg>
        <pc:spChg chg="mod">
          <ac:chgData name="Job Coenen" userId="39d21178-e980-40d1-ac56-45bbb0bcf1af" providerId="ADAL" clId="{89A9AB13-0CF1-47A8-98D6-BE479E2D2610}" dt="2023-08-31T08:38:13.919" v="19"/>
          <ac:spMkLst>
            <pc:docMk/>
            <pc:sldMk cId="3651008705" sldId="382"/>
            <ac:spMk id="3" creationId="{00000000-0000-0000-0000-000000000000}"/>
          </ac:spMkLst>
        </pc:spChg>
      </pc:sldChg>
      <pc:sldChg chg="modSp add del mod modNotes">
        <pc:chgData name="Job Coenen" userId="39d21178-e980-40d1-ac56-45bbb0bcf1af" providerId="ADAL" clId="{89A9AB13-0CF1-47A8-98D6-BE479E2D2610}" dt="2023-09-12T13:00:00.902" v="2794" actId="47"/>
        <pc:sldMkLst>
          <pc:docMk/>
          <pc:sldMk cId="2647049983" sldId="383"/>
        </pc:sldMkLst>
        <pc:spChg chg="mod">
          <ac:chgData name="Job Coenen" userId="39d21178-e980-40d1-ac56-45bbb0bcf1af" providerId="ADAL" clId="{89A9AB13-0CF1-47A8-98D6-BE479E2D2610}" dt="2023-09-12T12:43:52.432" v="2529" actId="1076"/>
          <ac:spMkLst>
            <pc:docMk/>
            <pc:sldMk cId="2647049983" sldId="383"/>
            <ac:spMk id="2" creationId="{00000000-0000-0000-0000-000000000000}"/>
          </ac:spMkLst>
        </pc:spChg>
        <pc:spChg chg="mod">
          <ac:chgData name="Job Coenen" userId="39d21178-e980-40d1-ac56-45bbb0bcf1af" providerId="ADAL" clId="{89A9AB13-0CF1-47A8-98D6-BE479E2D2610}" dt="2023-09-12T12:43:56.640" v="2531" actId="1076"/>
          <ac:spMkLst>
            <pc:docMk/>
            <pc:sldMk cId="2647049983" sldId="383"/>
            <ac:spMk id="8" creationId="{00000000-0000-0000-0000-000000000000}"/>
          </ac:spMkLst>
        </pc:spChg>
        <pc:spChg chg="mod">
          <ac:chgData name="Job Coenen" userId="39d21178-e980-40d1-ac56-45bbb0bcf1af" providerId="ADAL" clId="{89A9AB13-0CF1-47A8-98D6-BE479E2D2610}" dt="2023-08-31T08:37:33.757" v="0"/>
          <ac:spMkLst>
            <pc:docMk/>
            <pc:sldMk cId="2647049983" sldId="383"/>
            <ac:spMk id="54274" creationId="{00000000-0000-0000-0000-000000000000}"/>
          </ac:spMkLst>
        </pc:spChg>
        <pc:spChg chg="mod">
          <ac:chgData name="Job Coenen" userId="39d21178-e980-40d1-ac56-45bbb0bcf1af" providerId="ADAL" clId="{89A9AB13-0CF1-47A8-98D6-BE479E2D2610}" dt="2023-08-31T08:37:33.757" v="0"/>
          <ac:spMkLst>
            <pc:docMk/>
            <pc:sldMk cId="2647049983" sldId="383"/>
            <ac:spMk id="54276" creationId="{00000000-0000-0000-0000-000000000000}"/>
          </ac:spMkLst>
        </pc:spChg>
        <pc:picChg chg="mod">
          <ac:chgData name="Job Coenen" userId="39d21178-e980-40d1-ac56-45bbb0bcf1af" providerId="ADAL" clId="{89A9AB13-0CF1-47A8-98D6-BE479E2D2610}" dt="2023-09-12T12:43:54.286" v="2530" actId="1076"/>
          <ac:picMkLst>
            <pc:docMk/>
            <pc:sldMk cId="2647049983" sldId="383"/>
            <ac:picMk id="54280" creationId="{00000000-0000-0000-0000-000000000000}"/>
          </ac:picMkLst>
        </pc:picChg>
      </pc:sldChg>
      <pc:sldChg chg="addSp delSp modSp mod setBg modNotes modNotesTx">
        <pc:chgData name="Job Coenen" userId="39d21178-e980-40d1-ac56-45bbb0bcf1af" providerId="ADAL" clId="{89A9AB13-0CF1-47A8-98D6-BE479E2D2610}" dt="2023-09-22T09:58:38.929" v="4067" actId="14100"/>
        <pc:sldMkLst>
          <pc:docMk/>
          <pc:sldMk cId="98462543" sldId="384"/>
        </pc:sldMkLst>
        <pc:spChg chg="del mod">
          <ac:chgData name="Job Coenen" userId="39d21178-e980-40d1-ac56-45bbb0bcf1af" providerId="ADAL" clId="{89A9AB13-0CF1-47A8-98D6-BE479E2D2610}" dt="2023-09-12T13:07:29.418" v="2997" actId="478"/>
          <ac:spMkLst>
            <pc:docMk/>
            <pc:sldMk cId="98462543" sldId="384"/>
            <ac:spMk id="2" creationId="{00000000-0000-0000-0000-000000000000}"/>
          </ac:spMkLst>
        </pc:spChg>
        <pc:spChg chg="del mod">
          <ac:chgData name="Job Coenen" userId="39d21178-e980-40d1-ac56-45bbb0bcf1af" providerId="ADAL" clId="{89A9AB13-0CF1-47A8-98D6-BE479E2D2610}" dt="2023-09-12T13:07:27.923" v="2996" actId="478"/>
          <ac:spMkLst>
            <pc:docMk/>
            <pc:sldMk cId="98462543" sldId="384"/>
            <ac:spMk id="3" creationId="{00000000-0000-0000-0000-000000000000}"/>
          </ac:spMkLst>
        </pc:spChg>
        <pc:spChg chg="add del mod">
          <ac:chgData name="Job Coenen" userId="39d21178-e980-40d1-ac56-45bbb0bcf1af" providerId="ADAL" clId="{89A9AB13-0CF1-47A8-98D6-BE479E2D2610}" dt="2023-09-12T13:07:31.487" v="2999" actId="478"/>
          <ac:spMkLst>
            <pc:docMk/>
            <pc:sldMk cId="98462543" sldId="384"/>
            <ac:spMk id="5" creationId="{E43DD1F0-8B65-34E7-D3D3-46EFC3E6C535}"/>
          </ac:spMkLst>
        </pc:spChg>
        <pc:spChg chg="add del mod">
          <ac:chgData name="Job Coenen" userId="39d21178-e980-40d1-ac56-45bbb0bcf1af" providerId="ADAL" clId="{89A9AB13-0CF1-47A8-98D6-BE479E2D2610}" dt="2023-09-12T13:07:30.669" v="2998" actId="478"/>
          <ac:spMkLst>
            <pc:docMk/>
            <pc:sldMk cId="98462543" sldId="384"/>
            <ac:spMk id="7" creationId="{7FD9B151-759F-FA3A-8296-CA8D4EFBA8A3}"/>
          </ac:spMkLst>
        </pc:spChg>
        <pc:spChg chg="add mod">
          <ac:chgData name="Job Coenen" userId="39d21178-e980-40d1-ac56-45bbb0bcf1af" providerId="ADAL" clId="{89A9AB13-0CF1-47A8-98D6-BE479E2D2610}" dt="2023-09-12T13:09:47.067" v="3104" actId="1076"/>
          <ac:spMkLst>
            <pc:docMk/>
            <pc:sldMk cId="98462543" sldId="384"/>
            <ac:spMk id="9" creationId="{A9DC90AD-AC21-9950-9EE1-80F0919191CC}"/>
          </ac:spMkLst>
        </pc:spChg>
        <pc:spChg chg="add mod">
          <ac:chgData name="Job Coenen" userId="39d21178-e980-40d1-ac56-45bbb0bcf1af" providerId="ADAL" clId="{89A9AB13-0CF1-47A8-98D6-BE479E2D2610}" dt="2023-09-22T09:58:38.929" v="4067" actId="14100"/>
          <ac:spMkLst>
            <pc:docMk/>
            <pc:sldMk cId="98462543" sldId="384"/>
            <ac:spMk id="10" creationId="{F02791A6-3458-B99E-45B0-F154F5EA8915}"/>
          </ac:spMkLst>
        </pc:spChg>
        <pc:spChg chg="add del">
          <ac:chgData name="Job Coenen" userId="39d21178-e980-40d1-ac56-45bbb0bcf1af" providerId="ADAL" clId="{89A9AB13-0CF1-47A8-98D6-BE479E2D2610}" dt="2023-09-12T13:07:40.736" v="3002" actId="26606"/>
          <ac:spMkLst>
            <pc:docMk/>
            <pc:sldMk cId="98462543" sldId="384"/>
            <ac:spMk id="2055" creationId="{DD0AEE21-CF4B-4395-A100-EFB0EB995182}"/>
          </ac:spMkLst>
        </pc:spChg>
        <pc:spChg chg="add del">
          <ac:chgData name="Job Coenen" userId="39d21178-e980-40d1-ac56-45bbb0bcf1af" providerId="ADAL" clId="{89A9AB13-0CF1-47A8-98D6-BE479E2D2610}" dt="2023-09-12T13:07:40.736" v="3002" actId="26606"/>
          <ac:spMkLst>
            <pc:docMk/>
            <pc:sldMk cId="98462543" sldId="384"/>
            <ac:spMk id="2057" creationId="{9F8DBD9A-1B56-4D4B-856B-89CC682C6B2B}"/>
          </ac:spMkLst>
        </pc:spChg>
        <pc:spChg chg="add del">
          <ac:chgData name="Job Coenen" userId="39d21178-e980-40d1-ac56-45bbb0bcf1af" providerId="ADAL" clId="{89A9AB13-0CF1-47A8-98D6-BE479E2D2610}" dt="2023-09-12T13:07:40.736" v="3002" actId="26606"/>
          <ac:spMkLst>
            <pc:docMk/>
            <pc:sldMk cId="98462543" sldId="384"/>
            <ac:spMk id="2059" creationId="{662570FE-8E1C-4A25-8827-8928189FADBA}"/>
          </ac:spMkLst>
        </pc:spChg>
        <pc:spChg chg="add del">
          <ac:chgData name="Job Coenen" userId="39d21178-e980-40d1-ac56-45bbb0bcf1af" providerId="ADAL" clId="{89A9AB13-0CF1-47A8-98D6-BE479E2D2610}" dt="2023-09-12T13:07:40.736" v="3002" actId="26606"/>
          <ac:spMkLst>
            <pc:docMk/>
            <pc:sldMk cId="98462543" sldId="384"/>
            <ac:spMk id="2061" creationId="{440B24BC-917F-49C2-B8AA-C569A400B942}"/>
          </ac:spMkLst>
        </pc:spChg>
        <pc:spChg chg="add del">
          <ac:chgData name="Job Coenen" userId="39d21178-e980-40d1-ac56-45bbb0bcf1af" providerId="ADAL" clId="{89A9AB13-0CF1-47A8-98D6-BE479E2D2610}" dt="2023-09-12T13:07:40.736" v="3002" actId="26606"/>
          <ac:spMkLst>
            <pc:docMk/>
            <pc:sldMk cId="98462543" sldId="384"/>
            <ac:spMk id="2063" creationId="{39F7F083-7C2B-4120-9960-D77AB2863BBE}"/>
          </ac:spMkLst>
        </pc:spChg>
        <pc:spChg chg="add del">
          <ac:chgData name="Job Coenen" userId="39d21178-e980-40d1-ac56-45bbb0bcf1af" providerId="ADAL" clId="{89A9AB13-0CF1-47A8-98D6-BE479E2D2610}" dt="2023-09-12T13:07:42.287" v="3004" actId="26606"/>
          <ac:spMkLst>
            <pc:docMk/>
            <pc:sldMk cId="98462543" sldId="384"/>
            <ac:spMk id="2065" creationId="{84574769-622A-4DC6-9C80-C21D1899F34C}"/>
          </ac:spMkLst>
        </pc:spChg>
        <pc:spChg chg="add del">
          <ac:chgData name="Job Coenen" userId="39d21178-e980-40d1-ac56-45bbb0bcf1af" providerId="ADAL" clId="{89A9AB13-0CF1-47A8-98D6-BE479E2D2610}" dt="2023-09-12T13:07:42.287" v="3004" actId="26606"/>
          <ac:spMkLst>
            <pc:docMk/>
            <pc:sldMk cId="98462543" sldId="384"/>
            <ac:spMk id="2066" creationId="{AE0022E2-857A-4FF7-B6FA-C9DC7E280D45}"/>
          </ac:spMkLst>
        </pc:spChg>
        <pc:spChg chg="add del">
          <ac:chgData name="Job Coenen" userId="39d21178-e980-40d1-ac56-45bbb0bcf1af" providerId="ADAL" clId="{89A9AB13-0CF1-47A8-98D6-BE479E2D2610}" dt="2023-09-12T13:07:42.287" v="3004" actId="26606"/>
          <ac:spMkLst>
            <pc:docMk/>
            <pc:sldMk cId="98462543" sldId="384"/>
            <ac:spMk id="2067" creationId="{13232480-DB8D-4177-8D69-820FA84FFFE5}"/>
          </ac:spMkLst>
        </pc:spChg>
        <pc:spChg chg="add del">
          <ac:chgData name="Job Coenen" userId="39d21178-e980-40d1-ac56-45bbb0bcf1af" providerId="ADAL" clId="{89A9AB13-0CF1-47A8-98D6-BE479E2D2610}" dt="2023-09-12T13:07:42.287" v="3004" actId="26606"/>
          <ac:spMkLst>
            <pc:docMk/>
            <pc:sldMk cId="98462543" sldId="384"/>
            <ac:spMk id="2068" creationId="{9652F351-1557-4DB6-A123-DB6DBBD68E70}"/>
          </ac:spMkLst>
        </pc:spChg>
        <pc:spChg chg="add del">
          <ac:chgData name="Job Coenen" userId="39d21178-e980-40d1-ac56-45bbb0bcf1af" providerId="ADAL" clId="{89A9AB13-0CF1-47A8-98D6-BE479E2D2610}" dt="2023-09-12T13:07:42.889" v="3006" actId="26606"/>
          <ac:spMkLst>
            <pc:docMk/>
            <pc:sldMk cId="98462543" sldId="384"/>
            <ac:spMk id="2070" creationId="{84574769-622A-4DC6-9C80-C21D1899F34C}"/>
          </ac:spMkLst>
        </pc:spChg>
        <pc:spChg chg="add del">
          <ac:chgData name="Job Coenen" userId="39d21178-e980-40d1-ac56-45bbb0bcf1af" providerId="ADAL" clId="{89A9AB13-0CF1-47A8-98D6-BE479E2D2610}" dt="2023-09-12T13:07:42.889" v="3006" actId="26606"/>
          <ac:spMkLst>
            <pc:docMk/>
            <pc:sldMk cId="98462543" sldId="384"/>
            <ac:spMk id="2071" creationId="{AE0022E2-857A-4FF7-B6FA-C9DC7E280D45}"/>
          </ac:spMkLst>
        </pc:spChg>
        <pc:spChg chg="add del">
          <ac:chgData name="Job Coenen" userId="39d21178-e980-40d1-ac56-45bbb0bcf1af" providerId="ADAL" clId="{89A9AB13-0CF1-47A8-98D6-BE479E2D2610}" dt="2023-09-12T13:08:22.975" v="3012" actId="26606"/>
          <ac:spMkLst>
            <pc:docMk/>
            <pc:sldMk cId="98462543" sldId="384"/>
            <ac:spMk id="2073" creationId="{DD0AEE21-CF4B-4395-A100-EFB0EB995182}"/>
          </ac:spMkLst>
        </pc:spChg>
        <pc:spChg chg="add del">
          <ac:chgData name="Job Coenen" userId="39d21178-e980-40d1-ac56-45bbb0bcf1af" providerId="ADAL" clId="{89A9AB13-0CF1-47A8-98D6-BE479E2D2610}" dt="2023-09-12T13:08:22.975" v="3012" actId="26606"/>
          <ac:spMkLst>
            <pc:docMk/>
            <pc:sldMk cId="98462543" sldId="384"/>
            <ac:spMk id="2074" creationId="{9F8DBD9A-1B56-4D4B-856B-89CC682C6B2B}"/>
          </ac:spMkLst>
        </pc:spChg>
        <pc:spChg chg="add del">
          <ac:chgData name="Job Coenen" userId="39d21178-e980-40d1-ac56-45bbb0bcf1af" providerId="ADAL" clId="{89A9AB13-0CF1-47A8-98D6-BE479E2D2610}" dt="2023-09-12T13:08:22.975" v="3012" actId="26606"/>
          <ac:spMkLst>
            <pc:docMk/>
            <pc:sldMk cId="98462543" sldId="384"/>
            <ac:spMk id="2075" creationId="{662570FE-8E1C-4A25-8827-8928189FADBA}"/>
          </ac:spMkLst>
        </pc:spChg>
        <pc:spChg chg="add del">
          <ac:chgData name="Job Coenen" userId="39d21178-e980-40d1-ac56-45bbb0bcf1af" providerId="ADAL" clId="{89A9AB13-0CF1-47A8-98D6-BE479E2D2610}" dt="2023-09-12T13:08:22.975" v="3012" actId="26606"/>
          <ac:spMkLst>
            <pc:docMk/>
            <pc:sldMk cId="98462543" sldId="384"/>
            <ac:spMk id="2076" creationId="{440B24BC-917F-49C2-B8AA-C569A400B942}"/>
          </ac:spMkLst>
        </pc:spChg>
        <pc:spChg chg="add del">
          <ac:chgData name="Job Coenen" userId="39d21178-e980-40d1-ac56-45bbb0bcf1af" providerId="ADAL" clId="{89A9AB13-0CF1-47A8-98D6-BE479E2D2610}" dt="2023-09-12T13:08:22.975" v="3012" actId="26606"/>
          <ac:spMkLst>
            <pc:docMk/>
            <pc:sldMk cId="98462543" sldId="384"/>
            <ac:spMk id="2077" creationId="{39F7F083-7C2B-4120-9960-D77AB2863BBE}"/>
          </ac:spMkLst>
        </pc:spChg>
        <pc:spChg chg="add del">
          <ac:chgData name="Job Coenen" userId="39d21178-e980-40d1-ac56-45bbb0bcf1af" providerId="ADAL" clId="{89A9AB13-0CF1-47A8-98D6-BE479E2D2610}" dt="2023-09-12T13:08:34.647" v="3015" actId="26606"/>
          <ac:spMkLst>
            <pc:docMk/>
            <pc:sldMk cId="98462543" sldId="384"/>
            <ac:spMk id="2082" creationId="{84574769-622A-4DC6-9C80-C21D1899F34C}"/>
          </ac:spMkLst>
        </pc:spChg>
        <pc:spChg chg="add del">
          <ac:chgData name="Job Coenen" userId="39d21178-e980-40d1-ac56-45bbb0bcf1af" providerId="ADAL" clId="{89A9AB13-0CF1-47A8-98D6-BE479E2D2610}" dt="2023-09-12T13:08:34.647" v="3015" actId="26606"/>
          <ac:spMkLst>
            <pc:docMk/>
            <pc:sldMk cId="98462543" sldId="384"/>
            <ac:spMk id="2084" creationId="{AE0022E2-857A-4FF7-B6FA-C9DC7E280D45}"/>
          </ac:spMkLst>
        </pc:spChg>
        <pc:spChg chg="add">
          <ac:chgData name="Job Coenen" userId="39d21178-e980-40d1-ac56-45bbb0bcf1af" providerId="ADAL" clId="{89A9AB13-0CF1-47A8-98D6-BE479E2D2610}" dt="2023-09-12T13:08:34.647" v="3015" actId="26606"/>
          <ac:spMkLst>
            <pc:docMk/>
            <pc:sldMk cId="98462543" sldId="384"/>
            <ac:spMk id="2089" creationId="{DD0AEE21-CF4B-4395-A100-EFB0EB995182}"/>
          </ac:spMkLst>
        </pc:spChg>
        <pc:spChg chg="add">
          <ac:chgData name="Job Coenen" userId="39d21178-e980-40d1-ac56-45bbb0bcf1af" providerId="ADAL" clId="{89A9AB13-0CF1-47A8-98D6-BE479E2D2610}" dt="2023-09-12T13:08:34.647" v="3015" actId="26606"/>
          <ac:spMkLst>
            <pc:docMk/>
            <pc:sldMk cId="98462543" sldId="384"/>
            <ac:spMk id="2091" creationId="{9F8DBD9A-1B56-4D4B-856B-89CC682C6B2B}"/>
          </ac:spMkLst>
        </pc:spChg>
        <pc:spChg chg="add">
          <ac:chgData name="Job Coenen" userId="39d21178-e980-40d1-ac56-45bbb0bcf1af" providerId="ADAL" clId="{89A9AB13-0CF1-47A8-98D6-BE479E2D2610}" dt="2023-09-12T13:08:34.647" v="3015" actId="26606"/>
          <ac:spMkLst>
            <pc:docMk/>
            <pc:sldMk cId="98462543" sldId="384"/>
            <ac:spMk id="2093" creationId="{662570FE-8E1C-4A25-8827-8928189FADBA}"/>
          </ac:spMkLst>
        </pc:spChg>
        <pc:spChg chg="add">
          <ac:chgData name="Job Coenen" userId="39d21178-e980-40d1-ac56-45bbb0bcf1af" providerId="ADAL" clId="{89A9AB13-0CF1-47A8-98D6-BE479E2D2610}" dt="2023-09-12T13:08:34.647" v="3015" actId="26606"/>
          <ac:spMkLst>
            <pc:docMk/>
            <pc:sldMk cId="98462543" sldId="384"/>
            <ac:spMk id="2095" creationId="{440B24BC-917F-49C2-B8AA-C569A400B942}"/>
          </ac:spMkLst>
        </pc:spChg>
        <pc:spChg chg="add">
          <ac:chgData name="Job Coenen" userId="39d21178-e980-40d1-ac56-45bbb0bcf1af" providerId="ADAL" clId="{89A9AB13-0CF1-47A8-98D6-BE479E2D2610}" dt="2023-09-12T13:08:34.647" v="3015" actId="26606"/>
          <ac:spMkLst>
            <pc:docMk/>
            <pc:sldMk cId="98462543" sldId="384"/>
            <ac:spMk id="2097" creationId="{39F7F083-7C2B-4120-9960-D77AB2863BBE}"/>
          </ac:spMkLst>
        </pc:spChg>
        <pc:picChg chg="add del mod">
          <ac:chgData name="Job Coenen" userId="39d21178-e980-40d1-ac56-45bbb0bcf1af" providerId="ADAL" clId="{89A9AB13-0CF1-47A8-98D6-BE479E2D2610}" dt="2023-09-12T13:08:16.786" v="3010" actId="478"/>
          <ac:picMkLst>
            <pc:docMk/>
            <pc:sldMk cId="98462543" sldId="384"/>
            <ac:picMk id="2050" creationId="{11D2EFE5-4FF3-32F8-D8BA-F38C00059A31}"/>
          </ac:picMkLst>
        </pc:picChg>
        <pc:picChg chg="add mod">
          <ac:chgData name="Job Coenen" userId="39d21178-e980-40d1-ac56-45bbb0bcf1af" providerId="ADAL" clId="{89A9AB13-0CF1-47A8-98D6-BE479E2D2610}" dt="2023-09-22T09:58:26.850" v="4065" actId="1076"/>
          <ac:picMkLst>
            <pc:docMk/>
            <pc:sldMk cId="98462543" sldId="384"/>
            <ac:picMk id="2052" creationId="{EA0A74E9-DD6C-106E-7ED3-EACCBA613433}"/>
          </ac:picMkLst>
        </pc:picChg>
      </pc:sldChg>
      <pc:sldChg chg="modSp del modNotes">
        <pc:chgData name="Job Coenen" userId="39d21178-e980-40d1-ac56-45bbb0bcf1af" providerId="ADAL" clId="{89A9AB13-0CF1-47A8-98D6-BE479E2D2610}" dt="2023-09-12T12:59:12.786" v="2789" actId="47"/>
        <pc:sldMkLst>
          <pc:docMk/>
          <pc:sldMk cId="1572963804" sldId="385"/>
        </pc:sldMkLst>
        <pc:picChg chg="mod">
          <ac:chgData name="Job Coenen" userId="39d21178-e980-40d1-ac56-45bbb0bcf1af" providerId="ADAL" clId="{89A9AB13-0CF1-47A8-98D6-BE479E2D2610}" dt="2023-08-31T08:37:33.757" v="0"/>
          <ac:picMkLst>
            <pc:docMk/>
            <pc:sldMk cId="1572963804" sldId="385"/>
            <ac:picMk id="4" creationId="{00000000-0000-0000-0000-000000000000}"/>
          </ac:picMkLst>
        </pc:picChg>
      </pc:sldChg>
      <pc:sldChg chg="modSp del modNotes">
        <pc:chgData name="Job Coenen" userId="39d21178-e980-40d1-ac56-45bbb0bcf1af" providerId="ADAL" clId="{89A9AB13-0CF1-47A8-98D6-BE479E2D2610}" dt="2023-09-12T12:44:34.235" v="2534" actId="47"/>
        <pc:sldMkLst>
          <pc:docMk/>
          <pc:sldMk cId="1341872944" sldId="386"/>
        </pc:sldMkLst>
        <pc:spChg chg="mod">
          <ac:chgData name="Job Coenen" userId="39d21178-e980-40d1-ac56-45bbb0bcf1af" providerId="ADAL" clId="{89A9AB13-0CF1-47A8-98D6-BE479E2D2610}" dt="2023-08-31T08:37:33.757" v="0"/>
          <ac:spMkLst>
            <pc:docMk/>
            <pc:sldMk cId="1341872944" sldId="386"/>
            <ac:spMk id="2" creationId="{00000000-0000-0000-0000-000000000000}"/>
          </ac:spMkLst>
        </pc:spChg>
        <pc:picChg chg="mod">
          <ac:chgData name="Job Coenen" userId="39d21178-e980-40d1-ac56-45bbb0bcf1af" providerId="ADAL" clId="{89A9AB13-0CF1-47A8-98D6-BE479E2D2610}" dt="2023-08-31T08:37:33.757" v="0"/>
          <ac:picMkLst>
            <pc:docMk/>
            <pc:sldMk cId="1341872944" sldId="386"/>
            <ac:picMk id="3" creationId="{00000000-0000-0000-0000-000000000000}"/>
          </ac:picMkLst>
        </pc:picChg>
        <pc:picChg chg="mod">
          <ac:chgData name="Job Coenen" userId="39d21178-e980-40d1-ac56-45bbb0bcf1af" providerId="ADAL" clId="{89A9AB13-0CF1-47A8-98D6-BE479E2D2610}" dt="2023-08-31T08:37:33.757" v="0"/>
          <ac:picMkLst>
            <pc:docMk/>
            <pc:sldMk cId="1341872944" sldId="386"/>
            <ac:picMk id="1026" creationId="{00000000-0000-0000-0000-000000000000}"/>
          </ac:picMkLst>
        </pc:picChg>
      </pc:sldChg>
      <pc:sldChg chg="modSp del">
        <pc:chgData name="Job Coenen" userId="39d21178-e980-40d1-ac56-45bbb0bcf1af" providerId="ADAL" clId="{89A9AB13-0CF1-47A8-98D6-BE479E2D2610}" dt="2023-09-12T12:44:43.169" v="2536" actId="47"/>
        <pc:sldMkLst>
          <pc:docMk/>
          <pc:sldMk cId="3645547439" sldId="388"/>
        </pc:sldMkLst>
        <pc:spChg chg="mod">
          <ac:chgData name="Job Coenen" userId="39d21178-e980-40d1-ac56-45bbb0bcf1af" providerId="ADAL" clId="{89A9AB13-0CF1-47A8-98D6-BE479E2D2610}" dt="2023-08-31T08:38:13.919" v="19"/>
          <ac:spMkLst>
            <pc:docMk/>
            <pc:sldMk cId="3645547439" sldId="388"/>
            <ac:spMk id="2" creationId="{00000000-0000-0000-0000-000000000000}"/>
          </ac:spMkLst>
        </pc:spChg>
        <pc:spChg chg="mod">
          <ac:chgData name="Job Coenen" userId="39d21178-e980-40d1-ac56-45bbb0bcf1af" providerId="ADAL" clId="{89A9AB13-0CF1-47A8-98D6-BE479E2D2610}" dt="2023-08-31T08:38:13.919" v="19"/>
          <ac:spMkLst>
            <pc:docMk/>
            <pc:sldMk cId="3645547439" sldId="388"/>
            <ac:spMk id="3" creationId="{00000000-0000-0000-0000-000000000000}"/>
          </ac:spMkLst>
        </pc:spChg>
        <pc:spChg chg="mod">
          <ac:chgData name="Job Coenen" userId="39d21178-e980-40d1-ac56-45bbb0bcf1af" providerId="ADAL" clId="{89A9AB13-0CF1-47A8-98D6-BE479E2D2610}" dt="2023-08-31T08:38:13.919" v="19"/>
          <ac:spMkLst>
            <pc:docMk/>
            <pc:sldMk cId="3645547439" sldId="388"/>
            <ac:spMk id="4" creationId="{00000000-0000-0000-0000-000000000000}"/>
          </ac:spMkLst>
        </pc:spChg>
        <pc:spChg chg="mod">
          <ac:chgData name="Job Coenen" userId="39d21178-e980-40d1-ac56-45bbb0bcf1af" providerId="ADAL" clId="{89A9AB13-0CF1-47A8-98D6-BE479E2D2610}" dt="2023-08-31T08:38:13.919" v="19"/>
          <ac:spMkLst>
            <pc:docMk/>
            <pc:sldMk cId="3645547439" sldId="388"/>
            <ac:spMk id="5" creationId="{00000000-0000-0000-0000-000000000000}"/>
          </ac:spMkLst>
        </pc:spChg>
        <pc:spChg chg="mod">
          <ac:chgData name="Job Coenen" userId="39d21178-e980-40d1-ac56-45bbb0bcf1af" providerId="ADAL" clId="{89A9AB13-0CF1-47A8-98D6-BE479E2D2610}" dt="2023-08-31T08:38:13.919" v="19"/>
          <ac:spMkLst>
            <pc:docMk/>
            <pc:sldMk cId="3645547439" sldId="388"/>
            <ac:spMk id="11" creationId="{1F05F946-DC4F-BD72-CF46-D15BF9D60797}"/>
          </ac:spMkLst>
        </pc:spChg>
      </pc:sldChg>
      <pc:sldChg chg="modSp del modNotes">
        <pc:chgData name="Job Coenen" userId="39d21178-e980-40d1-ac56-45bbb0bcf1af" providerId="ADAL" clId="{89A9AB13-0CF1-47A8-98D6-BE479E2D2610}" dt="2023-09-12T12:44:45.590" v="2537" actId="47"/>
        <pc:sldMkLst>
          <pc:docMk/>
          <pc:sldMk cId="2805956647" sldId="389"/>
        </pc:sldMkLst>
        <pc:spChg chg="mod">
          <ac:chgData name="Job Coenen" userId="39d21178-e980-40d1-ac56-45bbb0bcf1af" providerId="ADAL" clId="{89A9AB13-0CF1-47A8-98D6-BE479E2D2610}" dt="2023-08-31T08:38:13.919" v="19"/>
          <ac:spMkLst>
            <pc:docMk/>
            <pc:sldMk cId="2805956647" sldId="389"/>
            <ac:spMk id="5" creationId="{C363C2DD-BAE3-B7BB-D63C-CF0C5D388867}"/>
          </ac:spMkLst>
        </pc:spChg>
        <pc:spChg chg="mod">
          <ac:chgData name="Job Coenen" userId="39d21178-e980-40d1-ac56-45bbb0bcf1af" providerId="ADAL" clId="{89A9AB13-0CF1-47A8-98D6-BE479E2D2610}" dt="2023-08-31T08:38:13.919" v="19"/>
          <ac:spMkLst>
            <pc:docMk/>
            <pc:sldMk cId="2805956647" sldId="389"/>
            <ac:spMk id="6" creationId="{37E5BA63-74F1-6D96-8131-CE07505C85E7}"/>
          </ac:spMkLst>
        </pc:spChg>
      </pc:sldChg>
      <pc:sldChg chg="modSp del">
        <pc:chgData name="Job Coenen" userId="39d21178-e980-40d1-ac56-45bbb0bcf1af" providerId="ADAL" clId="{89A9AB13-0CF1-47A8-98D6-BE479E2D2610}" dt="2023-09-12T12:45:04.887" v="2541" actId="47"/>
        <pc:sldMkLst>
          <pc:docMk/>
          <pc:sldMk cId="2534637851" sldId="390"/>
        </pc:sldMkLst>
        <pc:spChg chg="mod">
          <ac:chgData name="Job Coenen" userId="39d21178-e980-40d1-ac56-45bbb0bcf1af" providerId="ADAL" clId="{89A9AB13-0CF1-47A8-98D6-BE479E2D2610}" dt="2023-08-31T08:38:13.919" v="19"/>
          <ac:spMkLst>
            <pc:docMk/>
            <pc:sldMk cId="2534637851" sldId="390"/>
            <ac:spMk id="4" creationId="{2DEE94DF-D03A-C6CC-7A6B-E3A46B9419DB}"/>
          </ac:spMkLst>
        </pc:spChg>
        <pc:spChg chg="mod">
          <ac:chgData name="Job Coenen" userId="39d21178-e980-40d1-ac56-45bbb0bcf1af" providerId="ADAL" clId="{89A9AB13-0CF1-47A8-98D6-BE479E2D2610}" dt="2023-08-31T08:37:33.757" v="0"/>
          <ac:spMkLst>
            <pc:docMk/>
            <pc:sldMk cId="2534637851" sldId="390"/>
            <ac:spMk id="23" creationId="{00000000-0000-0000-0000-000000000000}"/>
          </ac:spMkLst>
        </pc:spChg>
        <pc:spChg chg="mod">
          <ac:chgData name="Job Coenen" userId="39d21178-e980-40d1-ac56-45bbb0bcf1af" providerId="ADAL" clId="{89A9AB13-0CF1-47A8-98D6-BE479E2D2610}" dt="2023-08-31T08:37:33.757" v="0"/>
          <ac:spMkLst>
            <pc:docMk/>
            <pc:sldMk cId="2534637851" sldId="390"/>
            <ac:spMk id="24" creationId="{00000000-0000-0000-0000-000000000000}"/>
          </ac:spMkLst>
        </pc:spChg>
        <pc:picChg chg="mod">
          <ac:chgData name="Job Coenen" userId="39d21178-e980-40d1-ac56-45bbb0bcf1af" providerId="ADAL" clId="{89A9AB13-0CF1-47A8-98D6-BE479E2D2610}" dt="2023-08-31T08:37:33.757" v="0"/>
          <ac:picMkLst>
            <pc:docMk/>
            <pc:sldMk cId="2534637851" sldId="390"/>
            <ac:picMk id="20" creationId="{00000000-0000-0000-0000-000000000000}"/>
          </ac:picMkLst>
        </pc:picChg>
      </pc:sldChg>
      <pc:sldChg chg="modSp del">
        <pc:chgData name="Job Coenen" userId="39d21178-e980-40d1-ac56-45bbb0bcf1af" providerId="ADAL" clId="{89A9AB13-0CF1-47A8-98D6-BE479E2D2610}" dt="2023-09-12T12:45:04.002" v="2540" actId="47"/>
        <pc:sldMkLst>
          <pc:docMk/>
          <pc:sldMk cId="1383769277" sldId="391"/>
        </pc:sldMkLst>
        <pc:spChg chg="mod">
          <ac:chgData name="Job Coenen" userId="39d21178-e980-40d1-ac56-45bbb0bcf1af" providerId="ADAL" clId="{89A9AB13-0CF1-47A8-98D6-BE479E2D2610}" dt="2023-08-31T08:38:13.919" v="19"/>
          <ac:spMkLst>
            <pc:docMk/>
            <pc:sldMk cId="1383769277" sldId="391"/>
            <ac:spMk id="2" creationId="{C1CBFBED-3741-BAC3-3AB7-6E5BAFF4D04F}"/>
          </ac:spMkLst>
        </pc:spChg>
        <pc:picChg chg="mod">
          <ac:chgData name="Job Coenen" userId="39d21178-e980-40d1-ac56-45bbb0bcf1af" providerId="ADAL" clId="{89A9AB13-0CF1-47A8-98D6-BE479E2D2610}" dt="2023-08-31T08:37:33.757" v="0"/>
          <ac:picMkLst>
            <pc:docMk/>
            <pc:sldMk cId="1383769277" sldId="391"/>
            <ac:picMk id="25" creationId="{00000000-0000-0000-0000-000000000000}"/>
          </ac:picMkLst>
        </pc:picChg>
      </pc:sldChg>
      <pc:sldChg chg="modSp del mod ord">
        <pc:chgData name="Job Coenen" userId="39d21178-e980-40d1-ac56-45bbb0bcf1af" providerId="ADAL" clId="{89A9AB13-0CF1-47A8-98D6-BE479E2D2610}" dt="2023-09-12T12:50:28.824" v="2705" actId="47"/>
        <pc:sldMkLst>
          <pc:docMk/>
          <pc:sldMk cId="2149340952" sldId="392"/>
        </pc:sldMkLst>
        <pc:spChg chg="mod">
          <ac:chgData name="Job Coenen" userId="39d21178-e980-40d1-ac56-45bbb0bcf1af" providerId="ADAL" clId="{89A9AB13-0CF1-47A8-98D6-BE479E2D2610}" dt="2023-09-12T12:40:54.059" v="2499" actId="1076"/>
          <ac:spMkLst>
            <pc:docMk/>
            <pc:sldMk cId="2149340952" sldId="392"/>
            <ac:spMk id="2" creationId="{400B3674-0F26-2438-6BF6-3E685D603B75}"/>
          </ac:spMkLst>
        </pc:spChg>
        <pc:spChg chg="mod">
          <ac:chgData name="Job Coenen" userId="39d21178-e980-40d1-ac56-45bbb0bcf1af" providerId="ADAL" clId="{89A9AB13-0CF1-47A8-98D6-BE479E2D2610}" dt="2023-09-12T12:41:52.675" v="2511" actId="20577"/>
          <ac:spMkLst>
            <pc:docMk/>
            <pc:sldMk cId="2149340952" sldId="392"/>
            <ac:spMk id="3" creationId="{E45CC887-6521-02C4-C1D8-843086AFF9AD}"/>
          </ac:spMkLst>
        </pc:spChg>
      </pc:sldChg>
      <pc:sldChg chg="addSp modSp mod ord setBg">
        <pc:chgData name="Job Coenen" userId="39d21178-e980-40d1-ac56-45bbb0bcf1af" providerId="ADAL" clId="{89A9AB13-0CF1-47A8-98D6-BE479E2D2610}" dt="2023-09-12T13:07:13.877" v="2993"/>
        <pc:sldMkLst>
          <pc:docMk/>
          <pc:sldMk cId="3667654470" sldId="393"/>
        </pc:sldMkLst>
        <pc:spChg chg="mod">
          <ac:chgData name="Job Coenen" userId="39d21178-e980-40d1-ac56-45bbb0bcf1af" providerId="ADAL" clId="{89A9AB13-0CF1-47A8-98D6-BE479E2D2610}" dt="2023-09-12T12:46:55.707" v="2573" actId="1076"/>
          <ac:spMkLst>
            <pc:docMk/>
            <pc:sldMk cId="3667654470" sldId="393"/>
            <ac:spMk id="2" creationId="{E98D506A-4262-C106-4A1F-570C4B045623}"/>
          </ac:spMkLst>
        </pc:spChg>
        <pc:spChg chg="mod ord">
          <ac:chgData name="Job Coenen" userId="39d21178-e980-40d1-ac56-45bbb0bcf1af" providerId="ADAL" clId="{89A9AB13-0CF1-47A8-98D6-BE479E2D2610}" dt="2023-09-12T12:46:31.114" v="2559" actId="26606"/>
          <ac:spMkLst>
            <pc:docMk/>
            <pc:sldMk cId="3667654470" sldId="393"/>
            <ac:spMk id="8193" creationId="{00000000-0000-0000-0000-000000000000}"/>
          </ac:spMkLst>
        </pc:spChg>
        <pc:spChg chg="add">
          <ac:chgData name="Job Coenen" userId="39d21178-e980-40d1-ac56-45bbb0bcf1af" providerId="ADAL" clId="{89A9AB13-0CF1-47A8-98D6-BE479E2D2610}" dt="2023-09-12T12:46:31.114" v="2559" actId="26606"/>
          <ac:spMkLst>
            <pc:docMk/>
            <pc:sldMk cId="3667654470" sldId="393"/>
            <ac:spMk id="8199" creationId="{B217C2AD-51B4-40CE-A71F-F5D3F846D97B}"/>
          </ac:spMkLst>
        </pc:spChg>
        <pc:spChg chg="add">
          <ac:chgData name="Job Coenen" userId="39d21178-e980-40d1-ac56-45bbb0bcf1af" providerId="ADAL" clId="{89A9AB13-0CF1-47A8-98D6-BE479E2D2610}" dt="2023-09-12T12:46:31.114" v="2559" actId="26606"/>
          <ac:spMkLst>
            <pc:docMk/>
            <pc:sldMk cId="3667654470" sldId="393"/>
            <ac:spMk id="8201" creationId="{6F1BF92E-23CF-4BFE-9E1F-C359BACFA3C5}"/>
          </ac:spMkLst>
        </pc:spChg>
        <pc:spChg chg="add">
          <ac:chgData name="Job Coenen" userId="39d21178-e980-40d1-ac56-45bbb0bcf1af" providerId="ADAL" clId="{89A9AB13-0CF1-47A8-98D6-BE479E2D2610}" dt="2023-09-12T12:46:31.114" v="2559" actId="26606"/>
          <ac:spMkLst>
            <pc:docMk/>
            <pc:sldMk cId="3667654470" sldId="393"/>
            <ac:spMk id="8203" creationId="{33DFEFC0-99B4-4D27-9168-1B2F659A34B5}"/>
          </ac:spMkLst>
        </pc:spChg>
        <pc:spChg chg="add">
          <ac:chgData name="Job Coenen" userId="39d21178-e980-40d1-ac56-45bbb0bcf1af" providerId="ADAL" clId="{89A9AB13-0CF1-47A8-98D6-BE479E2D2610}" dt="2023-09-12T12:46:31.114" v="2559" actId="26606"/>
          <ac:spMkLst>
            <pc:docMk/>
            <pc:sldMk cId="3667654470" sldId="393"/>
            <ac:spMk id="8205" creationId="{A2C20081-2005-4B05-BEA4-EB8D4C90A354}"/>
          </ac:spMkLst>
        </pc:spChg>
        <pc:picChg chg="mod ord">
          <ac:chgData name="Job Coenen" userId="39d21178-e980-40d1-ac56-45bbb0bcf1af" providerId="ADAL" clId="{89A9AB13-0CF1-47A8-98D6-BE479E2D2610}" dt="2023-09-12T12:46:41.852" v="2563" actId="1076"/>
          <ac:picMkLst>
            <pc:docMk/>
            <pc:sldMk cId="3667654470" sldId="393"/>
            <ac:picMk id="8194" creationId="{00000000-0000-0000-0000-000000000000}"/>
          </ac:picMkLst>
        </pc:picChg>
      </pc:sldChg>
      <pc:sldChg chg="modSp mod ord">
        <pc:chgData name="Job Coenen" userId="39d21178-e980-40d1-ac56-45bbb0bcf1af" providerId="ADAL" clId="{89A9AB13-0CF1-47A8-98D6-BE479E2D2610}" dt="2023-09-12T13:07:20.965" v="2995"/>
        <pc:sldMkLst>
          <pc:docMk/>
          <pc:sldMk cId="1676641174" sldId="394"/>
        </pc:sldMkLst>
        <pc:spChg chg="mod">
          <ac:chgData name="Job Coenen" userId="39d21178-e980-40d1-ac56-45bbb0bcf1af" providerId="ADAL" clId="{89A9AB13-0CF1-47A8-98D6-BE479E2D2610}" dt="2023-09-12T13:01:31.043" v="2819" actId="1076"/>
          <ac:spMkLst>
            <pc:docMk/>
            <pc:sldMk cId="1676641174" sldId="394"/>
            <ac:spMk id="4" creationId="{DDDC19BD-8D78-255B-E149-A263C4B37E9B}"/>
          </ac:spMkLst>
        </pc:spChg>
        <pc:picChg chg="mod">
          <ac:chgData name="Job Coenen" userId="39d21178-e980-40d1-ac56-45bbb0bcf1af" providerId="ADAL" clId="{89A9AB13-0CF1-47A8-98D6-BE479E2D2610}" dt="2023-09-12T13:01:34.411" v="2820" actId="1076"/>
          <ac:picMkLst>
            <pc:docMk/>
            <pc:sldMk cId="1676641174" sldId="394"/>
            <ac:picMk id="23" creationId="{00000000-0000-0000-0000-000000000000}"/>
          </ac:picMkLst>
        </pc:picChg>
      </pc:sldChg>
      <pc:sldChg chg="delSp modSp del mod">
        <pc:chgData name="Job Coenen" userId="39d21178-e980-40d1-ac56-45bbb0bcf1af" providerId="ADAL" clId="{89A9AB13-0CF1-47A8-98D6-BE479E2D2610}" dt="2023-09-12T12:47:19.468" v="2577" actId="47"/>
        <pc:sldMkLst>
          <pc:docMk/>
          <pc:sldMk cId="2598562638" sldId="395"/>
        </pc:sldMkLst>
        <pc:spChg chg="mod">
          <ac:chgData name="Job Coenen" userId="39d21178-e980-40d1-ac56-45bbb0bcf1af" providerId="ADAL" clId="{89A9AB13-0CF1-47A8-98D6-BE479E2D2610}" dt="2023-08-31T08:38:13.919" v="19"/>
          <ac:spMkLst>
            <pc:docMk/>
            <pc:sldMk cId="2598562638" sldId="395"/>
            <ac:spMk id="2" creationId="{3425099E-E4CE-5E20-C4CB-928490BFA48D}"/>
          </ac:spMkLst>
        </pc:spChg>
        <pc:picChg chg="del mod">
          <ac:chgData name="Job Coenen" userId="39d21178-e980-40d1-ac56-45bbb0bcf1af" providerId="ADAL" clId="{89A9AB13-0CF1-47A8-98D6-BE479E2D2610}" dt="2023-09-12T12:47:18.149" v="2576" actId="478"/>
          <ac:picMkLst>
            <pc:docMk/>
            <pc:sldMk cId="2598562638" sldId="395"/>
            <ac:picMk id="30" creationId="{00000000-0000-0000-0000-000000000000}"/>
          </ac:picMkLst>
        </pc:picChg>
      </pc:sldChg>
      <pc:sldChg chg="modSp del">
        <pc:chgData name="Job Coenen" userId="39d21178-e980-40d1-ac56-45bbb0bcf1af" providerId="ADAL" clId="{89A9AB13-0CF1-47A8-98D6-BE479E2D2610}" dt="2023-09-12T12:47:29.019" v="2578" actId="47"/>
        <pc:sldMkLst>
          <pc:docMk/>
          <pc:sldMk cId="3113021465" sldId="396"/>
        </pc:sldMkLst>
        <pc:spChg chg="mod">
          <ac:chgData name="Job Coenen" userId="39d21178-e980-40d1-ac56-45bbb0bcf1af" providerId="ADAL" clId="{89A9AB13-0CF1-47A8-98D6-BE479E2D2610}" dt="2023-08-31T08:38:13.919" v="19"/>
          <ac:spMkLst>
            <pc:docMk/>
            <pc:sldMk cId="3113021465" sldId="396"/>
            <ac:spMk id="2" creationId="{2B29AD03-989C-7910-7825-508876FE1C0E}"/>
          </ac:spMkLst>
        </pc:spChg>
        <pc:picChg chg="mod">
          <ac:chgData name="Job Coenen" userId="39d21178-e980-40d1-ac56-45bbb0bcf1af" providerId="ADAL" clId="{89A9AB13-0CF1-47A8-98D6-BE479E2D2610}" dt="2023-08-31T08:37:33.757" v="0"/>
          <ac:picMkLst>
            <pc:docMk/>
            <pc:sldMk cId="3113021465" sldId="396"/>
            <ac:picMk id="11" creationId="{00000000-0000-0000-0000-000000000000}"/>
          </ac:picMkLst>
        </pc:picChg>
      </pc:sldChg>
      <pc:sldChg chg="modSp del">
        <pc:chgData name="Job Coenen" userId="39d21178-e980-40d1-ac56-45bbb0bcf1af" providerId="ADAL" clId="{89A9AB13-0CF1-47A8-98D6-BE479E2D2610}" dt="2023-09-12T12:45:01.685" v="2539" actId="47"/>
        <pc:sldMkLst>
          <pc:docMk/>
          <pc:sldMk cId="1307436497" sldId="398"/>
        </pc:sldMkLst>
        <pc:spChg chg="mod">
          <ac:chgData name="Job Coenen" userId="39d21178-e980-40d1-ac56-45bbb0bcf1af" providerId="ADAL" clId="{89A9AB13-0CF1-47A8-98D6-BE479E2D2610}" dt="2023-08-31T08:38:13.919" v="19"/>
          <ac:spMkLst>
            <pc:docMk/>
            <pc:sldMk cId="1307436497" sldId="398"/>
            <ac:spMk id="2" creationId="{00000000-0000-0000-0000-000000000000}"/>
          </ac:spMkLst>
        </pc:spChg>
        <pc:picChg chg="mod">
          <ac:chgData name="Job Coenen" userId="39d21178-e980-40d1-ac56-45bbb0bcf1af" providerId="ADAL" clId="{89A9AB13-0CF1-47A8-98D6-BE479E2D2610}" dt="2023-08-31T08:38:13.919" v="19"/>
          <ac:picMkLst>
            <pc:docMk/>
            <pc:sldMk cId="1307436497" sldId="398"/>
            <ac:picMk id="4" creationId="{00000000-0000-0000-0000-000000000000}"/>
          </ac:picMkLst>
        </pc:picChg>
        <pc:cxnChg chg="mod">
          <ac:chgData name="Job Coenen" userId="39d21178-e980-40d1-ac56-45bbb0bcf1af" providerId="ADAL" clId="{89A9AB13-0CF1-47A8-98D6-BE479E2D2610}" dt="2023-08-31T08:37:33.757" v="0"/>
          <ac:cxnSpMkLst>
            <pc:docMk/>
            <pc:sldMk cId="1307436497" sldId="398"/>
            <ac:cxnSpMk id="5" creationId="{00000000-0000-0000-0000-000000000000}"/>
          </ac:cxnSpMkLst>
        </pc:cxnChg>
      </pc:sldChg>
      <pc:sldChg chg="modSp del">
        <pc:chgData name="Job Coenen" userId="39d21178-e980-40d1-ac56-45bbb0bcf1af" providerId="ADAL" clId="{89A9AB13-0CF1-47A8-98D6-BE479E2D2610}" dt="2023-09-12T12:42:00.271" v="2512" actId="47"/>
        <pc:sldMkLst>
          <pc:docMk/>
          <pc:sldMk cId="2214509276" sldId="400"/>
        </pc:sldMkLst>
        <pc:spChg chg="mod">
          <ac:chgData name="Job Coenen" userId="39d21178-e980-40d1-ac56-45bbb0bcf1af" providerId="ADAL" clId="{89A9AB13-0CF1-47A8-98D6-BE479E2D2610}" dt="2023-08-31T08:38:13.919" v="19"/>
          <ac:spMkLst>
            <pc:docMk/>
            <pc:sldMk cId="2214509276" sldId="400"/>
            <ac:spMk id="2" creationId="{FDDD7969-B808-446B-9AF6-8FB09DEBD2F2}"/>
          </ac:spMkLst>
        </pc:spChg>
        <pc:spChg chg="mod">
          <ac:chgData name="Job Coenen" userId="39d21178-e980-40d1-ac56-45bbb0bcf1af" providerId="ADAL" clId="{89A9AB13-0CF1-47A8-98D6-BE479E2D2610}" dt="2023-08-31T08:38:13.919" v="19"/>
          <ac:spMkLst>
            <pc:docMk/>
            <pc:sldMk cId="2214509276" sldId="400"/>
            <ac:spMk id="3" creationId="{2FCCABC6-551C-4AC8-BC54-2372C340A9D2}"/>
          </ac:spMkLst>
        </pc:spChg>
      </pc:sldChg>
      <pc:sldChg chg="modSp mod ord">
        <pc:chgData name="Job Coenen" userId="39d21178-e980-40d1-ac56-45bbb0bcf1af" providerId="ADAL" clId="{89A9AB13-0CF1-47A8-98D6-BE479E2D2610}" dt="2023-09-12T12:48:20.993" v="2582"/>
        <pc:sldMkLst>
          <pc:docMk/>
          <pc:sldMk cId="4043530743" sldId="401"/>
        </pc:sldMkLst>
        <pc:spChg chg="mod">
          <ac:chgData name="Job Coenen" userId="39d21178-e980-40d1-ac56-45bbb0bcf1af" providerId="ADAL" clId="{89A9AB13-0CF1-47A8-98D6-BE479E2D2610}" dt="2023-09-12T12:40:37.391" v="2494" actId="1076"/>
          <ac:spMkLst>
            <pc:docMk/>
            <pc:sldMk cId="4043530743" sldId="401"/>
            <ac:spMk id="2" creationId="{44EDACAC-CB97-057D-091D-B44412178047}"/>
          </ac:spMkLst>
        </pc:spChg>
        <pc:spChg chg="mod">
          <ac:chgData name="Job Coenen" userId="39d21178-e980-40d1-ac56-45bbb0bcf1af" providerId="ADAL" clId="{89A9AB13-0CF1-47A8-98D6-BE479E2D2610}" dt="2023-09-12T12:48:06.533" v="2580" actId="403"/>
          <ac:spMkLst>
            <pc:docMk/>
            <pc:sldMk cId="4043530743" sldId="401"/>
            <ac:spMk id="3" creationId="{52FC0892-4BF1-F528-7F9B-A5EA5978DFC9}"/>
          </ac:spMkLst>
        </pc:spChg>
        <pc:spChg chg="mod">
          <ac:chgData name="Job Coenen" userId="39d21178-e980-40d1-ac56-45bbb0bcf1af" providerId="ADAL" clId="{89A9AB13-0CF1-47A8-98D6-BE479E2D2610}" dt="2023-09-12T12:40:20.955" v="2491" actId="1076"/>
          <ac:spMkLst>
            <pc:docMk/>
            <pc:sldMk cId="4043530743" sldId="401"/>
            <ac:spMk id="6" creationId="{71AE51A2-FD96-9A19-CDFF-37244145B249}"/>
          </ac:spMkLst>
        </pc:spChg>
        <pc:spChg chg="mod">
          <ac:chgData name="Job Coenen" userId="39d21178-e980-40d1-ac56-45bbb0bcf1af" providerId="ADAL" clId="{89A9AB13-0CF1-47A8-98D6-BE479E2D2610}" dt="2023-09-12T12:40:37.391" v="2494" actId="1076"/>
          <ac:spMkLst>
            <pc:docMk/>
            <pc:sldMk cId="4043530743" sldId="401"/>
            <ac:spMk id="16" creationId="{00000000-0000-0000-0000-000000000000}"/>
          </ac:spMkLst>
        </pc:spChg>
        <pc:spChg chg="mod">
          <ac:chgData name="Job Coenen" userId="39d21178-e980-40d1-ac56-45bbb0bcf1af" providerId="ADAL" clId="{89A9AB13-0CF1-47A8-98D6-BE479E2D2610}" dt="2023-09-12T12:40:37.391" v="2494" actId="1076"/>
          <ac:spMkLst>
            <pc:docMk/>
            <pc:sldMk cId="4043530743" sldId="401"/>
            <ac:spMk id="19" creationId="{00000000-0000-0000-0000-000000000000}"/>
          </ac:spMkLst>
        </pc:spChg>
        <pc:spChg chg="mod">
          <ac:chgData name="Job Coenen" userId="39d21178-e980-40d1-ac56-45bbb0bcf1af" providerId="ADAL" clId="{89A9AB13-0CF1-47A8-98D6-BE479E2D2610}" dt="2023-09-12T12:40:37.391" v="2494" actId="1076"/>
          <ac:spMkLst>
            <pc:docMk/>
            <pc:sldMk cId="4043530743" sldId="401"/>
            <ac:spMk id="21" creationId="{00000000-0000-0000-0000-000000000000}"/>
          </ac:spMkLst>
        </pc:spChg>
        <pc:spChg chg="mod">
          <ac:chgData name="Job Coenen" userId="39d21178-e980-40d1-ac56-45bbb0bcf1af" providerId="ADAL" clId="{89A9AB13-0CF1-47A8-98D6-BE479E2D2610}" dt="2023-09-12T12:40:37.391" v="2494" actId="1076"/>
          <ac:spMkLst>
            <pc:docMk/>
            <pc:sldMk cId="4043530743" sldId="401"/>
            <ac:spMk id="22" creationId="{00000000-0000-0000-0000-000000000000}"/>
          </ac:spMkLst>
        </pc:spChg>
        <pc:spChg chg="mod">
          <ac:chgData name="Job Coenen" userId="39d21178-e980-40d1-ac56-45bbb0bcf1af" providerId="ADAL" clId="{89A9AB13-0CF1-47A8-98D6-BE479E2D2610}" dt="2023-09-12T12:40:37.391" v="2494" actId="1076"/>
          <ac:spMkLst>
            <pc:docMk/>
            <pc:sldMk cId="4043530743" sldId="401"/>
            <ac:spMk id="24" creationId="{00000000-0000-0000-0000-000000000000}"/>
          </ac:spMkLst>
        </pc:spChg>
        <pc:spChg chg="mod">
          <ac:chgData name="Job Coenen" userId="39d21178-e980-40d1-ac56-45bbb0bcf1af" providerId="ADAL" clId="{89A9AB13-0CF1-47A8-98D6-BE479E2D2610}" dt="2023-09-12T12:40:37.391" v="2494" actId="1076"/>
          <ac:spMkLst>
            <pc:docMk/>
            <pc:sldMk cId="4043530743" sldId="401"/>
            <ac:spMk id="25" creationId="{00000000-0000-0000-0000-000000000000}"/>
          </ac:spMkLst>
        </pc:spChg>
        <pc:spChg chg="mod">
          <ac:chgData name="Job Coenen" userId="39d21178-e980-40d1-ac56-45bbb0bcf1af" providerId="ADAL" clId="{89A9AB13-0CF1-47A8-98D6-BE479E2D2610}" dt="2023-09-12T12:40:37.391" v="2494" actId="1076"/>
          <ac:spMkLst>
            <pc:docMk/>
            <pc:sldMk cId="4043530743" sldId="401"/>
            <ac:spMk id="26" creationId="{00000000-0000-0000-0000-000000000000}"/>
          </ac:spMkLst>
        </pc:spChg>
        <pc:spChg chg="mod">
          <ac:chgData name="Job Coenen" userId="39d21178-e980-40d1-ac56-45bbb0bcf1af" providerId="ADAL" clId="{89A9AB13-0CF1-47A8-98D6-BE479E2D2610}" dt="2023-09-12T12:40:37.391" v="2494" actId="1076"/>
          <ac:spMkLst>
            <pc:docMk/>
            <pc:sldMk cId="4043530743" sldId="401"/>
            <ac:spMk id="27" creationId="{00000000-0000-0000-0000-000000000000}"/>
          </ac:spMkLst>
        </pc:spChg>
        <pc:spChg chg="mod">
          <ac:chgData name="Job Coenen" userId="39d21178-e980-40d1-ac56-45bbb0bcf1af" providerId="ADAL" clId="{89A9AB13-0CF1-47A8-98D6-BE479E2D2610}" dt="2023-09-12T12:40:37.391" v="2494" actId="1076"/>
          <ac:spMkLst>
            <pc:docMk/>
            <pc:sldMk cId="4043530743" sldId="401"/>
            <ac:spMk id="28" creationId="{00000000-0000-0000-0000-000000000000}"/>
          </ac:spMkLst>
        </pc:spChg>
        <pc:spChg chg="mod">
          <ac:chgData name="Job Coenen" userId="39d21178-e980-40d1-ac56-45bbb0bcf1af" providerId="ADAL" clId="{89A9AB13-0CF1-47A8-98D6-BE479E2D2610}" dt="2023-09-12T12:40:37.391" v="2494" actId="1076"/>
          <ac:spMkLst>
            <pc:docMk/>
            <pc:sldMk cId="4043530743" sldId="401"/>
            <ac:spMk id="29" creationId="{00000000-0000-0000-0000-000000000000}"/>
          </ac:spMkLst>
        </pc:spChg>
        <pc:spChg chg="mod">
          <ac:chgData name="Job Coenen" userId="39d21178-e980-40d1-ac56-45bbb0bcf1af" providerId="ADAL" clId="{89A9AB13-0CF1-47A8-98D6-BE479E2D2610}" dt="2023-09-12T12:40:37.391" v="2494" actId="1076"/>
          <ac:spMkLst>
            <pc:docMk/>
            <pc:sldMk cId="4043530743" sldId="401"/>
            <ac:spMk id="30" creationId="{00000000-0000-0000-0000-000000000000}"/>
          </ac:spMkLst>
        </pc:spChg>
        <pc:spChg chg="mod">
          <ac:chgData name="Job Coenen" userId="39d21178-e980-40d1-ac56-45bbb0bcf1af" providerId="ADAL" clId="{89A9AB13-0CF1-47A8-98D6-BE479E2D2610}" dt="2023-09-12T12:40:37.391" v="2494" actId="1076"/>
          <ac:spMkLst>
            <pc:docMk/>
            <pc:sldMk cId="4043530743" sldId="401"/>
            <ac:spMk id="31" creationId="{00000000-0000-0000-0000-000000000000}"/>
          </ac:spMkLst>
        </pc:spChg>
        <pc:spChg chg="mod">
          <ac:chgData name="Job Coenen" userId="39d21178-e980-40d1-ac56-45bbb0bcf1af" providerId="ADAL" clId="{89A9AB13-0CF1-47A8-98D6-BE479E2D2610}" dt="2023-09-12T12:40:37.391" v="2494" actId="1076"/>
          <ac:spMkLst>
            <pc:docMk/>
            <pc:sldMk cId="4043530743" sldId="401"/>
            <ac:spMk id="32" creationId="{00000000-0000-0000-0000-000000000000}"/>
          </ac:spMkLst>
        </pc:spChg>
        <pc:spChg chg="mod">
          <ac:chgData name="Job Coenen" userId="39d21178-e980-40d1-ac56-45bbb0bcf1af" providerId="ADAL" clId="{89A9AB13-0CF1-47A8-98D6-BE479E2D2610}" dt="2023-09-12T12:40:37.391" v="2494" actId="1076"/>
          <ac:spMkLst>
            <pc:docMk/>
            <pc:sldMk cId="4043530743" sldId="401"/>
            <ac:spMk id="33" creationId="{00000000-0000-0000-0000-000000000000}"/>
          </ac:spMkLst>
        </pc:spChg>
        <pc:spChg chg="mod">
          <ac:chgData name="Job Coenen" userId="39d21178-e980-40d1-ac56-45bbb0bcf1af" providerId="ADAL" clId="{89A9AB13-0CF1-47A8-98D6-BE479E2D2610}" dt="2023-09-12T12:40:37.391" v="2494" actId="1076"/>
          <ac:spMkLst>
            <pc:docMk/>
            <pc:sldMk cId="4043530743" sldId="401"/>
            <ac:spMk id="34" creationId="{00000000-0000-0000-0000-000000000000}"/>
          </ac:spMkLst>
        </pc:spChg>
        <pc:spChg chg="mod">
          <ac:chgData name="Job Coenen" userId="39d21178-e980-40d1-ac56-45bbb0bcf1af" providerId="ADAL" clId="{89A9AB13-0CF1-47A8-98D6-BE479E2D2610}" dt="2023-09-12T12:40:37.391" v="2494" actId="1076"/>
          <ac:spMkLst>
            <pc:docMk/>
            <pc:sldMk cId="4043530743" sldId="401"/>
            <ac:spMk id="35" creationId="{00000000-0000-0000-0000-000000000000}"/>
          </ac:spMkLst>
        </pc:spChg>
        <pc:spChg chg="mod">
          <ac:chgData name="Job Coenen" userId="39d21178-e980-40d1-ac56-45bbb0bcf1af" providerId="ADAL" clId="{89A9AB13-0CF1-47A8-98D6-BE479E2D2610}" dt="2023-09-12T12:40:37.391" v="2494" actId="1076"/>
          <ac:spMkLst>
            <pc:docMk/>
            <pc:sldMk cId="4043530743" sldId="401"/>
            <ac:spMk id="36" creationId="{00000000-0000-0000-0000-000000000000}"/>
          </ac:spMkLst>
        </pc:spChg>
        <pc:spChg chg="mod">
          <ac:chgData name="Job Coenen" userId="39d21178-e980-40d1-ac56-45bbb0bcf1af" providerId="ADAL" clId="{89A9AB13-0CF1-47A8-98D6-BE479E2D2610}" dt="2023-09-12T12:40:37.391" v="2494" actId="1076"/>
          <ac:spMkLst>
            <pc:docMk/>
            <pc:sldMk cId="4043530743" sldId="401"/>
            <ac:spMk id="37" creationId="{00000000-0000-0000-0000-000000000000}"/>
          </ac:spMkLst>
        </pc:spChg>
        <pc:spChg chg="mod">
          <ac:chgData name="Job Coenen" userId="39d21178-e980-40d1-ac56-45bbb0bcf1af" providerId="ADAL" clId="{89A9AB13-0CF1-47A8-98D6-BE479E2D2610}" dt="2023-09-12T12:40:37.391" v="2494" actId="1076"/>
          <ac:spMkLst>
            <pc:docMk/>
            <pc:sldMk cId="4043530743" sldId="401"/>
            <ac:spMk id="39" creationId="{00000000-0000-0000-0000-000000000000}"/>
          </ac:spMkLst>
        </pc:spChg>
        <pc:spChg chg="mod">
          <ac:chgData name="Job Coenen" userId="39d21178-e980-40d1-ac56-45bbb0bcf1af" providerId="ADAL" clId="{89A9AB13-0CF1-47A8-98D6-BE479E2D2610}" dt="2023-09-12T12:40:37.391" v="2494" actId="1076"/>
          <ac:spMkLst>
            <pc:docMk/>
            <pc:sldMk cId="4043530743" sldId="401"/>
            <ac:spMk id="40" creationId="{00000000-0000-0000-0000-000000000000}"/>
          </ac:spMkLst>
        </pc:spChg>
        <pc:spChg chg="mod">
          <ac:chgData name="Job Coenen" userId="39d21178-e980-40d1-ac56-45bbb0bcf1af" providerId="ADAL" clId="{89A9AB13-0CF1-47A8-98D6-BE479E2D2610}" dt="2023-09-12T12:40:37.391" v="2494" actId="1076"/>
          <ac:spMkLst>
            <pc:docMk/>
            <pc:sldMk cId="4043530743" sldId="401"/>
            <ac:spMk id="41" creationId="{00000000-0000-0000-0000-000000000000}"/>
          </ac:spMkLst>
        </pc:spChg>
        <pc:picChg chg="mod">
          <ac:chgData name="Job Coenen" userId="39d21178-e980-40d1-ac56-45bbb0bcf1af" providerId="ADAL" clId="{89A9AB13-0CF1-47A8-98D6-BE479E2D2610}" dt="2023-09-12T12:40:37.391" v="2494" actId="1076"/>
          <ac:picMkLst>
            <pc:docMk/>
            <pc:sldMk cId="4043530743" sldId="401"/>
            <ac:picMk id="14" creationId="{00000000-0000-0000-0000-000000000000}"/>
          </ac:picMkLst>
        </pc:picChg>
      </pc:sldChg>
      <pc:sldChg chg="modSp del">
        <pc:chgData name="Job Coenen" userId="39d21178-e980-40d1-ac56-45bbb0bcf1af" providerId="ADAL" clId="{89A9AB13-0CF1-47A8-98D6-BE479E2D2610}" dt="2023-09-12T12:47:33.712" v="2579" actId="47"/>
        <pc:sldMkLst>
          <pc:docMk/>
          <pc:sldMk cId="1486758342" sldId="402"/>
        </pc:sldMkLst>
        <pc:spChg chg="mod">
          <ac:chgData name="Job Coenen" userId="39d21178-e980-40d1-ac56-45bbb0bcf1af" providerId="ADAL" clId="{89A9AB13-0CF1-47A8-98D6-BE479E2D2610}" dt="2023-08-31T08:38:13.919" v="19"/>
          <ac:spMkLst>
            <pc:docMk/>
            <pc:sldMk cId="1486758342" sldId="402"/>
            <ac:spMk id="2" creationId="{8EF7A450-67BE-49A4-96C9-424051253053}"/>
          </ac:spMkLst>
        </pc:spChg>
        <pc:spChg chg="mod">
          <ac:chgData name="Job Coenen" userId="39d21178-e980-40d1-ac56-45bbb0bcf1af" providerId="ADAL" clId="{89A9AB13-0CF1-47A8-98D6-BE479E2D2610}" dt="2023-08-31T08:38:13.919" v="19"/>
          <ac:spMkLst>
            <pc:docMk/>
            <pc:sldMk cId="1486758342" sldId="402"/>
            <ac:spMk id="3" creationId="{369EF6D5-8729-483C-8D57-92804D76F80B}"/>
          </ac:spMkLst>
        </pc:spChg>
      </pc:sldChg>
      <pc:sldChg chg="modSp del">
        <pc:chgData name="Job Coenen" userId="39d21178-e980-40d1-ac56-45bbb0bcf1af" providerId="ADAL" clId="{89A9AB13-0CF1-47A8-98D6-BE479E2D2610}" dt="2023-09-12T13:08:42.120" v="3016" actId="47"/>
        <pc:sldMkLst>
          <pc:docMk/>
          <pc:sldMk cId="457207137" sldId="403"/>
        </pc:sldMkLst>
        <pc:spChg chg="mod">
          <ac:chgData name="Job Coenen" userId="39d21178-e980-40d1-ac56-45bbb0bcf1af" providerId="ADAL" clId="{89A9AB13-0CF1-47A8-98D6-BE479E2D2610}" dt="2023-08-31T08:37:33.757" v="0"/>
          <ac:spMkLst>
            <pc:docMk/>
            <pc:sldMk cId="457207137" sldId="403"/>
            <ac:spMk id="3" creationId="{B4AA6F68-5C89-451C-B883-F2735F35EF48}"/>
          </ac:spMkLst>
        </pc:spChg>
        <pc:picChg chg="mod">
          <ac:chgData name="Job Coenen" userId="39d21178-e980-40d1-ac56-45bbb0bcf1af" providerId="ADAL" clId="{89A9AB13-0CF1-47A8-98D6-BE479E2D2610}" dt="2023-08-31T08:38:13.919" v="19"/>
          <ac:picMkLst>
            <pc:docMk/>
            <pc:sldMk cId="457207137" sldId="403"/>
            <ac:picMk id="4" creationId="{7583B9B1-84B8-4757-928E-A585F4A689C7}"/>
          </ac:picMkLst>
        </pc:picChg>
      </pc:sldChg>
      <pc:sldChg chg="addSp modSp mod">
        <pc:chgData name="Job Coenen" userId="39d21178-e980-40d1-ac56-45bbb0bcf1af" providerId="ADAL" clId="{89A9AB13-0CF1-47A8-98D6-BE479E2D2610}" dt="2023-08-31T15:25:46.587" v="2440" actId="1076"/>
        <pc:sldMkLst>
          <pc:docMk/>
          <pc:sldMk cId="3350885175" sldId="404"/>
        </pc:sldMkLst>
        <pc:spChg chg="mod">
          <ac:chgData name="Job Coenen" userId="39d21178-e980-40d1-ac56-45bbb0bcf1af" providerId="ADAL" clId="{89A9AB13-0CF1-47A8-98D6-BE479E2D2610}" dt="2023-08-31T15:25:01.487" v="2427" actId="403"/>
          <ac:spMkLst>
            <pc:docMk/>
            <pc:sldMk cId="3350885175" sldId="404"/>
            <ac:spMk id="3" creationId="{B40EDED3-F442-D5D6-2F79-12A7398B2AE1}"/>
          </ac:spMkLst>
        </pc:spChg>
        <pc:spChg chg="add mod">
          <ac:chgData name="Job Coenen" userId="39d21178-e980-40d1-ac56-45bbb0bcf1af" providerId="ADAL" clId="{89A9AB13-0CF1-47A8-98D6-BE479E2D2610}" dt="2023-08-31T15:25:04.275" v="2428" actId="1076"/>
          <ac:spMkLst>
            <pc:docMk/>
            <pc:sldMk cId="3350885175" sldId="404"/>
            <ac:spMk id="4" creationId="{FEC1868E-9F5D-3602-7773-597AEF966C37}"/>
          </ac:spMkLst>
        </pc:spChg>
        <pc:spChg chg="mod">
          <ac:chgData name="Job Coenen" userId="39d21178-e980-40d1-ac56-45bbb0bcf1af" providerId="ADAL" clId="{89A9AB13-0CF1-47A8-98D6-BE479E2D2610}" dt="2023-08-31T15:25:46.587" v="2440" actId="1076"/>
          <ac:spMkLst>
            <pc:docMk/>
            <pc:sldMk cId="3350885175" sldId="404"/>
            <ac:spMk id="11" creationId="{B59A5A7F-5D43-ECE5-C785-44D5893940C4}"/>
          </ac:spMkLst>
        </pc:spChg>
        <pc:picChg chg="mod">
          <ac:chgData name="Job Coenen" userId="39d21178-e980-40d1-ac56-45bbb0bcf1af" providerId="ADAL" clId="{89A9AB13-0CF1-47A8-98D6-BE479E2D2610}" dt="2023-08-31T15:25:44.706" v="2439" actId="1076"/>
          <ac:picMkLst>
            <pc:docMk/>
            <pc:sldMk cId="3350885175" sldId="404"/>
            <ac:picMk id="2" creationId="{D5E7F443-EBFA-DE10-D264-164CB6DA5842}"/>
          </ac:picMkLst>
        </pc:picChg>
      </pc:sldChg>
      <pc:sldChg chg="modSp mod modNotes">
        <pc:chgData name="Job Coenen" userId="39d21178-e980-40d1-ac56-45bbb0bcf1af" providerId="ADAL" clId="{89A9AB13-0CF1-47A8-98D6-BE479E2D2610}" dt="2023-08-31T14:52:37.857" v="793" actId="207"/>
        <pc:sldMkLst>
          <pc:docMk/>
          <pc:sldMk cId="1103792085" sldId="405"/>
        </pc:sldMkLst>
        <pc:spChg chg="mod">
          <ac:chgData name="Job Coenen" userId="39d21178-e980-40d1-ac56-45bbb0bcf1af" providerId="ADAL" clId="{89A9AB13-0CF1-47A8-98D6-BE479E2D2610}" dt="2023-08-31T08:38:13.919" v="19"/>
          <ac:spMkLst>
            <pc:docMk/>
            <pc:sldMk cId="1103792085" sldId="405"/>
            <ac:spMk id="2" creationId="{C38547D5-BD52-B249-8EAE-D2F7EFCFEED9}"/>
          </ac:spMkLst>
        </pc:spChg>
        <pc:spChg chg="mod ord">
          <ac:chgData name="Job Coenen" userId="39d21178-e980-40d1-ac56-45bbb0bcf1af" providerId="ADAL" clId="{89A9AB13-0CF1-47A8-98D6-BE479E2D2610}" dt="2023-08-31T14:52:37.857" v="793" actId="207"/>
          <ac:spMkLst>
            <pc:docMk/>
            <pc:sldMk cId="1103792085" sldId="405"/>
            <ac:spMk id="3" creationId="{A7FFC3CE-D7EA-BAA3-FFDB-EFC52F12BA14}"/>
          </ac:spMkLst>
        </pc:spChg>
        <pc:spChg chg="mod">
          <ac:chgData name="Job Coenen" userId="39d21178-e980-40d1-ac56-45bbb0bcf1af" providerId="ADAL" clId="{89A9AB13-0CF1-47A8-98D6-BE479E2D2610}" dt="2023-08-31T14:51:29.641" v="786" actId="1076"/>
          <ac:spMkLst>
            <pc:docMk/>
            <pc:sldMk cId="1103792085" sldId="405"/>
            <ac:spMk id="5" creationId="{23FAC1D7-4C62-D8C2-64D8-6C7435DBCD62}"/>
          </ac:spMkLst>
        </pc:spChg>
        <pc:picChg chg="mod">
          <ac:chgData name="Job Coenen" userId="39d21178-e980-40d1-ac56-45bbb0bcf1af" providerId="ADAL" clId="{89A9AB13-0CF1-47A8-98D6-BE479E2D2610}" dt="2023-08-31T14:51:36.739" v="788" actId="1076"/>
          <ac:picMkLst>
            <pc:docMk/>
            <pc:sldMk cId="1103792085" sldId="405"/>
            <ac:picMk id="4" creationId="{EDA4BD54-21F9-19E9-37C3-455F8D84B8FE}"/>
          </ac:picMkLst>
        </pc:picChg>
      </pc:sldChg>
      <pc:sldChg chg="delSp modSp mod modNotes modNotesTx">
        <pc:chgData name="Job Coenen" userId="39d21178-e980-40d1-ac56-45bbb0bcf1af" providerId="ADAL" clId="{89A9AB13-0CF1-47A8-98D6-BE479E2D2610}" dt="2023-08-31T14:55:02.348" v="866" actId="20577"/>
        <pc:sldMkLst>
          <pc:docMk/>
          <pc:sldMk cId="1443284621" sldId="406"/>
        </pc:sldMkLst>
        <pc:spChg chg="del mod">
          <ac:chgData name="Job Coenen" userId="39d21178-e980-40d1-ac56-45bbb0bcf1af" providerId="ADAL" clId="{89A9AB13-0CF1-47A8-98D6-BE479E2D2610}" dt="2023-08-31T14:53:06.766" v="794" actId="478"/>
          <ac:spMkLst>
            <pc:docMk/>
            <pc:sldMk cId="1443284621" sldId="406"/>
            <ac:spMk id="2" creationId="{C38547D5-BD52-B249-8EAE-D2F7EFCFEED9}"/>
          </ac:spMkLst>
        </pc:spChg>
        <pc:spChg chg="mod">
          <ac:chgData name="Job Coenen" userId="39d21178-e980-40d1-ac56-45bbb0bcf1af" providerId="ADAL" clId="{89A9AB13-0CF1-47A8-98D6-BE479E2D2610}" dt="2023-08-31T14:53:13.228" v="796" actId="1076"/>
          <ac:spMkLst>
            <pc:docMk/>
            <pc:sldMk cId="1443284621" sldId="406"/>
            <ac:spMk id="3" creationId="{A7FFC3CE-D7EA-BAA3-FFDB-EFC52F12BA14}"/>
          </ac:spMkLst>
        </pc:spChg>
        <pc:spChg chg="mod">
          <ac:chgData name="Job Coenen" userId="39d21178-e980-40d1-ac56-45bbb0bcf1af" providerId="ADAL" clId="{89A9AB13-0CF1-47A8-98D6-BE479E2D2610}" dt="2023-08-31T14:54:25.344" v="815" actId="403"/>
          <ac:spMkLst>
            <pc:docMk/>
            <pc:sldMk cId="1443284621" sldId="406"/>
            <ac:spMk id="8" creationId="{7DEED540-A9AD-606D-DDC9-8A647FA938A9}"/>
          </ac:spMkLst>
        </pc:spChg>
        <pc:spChg chg="mod">
          <ac:chgData name="Job Coenen" userId="39d21178-e980-40d1-ac56-45bbb0bcf1af" providerId="ADAL" clId="{89A9AB13-0CF1-47A8-98D6-BE479E2D2610}" dt="2023-08-31T14:54:25.344" v="815" actId="403"/>
          <ac:spMkLst>
            <pc:docMk/>
            <pc:sldMk cId="1443284621" sldId="406"/>
            <ac:spMk id="9" creationId="{492660E3-EB86-995C-1256-3DE07B0AB0E4}"/>
          </ac:spMkLst>
        </pc:spChg>
        <pc:spChg chg="mod">
          <ac:chgData name="Job Coenen" userId="39d21178-e980-40d1-ac56-45bbb0bcf1af" providerId="ADAL" clId="{89A9AB13-0CF1-47A8-98D6-BE479E2D2610}" dt="2023-08-31T14:54:37.753" v="818" actId="14100"/>
          <ac:spMkLst>
            <pc:docMk/>
            <pc:sldMk cId="1443284621" sldId="406"/>
            <ac:spMk id="10" creationId="{AB46A257-7342-9261-C80B-6C1709A97715}"/>
          </ac:spMkLst>
        </pc:spChg>
        <pc:picChg chg="mod ord">
          <ac:chgData name="Job Coenen" userId="39d21178-e980-40d1-ac56-45bbb0bcf1af" providerId="ADAL" clId="{89A9AB13-0CF1-47A8-98D6-BE479E2D2610}" dt="2023-08-31T14:53:46.663" v="803" actId="1440"/>
          <ac:picMkLst>
            <pc:docMk/>
            <pc:sldMk cId="1443284621" sldId="406"/>
            <ac:picMk id="6" creationId="{CEC36E23-FB08-28F6-8544-A2ABE72C2F9D}"/>
          </ac:picMkLst>
        </pc:picChg>
        <pc:picChg chg="mod">
          <ac:chgData name="Job Coenen" userId="39d21178-e980-40d1-ac56-45bbb0bcf1af" providerId="ADAL" clId="{89A9AB13-0CF1-47A8-98D6-BE479E2D2610}" dt="2023-08-31T14:53:50.577" v="804" actId="1440"/>
          <ac:picMkLst>
            <pc:docMk/>
            <pc:sldMk cId="1443284621" sldId="406"/>
            <ac:picMk id="7" creationId="{71529340-B349-53A2-AD43-1FF6B903FB13}"/>
          </ac:picMkLst>
        </pc:picChg>
      </pc:sldChg>
      <pc:sldChg chg="modSp mod modNotes modNotesTx">
        <pc:chgData name="Job Coenen" userId="39d21178-e980-40d1-ac56-45bbb0bcf1af" providerId="ADAL" clId="{89A9AB13-0CF1-47A8-98D6-BE479E2D2610}" dt="2023-08-31T14:57:13.451" v="968" actId="14100"/>
        <pc:sldMkLst>
          <pc:docMk/>
          <pc:sldMk cId="190286478" sldId="407"/>
        </pc:sldMkLst>
        <pc:spChg chg="mod">
          <ac:chgData name="Job Coenen" userId="39d21178-e980-40d1-ac56-45bbb0bcf1af" providerId="ADAL" clId="{89A9AB13-0CF1-47A8-98D6-BE479E2D2610}" dt="2023-08-31T14:55:50.892" v="943" actId="1076"/>
          <ac:spMkLst>
            <pc:docMk/>
            <pc:sldMk cId="190286478" sldId="407"/>
            <ac:spMk id="3" creationId="{A7FFC3CE-D7EA-BAA3-FFDB-EFC52F12BA14}"/>
          </ac:spMkLst>
        </pc:spChg>
        <pc:spChg chg="mod">
          <ac:chgData name="Job Coenen" userId="39d21178-e980-40d1-ac56-45bbb0bcf1af" providerId="ADAL" clId="{89A9AB13-0CF1-47A8-98D6-BE479E2D2610}" dt="2023-08-31T14:57:13.451" v="968" actId="14100"/>
          <ac:spMkLst>
            <pc:docMk/>
            <pc:sldMk cId="190286478" sldId="407"/>
            <ac:spMk id="5" creationId="{0A8B9050-3ECD-EE98-64F8-A56F66D2709F}"/>
          </ac:spMkLst>
        </pc:spChg>
        <pc:spChg chg="mod">
          <ac:chgData name="Job Coenen" userId="39d21178-e980-40d1-ac56-45bbb0bcf1af" providerId="ADAL" clId="{89A9AB13-0CF1-47A8-98D6-BE479E2D2610}" dt="2023-08-31T14:57:05.916" v="966" actId="1076"/>
          <ac:spMkLst>
            <pc:docMk/>
            <pc:sldMk cId="190286478" sldId="407"/>
            <ac:spMk id="11" creationId="{C2CC1EF8-DBFD-A233-4C8A-6FF8DF235CB7}"/>
          </ac:spMkLst>
        </pc:spChg>
        <pc:spChg chg="mod">
          <ac:chgData name="Job Coenen" userId="39d21178-e980-40d1-ac56-45bbb0bcf1af" providerId="ADAL" clId="{89A9AB13-0CF1-47A8-98D6-BE479E2D2610}" dt="2023-08-31T14:56:59.897" v="963" actId="1076"/>
          <ac:spMkLst>
            <pc:docMk/>
            <pc:sldMk cId="190286478" sldId="407"/>
            <ac:spMk id="12" creationId="{872C8355-BC19-0271-FDF5-FE0FD51C8FE2}"/>
          </ac:spMkLst>
        </pc:spChg>
        <pc:picChg chg="mod">
          <ac:chgData name="Job Coenen" userId="39d21178-e980-40d1-ac56-45bbb0bcf1af" providerId="ADAL" clId="{89A9AB13-0CF1-47A8-98D6-BE479E2D2610}" dt="2023-08-31T14:56:51.327" v="960" actId="1076"/>
          <ac:picMkLst>
            <pc:docMk/>
            <pc:sldMk cId="190286478" sldId="407"/>
            <ac:picMk id="4" creationId="{AB21C610-66CA-9793-1A77-072013947016}"/>
          </ac:picMkLst>
        </pc:picChg>
        <pc:picChg chg="mod">
          <ac:chgData name="Job Coenen" userId="39d21178-e980-40d1-ac56-45bbb0bcf1af" providerId="ADAL" clId="{89A9AB13-0CF1-47A8-98D6-BE479E2D2610}" dt="2023-08-31T14:56:44.791" v="958" actId="1076"/>
          <ac:picMkLst>
            <pc:docMk/>
            <pc:sldMk cId="190286478" sldId="407"/>
            <ac:picMk id="13" creationId="{7C590D12-648C-41FE-05BF-513661CDD883}"/>
          </ac:picMkLst>
        </pc:picChg>
      </pc:sldChg>
      <pc:sldChg chg="modSp mod modAnim modNotes">
        <pc:chgData name="Job Coenen" userId="39d21178-e980-40d1-ac56-45bbb0bcf1af" providerId="ADAL" clId="{89A9AB13-0CF1-47A8-98D6-BE479E2D2610}" dt="2023-08-31T15:05:54.236" v="1088"/>
        <pc:sldMkLst>
          <pc:docMk/>
          <pc:sldMk cId="3688050899" sldId="3049"/>
        </pc:sldMkLst>
        <pc:spChg chg="mod">
          <ac:chgData name="Job Coenen" userId="39d21178-e980-40d1-ac56-45bbb0bcf1af" providerId="ADAL" clId="{89A9AB13-0CF1-47A8-98D6-BE479E2D2610}" dt="2023-08-31T15:05:34.122" v="1085" actId="20577"/>
          <ac:spMkLst>
            <pc:docMk/>
            <pc:sldMk cId="3688050899" sldId="3049"/>
            <ac:spMk id="2" creationId="{5D7A6C39-E54B-4CC7-A0DC-E86E858CD7D4}"/>
          </ac:spMkLst>
        </pc:spChg>
        <pc:spChg chg="mod">
          <ac:chgData name="Job Coenen" userId="39d21178-e980-40d1-ac56-45bbb0bcf1af" providerId="ADAL" clId="{89A9AB13-0CF1-47A8-98D6-BE479E2D2610}" dt="2023-08-31T15:04:49.988" v="1047" actId="1076"/>
          <ac:spMkLst>
            <pc:docMk/>
            <pc:sldMk cId="3688050899" sldId="3049"/>
            <ac:spMk id="18" creationId="{A9A53835-E561-46AF-89BD-5AA630DB5781}"/>
          </ac:spMkLst>
        </pc:spChg>
        <pc:spChg chg="mod">
          <ac:chgData name="Job Coenen" userId="39d21178-e980-40d1-ac56-45bbb0bcf1af" providerId="ADAL" clId="{89A9AB13-0CF1-47A8-98D6-BE479E2D2610}" dt="2023-08-31T15:04:52.355" v="1048" actId="1076"/>
          <ac:spMkLst>
            <pc:docMk/>
            <pc:sldMk cId="3688050899" sldId="3049"/>
            <ac:spMk id="20" creationId="{1EB58292-F6A2-4F28-A27E-7C2609757160}"/>
          </ac:spMkLst>
        </pc:spChg>
        <pc:spChg chg="mod">
          <ac:chgData name="Job Coenen" userId="39d21178-e980-40d1-ac56-45bbb0bcf1af" providerId="ADAL" clId="{89A9AB13-0CF1-47A8-98D6-BE479E2D2610}" dt="2023-08-31T15:04:54.458" v="1049" actId="1076"/>
          <ac:spMkLst>
            <pc:docMk/>
            <pc:sldMk cId="3688050899" sldId="3049"/>
            <ac:spMk id="22" creationId="{350DABD6-9618-41C6-8B5F-B79B2FF7A719}"/>
          </ac:spMkLst>
        </pc:spChg>
        <pc:picChg chg="mod">
          <ac:chgData name="Job Coenen" userId="39d21178-e980-40d1-ac56-45bbb0bcf1af" providerId="ADAL" clId="{89A9AB13-0CF1-47A8-98D6-BE479E2D2610}" dt="2023-08-31T15:04:57.593" v="1050" actId="1076"/>
          <ac:picMkLst>
            <pc:docMk/>
            <pc:sldMk cId="3688050899" sldId="3049"/>
            <ac:picMk id="7" creationId="{D2D09171-9179-474E-918E-15D02D0B92C5}"/>
          </ac:picMkLst>
        </pc:picChg>
        <pc:picChg chg="mod">
          <ac:chgData name="Job Coenen" userId="39d21178-e980-40d1-ac56-45bbb0bcf1af" providerId="ADAL" clId="{89A9AB13-0CF1-47A8-98D6-BE479E2D2610}" dt="2023-08-31T15:04:44.426" v="1045" actId="1076"/>
          <ac:picMkLst>
            <pc:docMk/>
            <pc:sldMk cId="3688050899" sldId="3049"/>
            <ac:picMk id="11" creationId="{4A257A2D-682A-407A-A0D5-B7FE61ED588D}"/>
          </ac:picMkLst>
        </pc:picChg>
        <pc:picChg chg="mod">
          <ac:chgData name="Job Coenen" userId="39d21178-e980-40d1-ac56-45bbb0bcf1af" providerId="ADAL" clId="{89A9AB13-0CF1-47A8-98D6-BE479E2D2610}" dt="2023-08-31T15:04:41.154" v="1044" actId="1076"/>
          <ac:picMkLst>
            <pc:docMk/>
            <pc:sldMk cId="3688050899" sldId="3049"/>
            <ac:picMk id="15" creationId="{AE1218BE-9B1C-4688-AF58-7727BDE654AB}"/>
          </ac:picMkLst>
        </pc:picChg>
      </pc:sldChg>
      <pc:sldChg chg="modSp del">
        <pc:chgData name="Job Coenen" userId="39d21178-e980-40d1-ac56-45bbb0bcf1af" providerId="ADAL" clId="{89A9AB13-0CF1-47A8-98D6-BE479E2D2610}" dt="2023-08-31T14:50:39.346" v="775" actId="47"/>
        <pc:sldMkLst>
          <pc:docMk/>
          <pc:sldMk cId="3414349396" sldId="3072"/>
        </pc:sldMkLst>
        <pc:spChg chg="mod">
          <ac:chgData name="Job Coenen" userId="39d21178-e980-40d1-ac56-45bbb0bcf1af" providerId="ADAL" clId="{89A9AB13-0CF1-47A8-98D6-BE479E2D2610}" dt="2023-08-31T08:38:13.919" v="19"/>
          <ac:spMkLst>
            <pc:docMk/>
            <pc:sldMk cId="3414349396" sldId="3072"/>
            <ac:spMk id="3" creationId="{B40EDED3-F442-D5D6-2F79-12A7398B2AE1}"/>
          </ac:spMkLst>
        </pc:spChg>
        <pc:spChg chg="mod">
          <ac:chgData name="Job Coenen" userId="39d21178-e980-40d1-ac56-45bbb0bcf1af" providerId="ADAL" clId="{89A9AB13-0CF1-47A8-98D6-BE479E2D2610}" dt="2023-08-31T08:37:33.757" v="0"/>
          <ac:spMkLst>
            <pc:docMk/>
            <pc:sldMk cId="3414349396" sldId="3072"/>
            <ac:spMk id="7" creationId="{C79024D8-1318-322D-CF04-C636C385BF7A}"/>
          </ac:spMkLst>
        </pc:spChg>
        <pc:spChg chg="mod">
          <ac:chgData name="Job Coenen" userId="39d21178-e980-40d1-ac56-45bbb0bcf1af" providerId="ADAL" clId="{89A9AB13-0CF1-47A8-98D6-BE479E2D2610}" dt="2023-08-31T08:37:33.757" v="0"/>
          <ac:spMkLst>
            <pc:docMk/>
            <pc:sldMk cId="3414349396" sldId="3072"/>
            <ac:spMk id="8" creationId="{BD016EC3-DE3F-479E-4F7B-7B638BD0CA1F}"/>
          </ac:spMkLst>
        </pc:spChg>
        <pc:spChg chg="mod">
          <ac:chgData name="Job Coenen" userId="39d21178-e980-40d1-ac56-45bbb0bcf1af" providerId="ADAL" clId="{89A9AB13-0CF1-47A8-98D6-BE479E2D2610}" dt="2023-08-31T08:37:33.757" v="0"/>
          <ac:spMkLst>
            <pc:docMk/>
            <pc:sldMk cId="3414349396" sldId="3072"/>
            <ac:spMk id="9" creationId="{F8462F32-E565-F3B1-E56F-7796501D78A1}"/>
          </ac:spMkLst>
        </pc:spChg>
        <pc:picChg chg="mod">
          <ac:chgData name="Job Coenen" userId="39d21178-e980-40d1-ac56-45bbb0bcf1af" providerId="ADAL" clId="{89A9AB13-0CF1-47A8-98D6-BE479E2D2610}" dt="2023-08-31T08:37:33.757" v="0"/>
          <ac:picMkLst>
            <pc:docMk/>
            <pc:sldMk cId="3414349396" sldId="3072"/>
            <ac:picMk id="4" creationId="{FC149F92-4405-B479-6657-EB920BEE578B}"/>
          </ac:picMkLst>
        </pc:picChg>
        <pc:picChg chg="mod">
          <ac:chgData name="Job Coenen" userId="39d21178-e980-40d1-ac56-45bbb0bcf1af" providerId="ADAL" clId="{89A9AB13-0CF1-47A8-98D6-BE479E2D2610}" dt="2023-08-31T08:37:33.757" v="0"/>
          <ac:picMkLst>
            <pc:docMk/>
            <pc:sldMk cId="3414349396" sldId="3072"/>
            <ac:picMk id="5" creationId="{713E2F9B-B289-39A2-4994-4CEB899435FD}"/>
          </ac:picMkLst>
        </pc:picChg>
        <pc:picChg chg="mod">
          <ac:chgData name="Job Coenen" userId="39d21178-e980-40d1-ac56-45bbb0bcf1af" providerId="ADAL" clId="{89A9AB13-0CF1-47A8-98D6-BE479E2D2610}" dt="2023-08-31T08:37:33.757" v="0"/>
          <ac:picMkLst>
            <pc:docMk/>
            <pc:sldMk cId="3414349396" sldId="3072"/>
            <ac:picMk id="6" creationId="{B52041D0-B370-D047-EC11-0859FE2D9775}"/>
          </ac:picMkLst>
        </pc:picChg>
      </pc:sldChg>
      <pc:sldChg chg="modSp del">
        <pc:chgData name="Job Coenen" userId="39d21178-e980-40d1-ac56-45bbb0bcf1af" providerId="ADAL" clId="{89A9AB13-0CF1-47A8-98D6-BE479E2D2610}" dt="2023-08-31T15:03:22.139" v="1014" actId="47"/>
        <pc:sldMkLst>
          <pc:docMk/>
          <pc:sldMk cId="155143609" sldId="3073"/>
        </pc:sldMkLst>
        <pc:spChg chg="mod">
          <ac:chgData name="Job Coenen" userId="39d21178-e980-40d1-ac56-45bbb0bcf1af" providerId="ADAL" clId="{89A9AB13-0CF1-47A8-98D6-BE479E2D2610}" dt="2023-08-31T08:38:13.919" v="19"/>
          <ac:spMkLst>
            <pc:docMk/>
            <pc:sldMk cId="155143609" sldId="3073"/>
            <ac:spMk id="3" creationId="{B40EDED3-F442-D5D6-2F79-12A7398B2AE1}"/>
          </ac:spMkLst>
        </pc:spChg>
        <pc:spChg chg="mod">
          <ac:chgData name="Job Coenen" userId="39d21178-e980-40d1-ac56-45bbb0bcf1af" providerId="ADAL" clId="{89A9AB13-0CF1-47A8-98D6-BE479E2D2610}" dt="2023-08-31T08:37:33.757" v="0"/>
          <ac:spMkLst>
            <pc:docMk/>
            <pc:sldMk cId="155143609" sldId="3073"/>
            <ac:spMk id="7" creationId="{C79024D8-1318-322D-CF04-C636C385BF7A}"/>
          </ac:spMkLst>
        </pc:spChg>
        <pc:spChg chg="mod">
          <ac:chgData name="Job Coenen" userId="39d21178-e980-40d1-ac56-45bbb0bcf1af" providerId="ADAL" clId="{89A9AB13-0CF1-47A8-98D6-BE479E2D2610}" dt="2023-08-31T08:37:33.757" v="0"/>
          <ac:spMkLst>
            <pc:docMk/>
            <pc:sldMk cId="155143609" sldId="3073"/>
            <ac:spMk id="8" creationId="{BD016EC3-DE3F-479E-4F7B-7B638BD0CA1F}"/>
          </ac:spMkLst>
        </pc:spChg>
        <pc:spChg chg="mod">
          <ac:chgData name="Job Coenen" userId="39d21178-e980-40d1-ac56-45bbb0bcf1af" providerId="ADAL" clId="{89A9AB13-0CF1-47A8-98D6-BE479E2D2610}" dt="2023-08-31T08:37:33.757" v="0"/>
          <ac:spMkLst>
            <pc:docMk/>
            <pc:sldMk cId="155143609" sldId="3073"/>
            <ac:spMk id="9" creationId="{F8462F32-E565-F3B1-E56F-7796501D78A1}"/>
          </ac:spMkLst>
        </pc:spChg>
        <pc:picChg chg="mod">
          <ac:chgData name="Job Coenen" userId="39d21178-e980-40d1-ac56-45bbb0bcf1af" providerId="ADAL" clId="{89A9AB13-0CF1-47A8-98D6-BE479E2D2610}" dt="2023-08-31T08:37:33.757" v="0"/>
          <ac:picMkLst>
            <pc:docMk/>
            <pc:sldMk cId="155143609" sldId="3073"/>
            <ac:picMk id="4" creationId="{FC149F92-4405-B479-6657-EB920BEE578B}"/>
          </ac:picMkLst>
        </pc:picChg>
        <pc:picChg chg="mod">
          <ac:chgData name="Job Coenen" userId="39d21178-e980-40d1-ac56-45bbb0bcf1af" providerId="ADAL" clId="{89A9AB13-0CF1-47A8-98D6-BE479E2D2610}" dt="2023-08-31T08:37:33.757" v="0"/>
          <ac:picMkLst>
            <pc:docMk/>
            <pc:sldMk cId="155143609" sldId="3073"/>
            <ac:picMk id="5" creationId="{713E2F9B-B289-39A2-4994-4CEB899435FD}"/>
          </ac:picMkLst>
        </pc:picChg>
        <pc:picChg chg="mod">
          <ac:chgData name="Job Coenen" userId="39d21178-e980-40d1-ac56-45bbb0bcf1af" providerId="ADAL" clId="{89A9AB13-0CF1-47A8-98D6-BE479E2D2610}" dt="2023-08-31T08:37:33.757" v="0"/>
          <ac:picMkLst>
            <pc:docMk/>
            <pc:sldMk cId="155143609" sldId="3073"/>
            <ac:picMk id="6" creationId="{B52041D0-B370-D047-EC11-0859FE2D9775}"/>
          </ac:picMkLst>
        </pc:picChg>
      </pc:sldChg>
      <pc:sldChg chg="addSp delSp modSp del mod setBg setClrOvrMap modNotes">
        <pc:chgData name="Job Coenen" userId="39d21178-e980-40d1-ac56-45bbb0bcf1af" providerId="ADAL" clId="{89A9AB13-0CF1-47A8-98D6-BE479E2D2610}" dt="2023-08-31T15:12:37.250" v="1317" actId="47"/>
        <pc:sldMkLst>
          <pc:docMk/>
          <pc:sldMk cId="605702546" sldId="3110"/>
        </pc:sldMkLst>
        <pc:spChg chg="add del mod">
          <ac:chgData name="Job Coenen" userId="39d21178-e980-40d1-ac56-45bbb0bcf1af" providerId="ADAL" clId="{89A9AB13-0CF1-47A8-98D6-BE479E2D2610}" dt="2023-08-31T15:07:10.084" v="1096" actId="478"/>
          <ac:spMkLst>
            <pc:docMk/>
            <pc:sldMk cId="605702546" sldId="3110"/>
            <ac:spMk id="2" creationId="{2EFA6093-1A83-B149-B2E6-63BBAB62C7DD}"/>
          </ac:spMkLst>
        </pc:spChg>
        <pc:spChg chg="mod ord">
          <ac:chgData name="Job Coenen" userId="39d21178-e980-40d1-ac56-45bbb0bcf1af" providerId="ADAL" clId="{89A9AB13-0CF1-47A8-98D6-BE479E2D2610}" dt="2023-08-31T15:12:35.902" v="1316" actId="6549"/>
          <ac:spMkLst>
            <pc:docMk/>
            <pc:sldMk cId="605702546" sldId="3110"/>
            <ac:spMk id="6" creationId="{7EE023C4-0088-4272-AF98-69CA3E9C6F73}"/>
          </ac:spMkLst>
        </pc:spChg>
        <pc:spChg chg="add del">
          <ac:chgData name="Job Coenen" userId="39d21178-e980-40d1-ac56-45bbb0bcf1af" providerId="ADAL" clId="{89A9AB13-0CF1-47A8-98D6-BE479E2D2610}" dt="2023-08-31T15:07:18.147" v="1099" actId="26606"/>
          <ac:spMkLst>
            <pc:docMk/>
            <pc:sldMk cId="605702546" sldId="3110"/>
            <ac:spMk id="11" creationId="{BB8C1D0E-0B06-46C9-A8BD-A8E13FF9936B}"/>
          </ac:spMkLst>
        </pc:spChg>
        <pc:spChg chg="add del">
          <ac:chgData name="Job Coenen" userId="39d21178-e980-40d1-ac56-45bbb0bcf1af" providerId="ADAL" clId="{89A9AB13-0CF1-47A8-98D6-BE479E2D2610}" dt="2023-08-31T15:07:18.147" v="1099" actId="26606"/>
          <ac:spMkLst>
            <pc:docMk/>
            <pc:sldMk cId="605702546" sldId="3110"/>
            <ac:spMk id="13" creationId="{7D1ADC4A-8537-4084-99C7-F8D378A640A9}"/>
          </ac:spMkLst>
        </pc:spChg>
        <pc:spChg chg="add del">
          <ac:chgData name="Job Coenen" userId="39d21178-e980-40d1-ac56-45bbb0bcf1af" providerId="ADAL" clId="{89A9AB13-0CF1-47A8-98D6-BE479E2D2610}" dt="2023-08-31T15:07:18.147" v="1099" actId="26606"/>
          <ac:spMkLst>
            <pc:docMk/>
            <pc:sldMk cId="605702546" sldId="3110"/>
            <ac:spMk id="15" creationId="{D9453AC2-8882-459A-8985-3E24DD42AE0D}"/>
          </ac:spMkLst>
        </pc:spChg>
        <pc:spChg chg="add del">
          <ac:chgData name="Job Coenen" userId="39d21178-e980-40d1-ac56-45bbb0bcf1af" providerId="ADAL" clId="{89A9AB13-0CF1-47A8-98D6-BE479E2D2610}" dt="2023-08-31T15:07:18.147" v="1099" actId="26606"/>
          <ac:spMkLst>
            <pc:docMk/>
            <pc:sldMk cId="605702546" sldId="3110"/>
            <ac:spMk id="17" creationId="{D4A11FEA-6E98-401C-B708-DA2C95081E8F}"/>
          </ac:spMkLst>
        </pc:spChg>
        <pc:spChg chg="add">
          <ac:chgData name="Job Coenen" userId="39d21178-e980-40d1-ac56-45bbb0bcf1af" providerId="ADAL" clId="{89A9AB13-0CF1-47A8-98D6-BE479E2D2610}" dt="2023-08-31T15:07:18.187" v="1100" actId="26606"/>
          <ac:spMkLst>
            <pc:docMk/>
            <pc:sldMk cId="605702546" sldId="3110"/>
            <ac:spMk id="19" creationId="{BB8C1D0E-0B06-46C9-A8BD-A8E13FF9936B}"/>
          </ac:spMkLst>
        </pc:spChg>
        <pc:spChg chg="add">
          <ac:chgData name="Job Coenen" userId="39d21178-e980-40d1-ac56-45bbb0bcf1af" providerId="ADAL" clId="{89A9AB13-0CF1-47A8-98D6-BE479E2D2610}" dt="2023-08-31T15:07:18.187" v="1100" actId="26606"/>
          <ac:spMkLst>
            <pc:docMk/>
            <pc:sldMk cId="605702546" sldId="3110"/>
            <ac:spMk id="20" creationId="{7D1ADC4A-8537-4084-99C7-F8D378A640A9}"/>
          </ac:spMkLst>
        </pc:spChg>
        <pc:spChg chg="add">
          <ac:chgData name="Job Coenen" userId="39d21178-e980-40d1-ac56-45bbb0bcf1af" providerId="ADAL" clId="{89A9AB13-0CF1-47A8-98D6-BE479E2D2610}" dt="2023-08-31T15:07:18.187" v="1100" actId="26606"/>
          <ac:spMkLst>
            <pc:docMk/>
            <pc:sldMk cId="605702546" sldId="3110"/>
            <ac:spMk id="21" creationId="{415DEDD7-7B31-4EF1-B7C7-5AEE3208CC1D}"/>
          </ac:spMkLst>
        </pc:spChg>
        <pc:spChg chg="add">
          <ac:chgData name="Job Coenen" userId="39d21178-e980-40d1-ac56-45bbb0bcf1af" providerId="ADAL" clId="{89A9AB13-0CF1-47A8-98D6-BE479E2D2610}" dt="2023-08-31T15:07:18.187" v="1100" actId="26606"/>
          <ac:spMkLst>
            <pc:docMk/>
            <pc:sldMk cId="605702546" sldId="3110"/>
            <ac:spMk id="22" creationId="{3242CC7A-3D6E-47A4-B9D1-860978459846}"/>
          </ac:spMkLst>
        </pc:spChg>
        <pc:picChg chg="add mod">
          <ac:chgData name="Job Coenen" userId="39d21178-e980-40d1-ac56-45bbb0bcf1af" providerId="ADAL" clId="{89A9AB13-0CF1-47A8-98D6-BE479E2D2610}" dt="2023-08-31T15:07:18.187" v="1100" actId="26606"/>
          <ac:picMkLst>
            <pc:docMk/>
            <pc:sldMk cId="605702546" sldId="3110"/>
            <ac:picMk id="3" creationId="{94F46D8D-E8BF-DDC9-801A-DCB734189F16}"/>
          </ac:picMkLst>
        </pc:picChg>
        <pc:picChg chg="del mod">
          <ac:chgData name="Job Coenen" userId="39d21178-e980-40d1-ac56-45bbb0bcf1af" providerId="ADAL" clId="{89A9AB13-0CF1-47A8-98D6-BE479E2D2610}" dt="2023-08-31T15:07:07.331" v="1094" actId="21"/>
          <ac:picMkLst>
            <pc:docMk/>
            <pc:sldMk cId="605702546" sldId="3110"/>
            <ac:picMk id="1026" creationId="{32B8B7BA-DA9B-4815-8B41-B5B7AAD907BC}"/>
          </ac:picMkLst>
        </pc:picChg>
      </pc:sldChg>
      <pc:sldChg chg="modSp mod modNotes">
        <pc:chgData name="Job Coenen" userId="39d21178-e980-40d1-ac56-45bbb0bcf1af" providerId="ADAL" clId="{89A9AB13-0CF1-47A8-98D6-BE479E2D2610}" dt="2023-08-31T15:13:40.021" v="1330" actId="1076"/>
        <pc:sldMkLst>
          <pc:docMk/>
          <pc:sldMk cId="2271598957" sldId="3113"/>
        </pc:sldMkLst>
        <pc:spChg chg="mod">
          <ac:chgData name="Job Coenen" userId="39d21178-e980-40d1-ac56-45bbb0bcf1af" providerId="ADAL" clId="{89A9AB13-0CF1-47A8-98D6-BE479E2D2610}" dt="2023-08-31T15:13:40.021" v="1330" actId="1076"/>
          <ac:spMkLst>
            <pc:docMk/>
            <pc:sldMk cId="2271598957" sldId="3113"/>
            <ac:spMk id="5" creationId="{F58FAFCA-E395-4B1D-95F1-AE3FEE0F3E48}"/>
          </ac:spMkLst>
        </pc:spChg>
        <pc:picChg chg="mod">
          <ac:chgData name="Job Coenen" userId="39d21178-e980-40d1-ac56-45bbb0bcf1af" providerId="ADAL" clId="{89A9AB13-0CF1-47A8-98D6-BE479E2D2610}" dt="2023-08-31T15:12:52.799" v="1322" actId="1076"/>
          <ac:picMkLst>
            <pc:docMk/>
            <pc:sldMk cId="2271598957" sldId="3113"/>
            <ac:picMk id="4098" creationId="{B6C177E0-5F68-41A3-BAA8-0E5F10B380AD}"/>
          </ac:picMkLst>
        </pc:picChg>
      </pc:sldChg>
      <pc:sldChg chg="addSp delSp modSp del mod setBg setClrOvrMap modNotes">
        <pc:chgData name="Job Coenen" userId="39d21178-e980-40d1-ac56-45bbb0bcf1af" providerId="ADAL" clId="{89A9AB13-0CF1-47A8-98D6-BE479E2D2610}" dt="2023-08-31T15:08:25.072" v="1109" actId="47"/>
        <pc:sldMkLst>
          <pc:docMk/>
          <pc:sldMk cId="763398919" sldId="3116"/>
        </pc:sldMkLst>
        <pc:spChg chg="add del mod">
          <ac:chgData name="Job Coenen" userId="39d21178-e980-40d1-ac56-45bbb0bcf1af" providerId="ADAL" clId="{89A9AB13-0CF1-47A8-98D6-BE479E2D2610}" dt="2023-08-31T15:08:12.887" v="1104" actId="478"/>
          <ac:spMkLst>
            <pc:docMk/>
            <pc:sldMk cId="763398919" sldId="3116"/>
            <ac:spMk id="2" creationId="{89B83AB8-32B8-A58C-3CF5-EFD64F2A06E6}"/>
          </ac:spMkLst>
        </pc:spChg>
        <pc:spChg chg="mod">
          <ac:chgData name="Job Coenen" userId="39d21178-e980-40d1-ac56-45bbb0bcf1af" providerId="ADAL" clId="{89A9AB13-0CF1-47A8-98D6-BE479E2D2610}" dt="2023-08-31T15:08:18.569" v="1106" actId="1076"/>
          <ac:spMkLst>
            <pc:docMk/>
            <pc:sldMk cId="763398919" sldId="3116"/>
            <ac:spMk id="5" creationId="{7D9D95A4-6447-4128-BAEC-1665304C19E1}"/>
          </ac:spMkLst>
        </pc:spChg>
        <pc:spChg chg="add del">
          <ac:chgData name="Job Coenen" userId="39d21178-e980-40d1-ac56-45bbb0bcf1af" providerId="ADAL" clId="{89A9AB13-0CF1-47A8-98D6-BE479E2D2610}" dt="2023-08-31T15:06:38.007" v="1090" actId="26606"/>
          <ac:spMkLst>
            <pc:docMk/>
            <pc:sldMk cId="763398919" sldId="3116"/>
            <ac:spMk id="7175" creationId="{BB8C1D0E-0B06-46C9-A8BD-A8E13FF9936B}"/>
          </ac:spMkLst>
        </pc:spChg>
        <pc:spChg chg="add del">
          <ac:chgData name="Job Coenen" userId="39d21178-e980-40d1-ac56-45bbb0bcf1af" providerId="ADAL" clId="{89A9AB13-0CF1-47A8-98D6-BE479E2D2610}" dt="2023-08-31T15:06:38.007" v="1090" actId="26606"/>
          <ac:spMkLst>
            <pc:docMk/>
            <pc:sldMk cId="763398919" sldId="3116"/>
            <ac:spMk id="7177" creationId="{7D1ADC4A-8537-4084-99C7-F8D378A640A9}"/>
          </ac:spMkLst>
        </pc:spChg>
        <pc:spChg chg="add del">
          <ac:chgData name="Job Coenen" userId="39d21178-e980-40d1-ac56-45bbb0bcf1af" providerId="ADAL" clId="{89A9AB13-0CF1-47A8-98D6-BE479E2D2610}" dt="2023-08-31T15:06:38.007" v="1090" actId="26606"/>
          <ac:spMkLst>
            <pc:docMk/>
            <pc:sldMk cId="763398919" sldId="3116"/>
            <ac:spMk id="7179" creationId="{D9453AC2-8882-459A-8985-3E24DD42AE0D}"/>
          </ac:spMkLst>
        </pc:spChg>
        <pc:spChg chg="add del">
          <ac:chgData name="Job Coenen" userId="39d21178-e980-40d1-ac56-45bbb0bcf1af" providerId="ADAL" clId="{89A9AB13-0CF1-47A8-98D6-BE479E2D2610}" dt="2023-08-31T15:06:38.007" v="1090" actId="26606"/>
          <ac:spMkLst>
            <pc:docMk/>
            <pc:sldMk cId="763398919" sldId="3116"/>
            <ac:spMk id="7181" creationId="{D4A11FEA-6E98-401C-B708-DA2C95081E8F}"/>
          </ac:spMkLst>
        </pc:spChg>
        <pc:spChg chg="add del">
          <ac:chgData name="Job Coenen" userId="39d21178-e980-40d1-ac56-45bbb0bcf1af" providerId="ADAL" clId="{89A9AB13-0CF1-47A8-98D6-BE479E2D2610}" dt="2023-08-31T15:06:42.322" v="1092" actId="26606"/>
          <ac:spMkLst>
            <pc:docMk/>
            <pc:sldMk cId="763398919" sldId="3116"/>
            <ac:spMk id="7183" creationId="{0010EC45-8B8C-49A1-92F4-297215C95E84}"/>
          </ac:spMkLst>
        </pc:spChg>
        <pc:spChg chg="add del">
          <ac:chgData name="Job Coenen" userId="39d21178-e980-40d1-ac56-45bbb0bcf1af" providerId="ADAL" clId="{89A9AB13-0CF1-47A8-98D6-BE479E2D2610}" dt="2023-08-31T15:06:42.322" v="1092" actId="26606"/>
          <ac:spMkLst>
            <pc:docMk/>
            <pc:sldMk cId="763398919" sldId="3116"/>
            <ac:spMk id="7184" creationId="{BB8C1D0E-0B06-46C9-A8BD-A8E13FF9936B}"/>
          </ac:spMkLst>
        </pc:spChg>
        <pc:spChg chg="add del">
          <ac:chgData name="Job Coenen" userId="39d21178-e980-40d1-ac56-45bbb0bcf1af" providerId="ADAL" clId="{89A9AB13-0CF1-47A8-98D6-BE479E2D2610}" dt="2023-08-31T15:06:42.322" v="1092" actId="26606"/>
          <ac:spMkLst>
            <pc:docMk/>
            <pc:sldMk cId="763398919" sldId="3116"/>
            <ac:spMk id="7185" creationId="{7D1ADC4A-8537-4084-99C7-F8D378A640A9}"/>
          </ac:spMkLst>
        </pc:spChg>
        <pc:spChg chg="add del">
          <ac:chgData name="Job Coenen" userId="39d21178-e980-40d1-ac56-45bbb0bcf1af" providerId="ADAL" clId="{89A9AB13-0CF1-47A8-98D6-BE479E2D2610}" dt="2023-08-31T15:06:42.322" v="1092" actId="26606"/>
          <ac:spMkLst>
            <pc:docMk/>
            <pc:sldMk cId="763398919" sldId="3116"/>
            <ac:spMk id="7186" creationId="{037EA4EB-4F7C-4751-A4A2-563CD920E8E1}"/>
          </ac:spMkLst>
        </pc:spChg>
        <pc:spChg chg="add del">
          <ac:chgData name="Job Coenen" userId="39d21178-e980-40d1-ac56-45bbb0bcf1af" providerId="ADAL" clId="{89A9AB13-0CF1-47A8-98D6-BE479E2D2610}" dt="2023-08-31T15:06:42.322" v="1092" actId="26606"/>
          <ac:spMkLst>
            <pc:docMk/>
            <pc:sldMk cId="763398919" sldId="3116"/>
            <ac:spMk id="7187" creationId="{A8197E63-3449-474F-AF38-381E134885EC}"/>
          </ac:spMkLst>
        </pc:spChg>
        <pc:spChg chg="add del">
          <ac:chgData name="Job Coenen" userId="39d21178-e980-40d1-ac56-45bbb0bcf1af" providerId="ADAL" clId="{89A9AB13-0CF1-47A8-98D6-BE479E2D2610}" dt="2023-08-31T15:07:37.354" v="1101" actId="26606"/>
          <ac:spMkLst>
            <pc:docMk/>
            <pc:sldMk cId="763398919" sldId="3116"/>
            <ac:spMk id="7189" creationId="{BB8C1D0E-0B06-46C9-A8BD-A8E13FF9936B}"/>
          </ac:spMkLst>
        </pc:spChg>
        <pc:spChg chg="add del">
          <ac:chgData name="Job Coenen" userId="39d21178-e980-40d1-ac56-45bbb0bcf1af" providerId="ADAL" clId="{89A9AB13-0CF1-47A8-98D6-BE479E2D2610}" dt="2023-08-31T15:07:37.354" v="1101" actId="26606"/>
          <ac:spMkLst>
            <pc:docMk/>
            <pc:sldMk cId="763398919" sldId="3116"/>
            <ac:spMk id="7190" creationId="{7D1ADC4A-8537-4084-99C7-F8D378A640A9}"/>
          </ac:spMkLst>
        </pc:spChg>
        <pc:spChg chg="add del">
          <ac:chgData name="Job Coenen" userId="39d21178-e980-40d1-ac56-45bbb0bcf1af" providerId="ADAL" clId="{89A9AB13-0CF1-47A8-98D6-BE479E2D2610}" dt="2023-08-31T15:07:37.354" v="1101" actId="26606"/>
          <ac:spMkLst>
            <pc:docMk/>
            <pc:sldMk cId="763398919" sldId="3116"/>
            <ac:spMk id="7191" creationId="{D9453AC2-8882-459A-8985-3E24DD42AE0D}"/>
          </ac:spMkLst>
        </pc:spChg>
        <pc:spChg chg="add del">
          <ac:chgData name="Job Coenen" userId="39d21178-e980-40d1-ac56-45bbb0bcf1af" providerId="ADAL" clId="{89A9AB13-0CF1-47A8-98D6-BE479E2D2610}" dt="2023-08-31T15:07:37.354" v="1101" actId="26606"/>
          <ac:spMkLst>
            <pc:docMk/>
            <pc:sldMk cId="763398919" sldId="3116"/>
            <ac:spMk id="7192" creationId="{D4A11FEA-6E98-401C-B708-DA2C95081E8F}"/>
          </ac:spMkLst>
        </pc:spChg>
        <pc:spChg chg="add">
          <ac:chgData name="Job Coenen" userId="39d21178-e980-40d1-ac56-45bbb0bcf1af" providerId="ADAL" clId="{89A9AB13-0CF1-47A8-98D6-BE479E2D2610}" dt="2023-08-31T15:07:37.354" v="1101" actId="26606"/>
          <ac:spMkLst>
            <pc:docMk/>
            <pc:sldMk cId="763398919" sldId="3116"/>
            <ac:spMk id="7197" creationId="{BB8C1D0E-0B06-46C9-A8BD-A8E13FF9936B}"/>
          </ac:spMkLst>
        </pc:spChg>
        <pc:spChg chg="add">
          <ac:chgData name="Job Coenen" userId="39d21178-e980-40d1-ac56-45bbb0bcf1af" providerId="ADAL" clId="{89A9AB13-0CF1-47A8-98D6-BE479E2D2610}" dt="2023-08-31T15:07:37.354" v="1101" actId="26606"/>
          <ac:spMkLst>
            <pc:docMk/>
            <pc:sldMk cId="763398919" sldId="3116"/>
            <ac:spMk id="7199" creationId="{7D1ADC4A-8537-4084-99C7-F8D378A640A9}"/>
          </ac:spMkLst>
        </pc:spChg>
        <pc:spChg chg="add">
          <ac:chgData name="Job Coenen" userId="39d21178-e980-40d1-ac56-45bbb0bcf1af" providerId="ADAL" clId="{89A9AB13-0CF1-47A8-98D6-BE479E2D2610}" dt="2023-08-31T15:07:37.354" v="1101" actId="26606"/>
          <ac:spMkLst>
            <pc:docMk/>
            <pc:sldMk cId="763398919" sldId="3116"/>
            <ac:spMk id="7201" creationId="{415DEDD7-7B31-4EF1-B7C7-5AEE3208CC1D}"/>
          </ac:spMkLst>
        </pc:spChg>
        <pc:spChg chg="add">
          <ac:chgData name="Job Coenen" userId="39d21178-e980-40d1-ac56-45bbb0bcf1af" providerId="ADAL" clId="{89A9AB13-0CF1-47A8-98D6-BE479E2D2610}" dt="2023-08-31T15:07:37.354" v="1101" actId="26606"/>
          <ac:spMkLst>
            <pc:docMk/>
            <pc:sldMk cId="763398919" sldId="3116"/>
            <ac:spMk id="7203" creationId="{3242CC7A-3D6E-47A4-B9D1-860978459846}"/>
          </ac:spMkLst>
        </pc:spChg>
        <pc:picChg chg="add mod">
          <ac:chgData name="Job Coenen" userId="39d21178-e980-40d1-ac56-45bbb0bcf1af" providerId="ADAL" clId="{89A9AB13-0CF1-47A8-98D6-BE479E2D2610}" dt="2023-08-31T15:08:18.569" v="1106" actId="1076"/>
          <ac:picMkLst>
            <pc:docMk/>
            <pc:sldMk cId="763398919" sldId="3116"/>
            <ac:picMk id="5122" creationId="{1C75F614-4C63-E8ED-A22F-C6447B261DA7}"/>
          </ac:picMkLst>
        </pc:picChg>
        <pc:picChg chg="del mod ord">
          <ac:chgData name="Job Coenen" userId="39d21178-e980-40d1-ac56-45bbb0bcf1af" providerId="ADAL" clId="{89A9AB13-0CF1-47A8-98D6-BE479E2D2610}" dt="2023-08-31T15:07:38.936" v="1102" actId="478"/>
          <ac:picMkLst>
            <pc:docMk/>
            <pc:sldMk cId="763398919" sldId="3116"/>
            <ac:picMk id="7170" creationId="{6BDC5035-42C6-49F6-8016-64CF44EC8552}"/>
          </ac:picMkLst>
        </pc:picChg>
      </pc:sldChg>
      <pc:sldChg chg="modSp mod modNotes">
        <pc:chgData name="Job Coenen" userId="39d21178-e980-40d1-ac56-45bbb0bcf1af" providerId="ADAL" clId="{89A9AB13-0CF1-47A8-98D6-BE479E2D2610}" dt="2023-08-31T15:14:24.345" v="1345" actId="1076"/>
        <pc:sldMkLst>
          <pc:docMk/>
          <pc:sldMk cId="757193233" sldId="3117"/>
        </pc:sldMkLst>
        <pc:spChg chg="mod">
          <ac:chgData name="Job Coenen" userId="39d21178-e980-40d1-ac56-45bbb0bcf1af" providerId="ADAL" clId="{89A9AB13-0CF1-47A8-98D6-BE479E2D2610}" dt="2023-08-31T15:14:24.345" v="1345" actId="1076"/>
          <ac:spMkLst>
            <pc:docMk/>
            <pc:sldMk cId="757193233" sldId="3117"/>
            <ac:spMk id="2" creationId="{99FBE0CA-A089-4A41-AB95-51224BD66312}"/>
          </ac:spMkLst>
        </pc:spChg>
        <pc:spChg chg="mod">
          <ac:chgData name="Job Coenen" userId="39d21178-e980-40d1-ac56-45bbb0bcf1af" providerId="ADAL" clId="{89A9AB13-0CF1-47A8-98D6-BE479E2D2610}" dt="2023-08-31T15:14:00.526" v="1337" actId="14100"/>
          <ac:spMkLst>
            <pc:docMk/>
            <pc:sldMk cId="757193233" sldId="3117"/>
            <ac:spMk id="3" creationId="{E835D71A-8F8A-4A77-BF75-60DFC6314CE5}"/>
          </ac:spMkLst>
        </pc:spChg>
        <pc:spChg chg="mod">
          <ac:chgData name="Job Coenen" userId="39d21178-e980-40d1-ac56-45bbb0bcf1af" providerId="ADAL" clId="{89A9AB13-0CF1-47A8-98D6-BE479E2D2610}" dt="2023-08-31T15:14:00.526" v="1337" actId="14100"/>
          <ac:spMkLst>
            <pc:docMk/>
            <pc:sldMk cId="757193233" sldId="3117"/>
            <ac:spMk id="4" creationId="{6A14A040-0C54-4F27-9955-5EA8136A9B30}"/>
          </ac:spMkLst>
        </pc:spChg>
        <pc:spChg chg="mod">
          <ac:chgData name="Job Coenen" userId="39d21178-e980-40d1-ac56-45bbb0bcf1af" providerId="ADAL" clId="{89A9AB13-0CF1-47A8-98D6-BE479E2D2610}" dt="2023-08-31T15:14:00.526" v="1337" actId="14100"/>
          <ac:spMkLst>
            <pc:docMk/>
            <pc:sldMk cId="757193233" sldId="3117"/>
            <ac:spMk id="5" creationId="{C24F8248-1CB1-4519-8403-D3FAEA4EDF7B}"/>
          </ac:spMkLst>
        </pc:spChg>
        <pc:spChg chg="mod">
          <ac:chgData name="Job Coenen" userId="39d21178-e980-40d1-ac56-45bbb0bcf1af" providerId="ADAL" clId="{89A9AB13-0CF1-47A8-98D6-BE479E2D2610}" dt="2023-08-31T15:14:00.526" v="1337" actId="14100"/>
          <ac:spMkLst>
            <pc:docMk/>
            <pc:sldMk cId="757193233" sldId="3117"/>
            <ac:spMk id="6" creationId="{99114192-3E12-4350-B865-81B97614694B}"/>
          </ac:spMkLst>
        </pc:spChg>
        <pc:spChg chg="mod">
          <ac:chgData name="Job Coenen" userId="39d21178-e980-40d1-ac56-45bbb0bcf1af" providerId="ADAL" clId="{89A9AB13-0CF1-47A8-98D6-BE479E2D2610}" dt="2023-08-31T15:14:00.526" v="1337" actId="14100"/>
          <ac:spMkLst>
            <pc:docMk/>
            <pc:sldMk cId="757193233" sldId="3117"/>
            <ac:spMk id="7" creationId="{1C511C23-DF3D-41DE-B28E-5DEC4ED35EE6}"/>
          </ac:spMkLst>
        </pc:spChg>
        <pc:spChg chg="mod">
          <ac:chgData name="Job Coenen" userId="39d21178-e980-40d1-ac56-45bbb0bcf1af" providerId="ADAL" clId="{89A9AB13-0CF1-47A8-98D6-BE479E2D2610}" dt="2023-08-31T08:37:33.757" v="0"/>
          <ac:spMkLst>
            <pc:docMk/>
            <pc:sldMk cId="757193233" sldId="3117"/>
            <ac:spMk id="9" creationId="{871F338E-53AE-4801-A9FC-85DE87E1C8F0}"/>
          </ac:spMkLst>
        </pc:spChg>
        <pc:spChg chg="mod">
          <ac:chgData name="Job Coenen" userId="39d21178-e980-40d1-ac56-45bbb0bcf1af" providerId="ADAL" clId="{89A9AB13-0CF1-47A8-98D6-BE479E2D2610}" dt="2023-08-31T08:37:33.757" v="0"/>
          <ac:spMkLst>
            <pc:docMk/>
            <pc:sldMk cId="757193233" sldId="3117"/>
            <ac:spMk id="10" creationId="{A43A1744-EDD3-458F-AE7C-CB30A4743EE9}"/>
          </ac:spMkLst>
        </pc:spChg>
        <pc:spChg chg="mod">
          <ac:chgData name="Job Coenen" userId="39d21178-e980-40d1-ac56-45bbb0bcf1af" providerId="ADAL" clId="{89A9AB13-0CF1-47A8-98D6-BE479E2D2610}" dt="2023-08-31T08:37:33.757" v="0"/>
          <ac:spMkLst>
            <pc:docMk/>
            <pc:sldMk cId="757193233" sldId="3117"/>
            <ac:spMk id="12" creationId="{2B53AE57-F867-41B1-B887-73F6015F52C8}"/>
          </ac:spMkLst>
        </pc:spChg>
        <pc:spChg chg="mod">
          <ac:chgData name="Job Coenen" userId="39d21178-e980-40d1-ac56-45bbb0bcf1af" providerId="ADAL" clId="{89A9AB13-0CF1-47A8-98D6-BE479E2D2610}" dt="2023-08-31T08:37:33.757" v="0"/>
          <ac:spMkLst>
            <pc:docMk/>
            <pc:sldMk cId="757193233" sldId="3117"/>
            <ac:spMk id="14" creationId="{6ADBFD17-B608-4CAA-9097-0D2E1FA6351C}"/>
          </ac:spMkLst>
        </pc:spChg>
        <pc:spChg chg="mod">
          <ac:chgData name="Job Coenen" userId="39d21178-e980-40d1-ac56-45bbb0bcf1af" providerId="ADAL" clId="{89A9AB13-0CF1-47A8-98D6-BE479E2D2610}" dt="2023-08-31T08:37:33.757" v="0"/>
          <ac:spMkLst>
            <pc:docMk/>
            <pc:sldMk cId="757193233" sldId="3117"/>
            <ac:spMk id="15" creationId="{40FC5BD7-3000-48FE-BC8D-0DDE033F446B}"/>
          </ac:spMkLst>
        </pc:spChg>
        <pc:spChg chg="mod">
          <ac:chgData name="Job Coenen" userId="39d21178-e980-40d1-ac56-45bbb0bcf1af" providerId="ADAL" clId="{89A9AB13-0CF1-47A8-98D6-BE479E2D2610}" dt="2023-08-31T08:37:33.757" v="0"/>
          <ac:spMkLst>
            <pc:docMk/>
            <pc:sldMk cId="757193233" sldId="3117"/>
            <ac:spMk id="16" creationId="{3818B89E-FCFA-4424-8D67-0512B1E6D3F8}"/>
          </ac:spMkLst>
        </pc:spChg>
        <pc:spChg chg="mod">
          <ac:chgData name="Job Coenen" userId="39d21178-e980-40d1-ac56-45bbb0bcf1af" providerId="ADAL" clId="{89A9AB13-0CF1-47A8-98D6-BE479E2D2610}" dt="2023-08-31T08:37:33.757" v="0"/>
          <ac:spMkLst>
            <pc:docMk/>
            <pc:sldMk cId="757193233" sldId="3117"/>
            <ac:spMk id="17" creationId="{EB851CC2-B73F-4D0E-95B6-5A219B3BEF00}"/>
          </ac:spMkLst>
        </pc:spChg>
        <pc:spChg chg="mod">
          <ac:chgData name="Job Coenen" userId="39d21178-e980-40d1-ac56-45bbb0bcf1af" providerId="ADAL" clId="{89A9AB13-0CF1-47A8-98D6-BE479E2D2610}" dt="2023-08-31T08:37:33.757" v="0"/>
          <ac:spMkLst>
            <pc:docMk/>
            <pc:sldMk cId="757193233" sldId="3117"/>
            <ac:spMk id="19" creationId="{67F44FDF-5BBA-4ACE-A277-92B10C5E8097}"/>
          </ac:spMkLst>
        </pc:spChg>
        <pc:spChg chg="mod">
          <ac:chgData name="Job Coenen" userId="39d21178-e980-40d1-ac56-45bbb0bcf1af" providerId="ADAL" clId="{89A9AB13-0CF1-47A8-98D6-BE479E2D2610}" dt="2023-08-31T08:37:33.757" v="0"/>
          <ac:spMkLst>
            <pc:docMk/>
            <pc:sldMk cId="757193233" sldId="3117"/>
            <ac:spMk id="20" creationId="{DBEDCA16-353E-46E6-836A-8671BAE7892C}"/>
          </ac:spMkLst>
        </pc:spChg>
        <pc:spChg chg="mod">
          <ac:chgData name="Job Coenen" userId="39d21178-e980-40d1-ac56-45bbb0bcf1af" providerId="ADAL" clId="{89A9AB13-0CF1-47A8-98D6-BE479E2D2610}" dt="2023-08-31T08:37:33.757" v="0"/>
          <ac:spMkLst>
            <pc:docMk/>
            <pc:sldMk cId="757193233" sldId="3117"/>
            <ac:spMk id="22" creationId="{ABB0EBF8-D102-4BD1-A9F2-FE551AF73724}"/>
          </ac:spMkLst>
        </pc:spChg>
        <pc:spChg chg="mod">
          <ac:chgData name="Job Coenen" userId="39d21178-e980-40d1-ac56-45bbb0bcf1af" providerId="ADAL" clId="{89A9AB13-0CF1-47A8-98D6-BE479E2D2610}" dt="2023-08-31T08:37:33.757" v="0"/>
          <ac:spMkLst>
            <pc:docMk/>
            <pc:sldMk cId="757193233" sldId="3117"/>
            <ac:spMk id="24" creationId="{C52D9F71-E0D3-4DCD-89F3-67D9992939FD}"/>
          </ac:spMkLst>
        </pc:spChg>
        <pc:spChg chg="mod">
          <ac:chgData name="Job Coenen" userId="39d21178-e980-40d1-ac56-45bbb0bcf1af" providerId="ADAL" clId="{89A9AB13-0CF1-47A8-98D6-BE479E2D2610}" dt="2023-08-31T08:37:33.757" v="0"/>
          <ac:spMkLst>
            <pc:docMk/>
            <pc:sldMk cId="757193233" sldId="3117"/>
            <ac:spMk id="25" creationId="{40159BE8-AC57-4789-8420-857F3F1FE01E}"/>
          </ac:spMkLst>
        </pc:spChg>
        <pc:spChg chg="mod">
          <ac:chgData name="Job Coenen" userId="39d21178-e980-40d1-ac56-45bbb0bcf1af" providerId="ADAL" clId="{89A9AB13-0CF1-47A8-98D6-BE479E2D2610}" dt="2023-08-31T08:37:33.757" v="0"/>
          <ac:spMkLst>
            <pc:docMk/>
            <pc:sldMk cId="757193233" sldId="3117"/>
            <ac:spMk id="27" creationId="{EF2A2A7F-84CF-4349-9B17-0BBEAE979A17}"/>
          </ac:spMkLst>
        </pc:spChg>
        <pc:spChg chg="mod">
          <ac:chgData name="Job Coenen" userId="39d21178-e980-40d1-ac56-45bbb0bcf1af" providerId="ADAL" clId="{89A9AB13-0CF1-47A8-98D6-BE479E2D2610}" dt="2023-08-31T08:37:33.757" v="0"/>
          <ac:spMkLst>
            <pc:docMk/>
            <pc:sldMk cId="757193233" sldId="3117"/>
            <ac:spMk id="29" creationId="{CCD5D135-3F11-46F9-9959-1A2EDF7453B2}"/>
          </ac:spMkLst>
        </pc:spChg>
        <pc:spChg chg="mod">
          <ac:chgData name="Job Coenen" userId="39d21178-e980-40d1-ac56-45bbb0bcf1af" providerId="ADAL" clId="{89A9AB13-0CF1-47A8-98D6-BE479E2D2610}" dt="2023-08-31T08:37:33.757" v="0"/>
          <ac:spMkLst>
            <pc:docMk/>
            <pc:sldMk cId="757193233" sldId="3117"/>
            <ac:spMk id="30" creationId="{E51E1229-7540-4DCA-9DFA-112B5A285AA0}"/>
          </ac:spMkLst>
        </pc:spChg>
        <pc:spChg chg="mod">
          <ac:chgData name="Job Coenen" userId="39d21178-e980-40d1-ac56-45bbb0bcf1af" providerId="ADAL" clId="{89A9AB13-0CF1-47A8-98D6-BE479E2D2610}" dt="2023-08-31T08:37:33.757" v="0"/>
          <ac:spMkLst>
            <pc:docMk/>
            <pc:sldMk cId="757193233" sldId="3117"/>
            <ac:spMk id="32" creationId="{1B6E865F-D54C-4F48-AFAF-A53F5AC4A209}"/>
          </ac:spMkLst>
        </pc:spChg>
        <pc:spChg chg="mod">
          <ac:chgData name="Job Coenen" userId="39d21178-e980-40d1-ac56-45bbb0bcf1af" providerId="ADAL" clId="{89A9AB13-0CF1-47A8-98D6-BE479E2D2610}" dt="2023-08-31T08:37:33.757" v="0"/>
          <ac:spMkLst>
            <pc:docMk/>
            <pc:sldMk cId="757193233" sldId="3117"/>
            <ac:spMk id="34" creationId="{5A8B5B2B-B928-47FF-9DE8-1ABD07E06DF3}"/>
          </ac:spMkLst>
        </pc:spChg>
        <pc:spChg chg="mod">
          <ac:chgData name="Job Coenen" userId="39d21178-e980-40d1-ac56-45bbb0bcf1af" providerId="ADAL" clId="{89A9AB13-0CF1-47A8-98D6-BE479E2D2610}" dt="2023-08-31T08:37:33.757" v="0"/>
          <ac:spMkLst>
            <pc:docMk/>
            <pc:sldMk cId="757193233" sldId="3117"/>
            <ac:spMk id="35" creationId="{B1B2E61B-EE2C-482D-9509-A36DAA06E167}"/>
          </ac:spMkLst>
        </pc:spChg>
        <pc:spChg chg="mod">
          <ac:chgData name="Job Coenen" userId="39d21178-e980-40d1-ac56-45bbb0bcf1af" providerId="ADAL" clId="{89A9AB13-0CF1-47A8-98D6-BE479E2D2610}" dt="2023-08-31T08:37:33.757" v="0"/>
          <ac:spMkLst>
            <pc:docMk/>
            <pc:sldMk cId="757193233" sldId="3117"/>
            <ac:spMk id="37" creationId="{07097C46-824A-4225-BEC2-7DC3859804DC}"/>
          </ac:spMkLst>
        </pc:spChg>
        <pc:spChg chg="mod">
          <ac:chgData name="Job Coenen" userId="39d21178-e980-40d1-ac56-45bbb0bcf1af" providerId="ADAL" clId="{89A9AB13-0CF1-47A8-98D6-BE479E2D2610}" dt="2023-08-31T08:37:33.757" v="0"/>
          <ac:spMkLst>
            <pc:docMk/>
            <pc:sldMk cId="757193233" sldId="3117"/>
            <ac:spMk id="39" creationId="{44C50EBD-58CC-4BE3-B313-3C1968CF60E4}"/>
          </ac:spMkLst>
        </pc:spChg>
        <pc:spChg chg="mod">
          <ac:chgData name="Job Coenen" userId="39d21178-e980-40d1-ac56-45bbb0bcf1af" providerId="ADAL" clId="{89A9AB13-0CF1-47A8-98D6-BE479E2D2610}" dt="2023-08-31T08:37:33.757" v="0"/>
          <ac:spMkLst>
            <pc:docMk/>
            <pc:sldMk cId="757193233" sldId="3117"/>
            <ac:spMk id="40" creationId="{260B004C-DA4F-4AF4-85FC-F9C245126213}"/>
          </ac:spMkLst>
        </pc:spChg>
        <pc:spChg chg="mod">
          <ac:chgData name="Job Coenen" userId="39d21178-e980-40d1-ac56-45bbb0bcf1af" providerId="ADAL" clId="{89A9AB13-0CF1-47A8-98D6-BE479E2D2610}" dt="2023-08-31T08:37:33.757" v="0"/>
          <ac:spMkLst>
            <pc:docMk/>
            <pc:sldMk cId="757193233" sldId="3117"/>
            <ac:spMk id="41" creationId="{9DAAF65D-9B3E-45DE-820D-026F3592EC97}"/>
          </ac:spMkLst>
        </pc:spChg>
        <pc:spChg chg="mod">
          <ac:chgData name="Job Coenen" userId="39d21178-e980-40d1-ac56-45bbb0bcf1af" providerId="ADAL" clId="{89A9AB13-0CF1-47A8-98D6-BE479E2D2610}" dt="2023-08-31T08:37:33.757" v="0"/>
          <ac:spMkLst>
            <pc:docMk/>
            <pc:sldMk cId="757193233" sldId="3117"/>
            <ac:spMk id="42" creationId="{ADDBC491-5957-40B8-BCA3-7ABF4BABDAEA}"/>
          </ac:spMkLst>
        </pc:spChg>
        <pc:spChg chg="mod">
          <ac:chgData name="Job Coenen" userId="39d21178-e980-40d1-ac56-45bbb0bcf1af" providerId="ADAL" clId="{89A9AB13-0CF1-47A8-98D6-BE479E2D2610}" dt="2023-08-31T08:37:33.757" v="0"/>
          <ac:spMkLst>
            <pc:docMk/>
            <pc:sldMk cId="757193233" sldId="3117"/>
            <ac:spMk id="44" creationId="{4549C597-D927-461A-A271-E4CE27296F20}"/>
          </ac:spMkLst>
        </pc:spChg>
        <pc:spChg chg="mod">
          <ac:chgData name="Job Coenen" userId="39d21178-e980-40d1-ac56-45bbb0bcf1af" providerId="ADAL" clId="{89A9AB13-0CF1-47A8-98D6-BE479E2D2610}" dt="2023-08-31T08:37:33.757" v="0"/>
          <ac:spMkLst>
            <pc:docMk/>
            <pc:sldMk cId="757193233" sldId="3117"/>
            <ac:spMk id="45" creationId="{2C035DCA-19B8-492F-B6B6-407B791B66EB}"/>
          </ac:spMkLst>
        </pc:spChg>
        <pc:spChg chg="mod">
          <ac:chgData name="Job Coenen" userId="39d21178-e980-40d1-ac56-45bbb0bcf1af" providerId="ADAL" clId="{89A9AB13-0CF1-47A8-98D6-BE479E2D2610}" dt="2023-08-31T08:37:33.757" v="0"/>
          <ac:spMkLst>
            <pc:docMk/>
            <pc:sldMk cId="757193233" sldId="3117"/>
            <ac:spMk id="46" creationId="{EE6AA538-2012-46B5-89F2-B4DAE8993863}"/>
          </ac:spMkLst>
        </pc:spChg>
        <pc:spChg chg="mod">
          <ac:chgData name="Job Coenen" userId="39d21178-e980-40d1-ac56-45bbb0bcf1af" providerId="ADAL" clId="{89A9AB13-0CF1-47A8-98D6-BE479E2D2610}" dt="2023-08-31T08:37:33.757" v="0"/>
          <ac:spMkLst>
            <pc:docMk/>
            <pc:sldMk cId="757193233" sldId="3117"/>
            <ac:spMk id="47" creationId="{FED2E3CB-C840-49E8-B0C9-BF113352A52A}"/>
          </ac:spMkLst>
        </pc:spChg>
        <pc:spChg chg="mod">
          <ac:chgData name="Job Coenen" userId="39d21178-e980-40d1-ac56-45bbb0bcf1af" providerId="ADAL" clId="{89A9AB13-0CF1-47A8-98D6-BE479E2D2610}" dt="2023-08-31T08:37:33.757" v="0"/>
          <ac:spMkLst>
            <pc:docMk/>
            <pc:sldMk cId="757193233" sldId="3117"/>
            <ac:spMk id="49" creationId="{9C21CEDF-1A41-4BC4-99C7-8F5D52707A54}"/>
          </ac:spMkLst>
        </pc:spChg>
        <pc:spChg chg="mod">
          <ac:chgData name="Job Coenen" userId="39d21178-e980-40d1-ac56-45bbb0bcf1af" providerId="ADAL" clId="{89A9AB13-0CF1-47A8-98D6-BE479E2D2610}" dt="2023-08-31T08:37:33.757" v="0"/>
          <ac:spMkLst>
            <pc:docMk/>
            <pc:sldMk cId="757193233" sldId="3117"/>
            <ac:spMk id="50" creationId="{E4440270-3F75-4AA8-8327-D0E4B6B18D8E}"/>
          </ac:spMkLst>
        </pc:spChg>
        <pc:spChg chg="mod">
          <ac:chgData name="Job Coenen" userId="39d21178-e980-40d1-ac56-45bbb0bcf1af" providerId="ADAL" clId="{89A9AB13-0CF1-47A8-98D6-BE479E2D2610}" dt="2023-08-31T08:37:33.757" v="0"/>
          <ac:spMkLst>
            <pc:docMk/>
            <pc:sldMk cId="757193233" sldId="3117"/>
            <ac:spMk id="51" creationId="{50516BA8-B94A-40F8-9670-C788713F54E4}"/>
          </ac:spMkLst>
        </pc:spChg>
        <pc:spChg chg="mod">
          <ac:chgData name="Job Coenen" userId="39d21178-e980-40d1-ac56-45bbb0bcf1af" providerId="ADAL" clId="{89A9AB13-0CF1-47A8-98D6-BE479E2D2610}" dt="2023-08-31T08:37:33.757" v="0"/>
          <ac:spMkLst>
            <pc:docMk/>
            <pc:sldMk cId="757193233" sldId="3117"/>
            <ac:spMk id="52" creationId="{AB1C411D-5B3A-4E0B-933F-7D678426B627}"/>
          </ac:spMkLst>
        </pc:spChg>
        <pc:spChg chg="mod">
          <ac:chgData name="Job Coenen" userId="39d21178-e980-40d1-ac56-45bbb0bcf1af" providerId="ADAL" clId="{89A9AB13-0CF1-47A8-98D6-BE479E2D2610}" dt="2023-08-31T08:37:33.757" v="0"/>
          <ac:spMkLst>
            <pc:docMk/>
            <pc:sldMk cId="757193233" sldId="3117"/>
            <ac:spMk id="54" creationId="{68C1CB72-DCFC-4227-9744-D48511722183}"/>
          </ac:spMkLst>
        </pc:spChg>
        <pc:spChg chg="mod">
          <ac:chgData name="Job Coenen" userId="39d21178-e980-40d1-ac56-45bbb0bcf1af" providerId="ADAL" clId="{89A9AB13-0CF1-47A8-98D6-BE479E2D2610}" dt="2023-08-31T08:37:33.757" v="0"/>
          <ac:spMkLst>
            <pc:docMk/>
            <pc:sldMk cId="757193233" sldId="3117"/>
            <ac:spMk id="55" creationId="{2E725F0C-61DD-4203-94E3-C3E746213977}"/>
          </ac:spMkLst>
        </pc:spChg>
        <pc:spChg chg="mod">
          <ac:chgData name="Job Coenen" userId="39d21178-e980-40d1-ac56-45bbb0bcf1af" providerId="ADAL" clId="{89A9AB13-0CF1-47A8-98D6-BE479E2D2610}" dt="2023-08-31T08:37:33.757" v="0"/>
          <ac:spMkLst>
            <pc:docMk/>
            <pc:sldMk cId="757193233" sldId="3117"/>
            <ac:spMk id="56" creationId="{C0BB42C6-CFCB-4E38-BD44-98F19E9540A5}"/>
          </ac:spMkLst>
        </pc:spChg>
        <pc:spChg chg="mod">
          <ac:chgData name="Job Coenen" userId="39d21178-e980-40d1-ac56-45bbb0bcf1af" providerId="ADAL" clId="{89A9AB13-0CF1-47A8-98D6-BE479E2D2610}" dt="2023-08-31T08:37:33.757" v="0"/>
          <ac:spMkLst>
            <pc:docMk/>
            <pc:sldMk cId="757193233" sldId="3117"/>
            <ac:spMk id="57" creationId="{A5DEC03A-0D8D-49C0-9256-159548BBEBC5}"/>
          </ac:spMkLst>
        </pc:spChg>
        <pc:spChg chg="mod">
          <ac:chgData name="Job Coenen" userId="39d21178-e980-40d1-ac56-45bbb0bcf1af" providerId="ADAL" clId="{89A9AB13-0CF1-47A8-98D6-BE479E2D2610}" dt="2023-08-31T08:37:33.757" v="0"/>
          <ac:spMkLst>
            <pc:docMk/>
            <pc:sldMk cId="757193233" sldId="3117"/>
            <ac:spMk id="59" creationId="{0B3B4C5E-6F76-4740-A577-5C137D17BA69}"/>
          </ac:spMkLst>
        </pc:spChg>
        <pc:spChg chg="mod">
          <ac:chgData name="Job Coenen" userId="39d21178-e980-40d1-ac56-45bbb0bcf1af" providerId="ADAL" clId="{89A9AB13-0CF1-47A8-98D6-BE479E2D2610}" dt="2023-08-31T08:37:33.757" v="0"/>
          <ac:spMkLst>
            <pc:docMk/>
            <pc:sldMk cId="757193233" sldId="3117"/>
            <ac:spMk id="60" creationId="{2A3B6E58-E1E2-46C5-BBB6-A1F1F61D83DB}"/>
          </ac:spMkLst>
        </pc:spChg>
        <pc:spChg chg="mod">
          <ac:chgData name="Job Coenen" userId="39d21178-e980-40d1-ac56-45bbb0bcf1af" providerId="ADAL" clId="{89A9AB13-0CF1-47A8-98D6-BE479E2D2610}" dt="2023-08-31T08:37:33.757" v="0"/>
          <ac:spMkLst>
            <pc:docMk/>
            <pc:sldMk cId="757193233" sldId="3117"/>
            <ac:spMk id="62" creationId="{50930D3A-2F22-49FA-9D3F-77337BC2B583}"/>
          </ac:spMkLst>
        </pc:spChg>
        <pc:spChg chg="mod">
          <ac:chgData name="Job Coenen" userId="39d21178-e980-40d1-ac56-45bbb0bcf1af" providerId="ADAL" clId="{89A9AB13-0CF1-47A8-98D6-BE479E2D2610}" dt="2023-08-31T15:14:00.526" v="1337" actId="14100"/>
          <ac:spMkLst>
            <pc:docMk/>
            <pc:sldMk cId="757193233" sldId="3117"/>
            <ac:spMk id="63" creationId="{B6797142-BDC4-4872-857B-EAF8025BA0E8}"/>
          </ac:spMkLst>
        </pc:spChg>
        <pc:spChg chg="mod">
          <ac:chgData name="Job Coenen" userId="39d21178-e980-40d1-ac56-45bbb0bcf1af" providerId="ADAL" clId="{89A9AB13-0CF1-47A8-98D6-BE479E2D2610}" dt="2023-08-31T08:37:33.757" v="0"/>
          <ac:spMkLst>
            <pc:docMk/>
            <pc:sldMk cId="757193233" sldId="3117"/>
            <ac:spMk id="66" creationId="{7139F8CE-F32B-4041-978E-43BE599B3287}"/>
          </ac:spMkLst>
        </pc:spChg>
        <pc:spChg chg="mod">
          <ac:chgData name="Job Coenen" userId="39d21178-e980-40d1-ac56-45bbb0bcf1af" providerId="ADAL" clId="{89A9AB13-0CF1-47A8-98D6-BE479E2D2610}" dt="2023-08-31T08:37:33.757" v="0"/>
          <ac:spMkLst>
            <pc:docMk/>
            <pc:sldMk cId="757193233" sldId="3117"/>
            <ac:spMk id="67" creationId="{8BF7397E-FEBF-4123-98D5-18D640CE96C8}"/>
          </ac:spMkLst>
        </pc:spChg>
        <pc:spChg chg="mod">
          <ac:chgData name="Job Coenen" userId="39d21178-e980-40d1-ac56-45bbb0bcf1af" providerId="ADAL" clId="{89A9AB13-0CF1-47A8-98D6-BE479E2D2610}" dt="2023-08-31T08:37:33.757" v="0"/>
          <ac:spMkLst>
            <pc:docMk/>
            <pc:sldMk cId="757193233" sldId="3117"/>
            <ac:spMk id="69" creationId="{64FF95E3-81B3-438E-BE71-CB4E420A05CF}"/>
          </ac:spMkLst>
        </pc:spChg>
        <pc:spChg chg="mod">
          <ac:chgData name="Job Coenen" userId="39d21178-e980-40d1-ac56-45bbb0bcf1af" providerId="ADAL" clId="{89A9AB13-0CF1-47A8-98D6-BE479E2D2610}" dt="2023-08-31T08:37:33.757" v="0"/>
          <ac:spMkLst>
            <pc:docMk/>
            <pc:sldMk cId="757193233" sldId="3117"/>
            <ac:spMk id="71" creationId="{4F7CD7C7-2790-4427-AA79-EF3A22404072}"/>
          </ac:spMkLst>
        </pc:spChg>
        <pc:spChg chg="mod">
          <ac:chgData name="Job Coenen" userId="39d21178-e980-40d1-ac56-45bbb0bcf1af" providerId="ADAL" clId="{89A9AB13-0CF1-47A8-98D6-BE479E2D2610}" dt="2023-08-31T08:37:33.757" v="0"/>
          <ac:spMkLst>
            <pc:docMk/>
            <pc:sldMk cId="757193233" sldId="3117"/>
            <ac:spMk id="72" creationId="{151ED3EA-3D24-4167-8DC0-96C6C8D0056F}"/>
          </ac:spMkLst>
        </pc:spChg>
        <pc:spChg chg="mod">
          <ac:chgData name="Job Coenen" userId="39d21178-e980-40d1-ac56-45bbb0bcf1af" providerId="ADAL" clId="{89A9AB13-0CF1-47A8-98D6-BE479E2D2610}" dt="2023-08-31T08:37:33.757" v="0"/>
          <ac:spMkLst>
            <pc:docMk/>
            <pc:sldMk cId="757193233" sldId="3117"/>
            <ac:spMk id="74" creationId="{645929EF-B4EE-4F8B-B468-609343918338}"/>
          </ac:spMkLst>
        </pc:spChg>
        <pc:spChg chg="mod">
          <ac:chgData name="Job Coenen" userId="39d21178-e980-40d1-ac56-45bbb0bcf1af" providerId="ADAL" clId="{89A9AB13-0CF1-47A8-98D6-BE479E2D2610}" dt="2023-08-31T08:37:33.757" v="0"/>
          <ac:spMkLst>
            <pc:docMk/>
            <pc:sldMk cId="757193233" sldId="3117"/>
            <ac:spMk id="76" creationId="{96039046-00F4-493B-A417-40002408B3AE}"/>
          </ac:spMkLst>
        </pc:spChg>
        <pc:spChg chg="mod">
          <ac:chgData name="Job Coenen" userId="39d21178-e980-40d1-ac56-45bbb0bcf1af" providerId="ADAL" clId="{89A9AB13-0CF1-47A8-98D6-BE479E2D2610}" dt="2023-08-31T08:37:33.757" v="0"/>
          <ac:spMkLst>
            <pc:docMk/>
            <pc:sldMk cId="757193233" sldId="3117"/>
            <ac:spMk id="77" creationId="{75051232-656F-47C5-A585-BB21899B2C01}"/>
          </ac:spMkLst>
        </pc:spChg>
        <pc:spChg chg="mod">
          <ac:chgData name="Job Coenen" userId="39d21178-e980-40d1-ac56-45bbb0bcf1af" providerId="ADAL" clId="{89A9AB13-0CF1-47A8-98D6-BE479E2D2610}" dt="2023-08-31T08:37:33.757" v="0"/>
          <ac:spMkLst>
            <pc:docMk/>
            <pc:sldMk cId="757193233" sldId="3117"/>
            <ac:spMk id="79" creationId="{F47D9020-F20B-43C7-97DC-9F380B980B70}"/>
          </ac:spMkLst>
        </pc:spChg>
        <pc:spChg chg="mod">
          <ac:chgData name="Job Coenen" userId="39d21178-e980-40d1-ac56-45bbb0bcf1af" providerId="ADAL" clId="{89A9AB13-0CF1-47A8-98D6-BE479E2D2610}" dt="2023-08-31T08:37:33.757" v="0"/>
          <ac:spMkLst>
            <pc:docMk/>
            <pc:sldMk cId="757193233" sldId="3117"/>
            <ac:spMk id="81" creationId="{C3D19E53-173C-4508-914F-A53EE2510909}"/>
          </ac:spMkLst>
        </pc:spChg>
        <pc:spChg chg="mod">
          <ac:chgData name="Job Coenen" userId="39d21178-e980-40d1-ac56-45bbb0bcf1af" providerId="ADAL" clId="{89A9AB13-0CF1-47A8-98D6-BE479E2D2610}" dt="2023-08-31T08:37:33.757" v="0"/>
          <ac:spMkLst>
            <pc:docMk/>
            <pc:sldMk cId="757193233" sldId="3117"/>
            <ac:spMk id="82" creationId="{F87CE0F6-B118-4A3D-9CC1-BFD771713FE5}"/>
          </ac:spMkLst>
        </pc:spChg>
        <pc:spChg chg="mod">
          <ac:chgData name="Job Coenen" userId="39d21178-e980-40d1-ac56-45bbb0bcf1af" providerId="ADAL" clId="{89A9AB13-0CF1-47A8-98D6-BE479E2D2610}" dt="2023-08-31T08:37:33.757" v="0"/>
          <ac:spMkLst>
            <pc:docMk/>
            <pc:sldMk cId="757193233" sldId="3117"/>
            <ac:spMk id="84" creationId="{36BAAB64-49BA-404C-8C34-F25FA2319951}"/>
          </ac:spMkLst>
        </pc:spChg>
        <pc:spChg chg="mod">
          <ac:chgData name="Job Coenen" userId="39d21178-e980-40d1-ac56-45bbb0bcf1af" providerId="ADAL" clId="{89A9AB13-0CF1-47A8-98D6-BE479E2D2610}" dt="2023-08-31T08:37:33.757" v="0"/>
          <ac:spMkLst>
            <pc:docMk/>
            <pc:sldMk cId="757193233" sldId="3117"/>
            <ac:spMk id="86" creationId="{32CDD1A3-E296-41E6-A059-6E4BE16BA825}"/>
          </ac:spMkLst>
        </pc:spChg>
        <pc:spChg chg="mod">
          <ac:chgData name="Job Coenen" userId="39d21178-e980-40d1-ac56-45bbb0bcf1af" providerId="ADAL" clId="{89A9AB13-0CF1-47A8-98D6-BE479E2D2610}" dt="2023-08-31T08:37:33.757" v="0"/>
          <ac:spMkLst>
            <pc:docMk/>
            <pc:sldMk cId="757193233" sldId="3117"/>
            <ac:spMk id="87" creationId="{D39CA208-D380-4A25-994A-053662D94271}"/>
          </ac:spMkLst>
        </pc:spChg>
        <pc:spChg chg="mod">
          <ac:chgData name="Job Coenen" userId="39d21178-e980-40d1-ac56-45bbb0bcf1af" providerId="ADAL" clId="{89A9AB13-0CF1-47A8-98D6-BE479E2D2610}" dt="2023-08-31T08:37:33.757" v="0"/>
          <ac:spMkLst>
            <pc:docMk/>
            <pc:sldMk cId="757193233" sldId="3117"/>
            <ac:spMk id="89" creationId="{4311ABA6-61FE-4119-A86B-970B8B8A48F9}"/>
          </ac:spMkLst>
        </pc:spChg>
        <pc:spChg chg="mod">
          <ac:chgData name="Job Coenen" userId="39d21178-e980-40d1-ac56-45bbb0bcf1af" providerId="ADAL" clId="{89A9AB13-0CF1-47A8-98D6-BE479E2D2610}" dt="2023-08-31T15:14:14.049" v="1343" actId="1076"/>
          <ac:spMkLst>
            <pc:docMk/>
            <pc:sldMk cId="757193233" sldId="3117"/>
            <ac:spMk id="90" creationId="{14757985-AE54-43BA-B1EA-BA3D4322B8BD}"/>
          </ac:spMkLst>
        </pc:spChg>
        <pc:spChg chg="mod">
          <ac:chgData name="Job Coenen" userId="39d21178-e980-40d1-ac56-45bbb0bcf1af" providerId="ADAL" clId="{89A9AB13-0CF1-47A8-98D6-BE479E2D2610}" dt="2023-08-31T15:14:17.972" v="1344" actId="1076"/>
          <ac:spMkLst>
            <pc:docMk/>
            <pc:sldMk cId="757193233" sldId="3117"/>
            <ac:spMk id="91" creationId="{9956EAC6-28B6-4D7E-9FA7-7C0AB2BEB6AE}"/>
          </ac:spMkLst>
        </pc:spChg>
        <pc:grpChg chg="mod">
          <ac:chgData name="Job Coenen" userId="39d21178-e980-40d1-ac56-45bbb0bcf1af" providerId="ADAL" clId="{89A9AB13-0CF1-47A8-98D6-BE479E2D2610}" dt="2023-08-31T15:14:00.526" v="1337" actId="14100"/>
          <ac:grpSpMkLst>
            <pc:docMk/>
            <pc:sldMk cId="757193233" sldId="3117"/>
            <ac:grpSpMk id="8" creationId="{8D1D2237-1050-401D-8CB2-0087C0BBD5F9}"/>
          </ac:grpSpMkLst>
        </pc:grpChg>
        <pc:grpChg chg="mod">
          <ac:chgData name="Job Coenen" userId="39d21178-e980-40d1-ac56-45bbb0bcf1af" providerId="ADAL" clId="{89A9AB13-0CF1-47A8-98D6-BE479E2D2610}" dt="2023-08-31T15:14:00.526" v="1337" actId="14100"/>
          <ac:grpSpMkLst>
            <pc:docMk/>
            <pc:sldMk cId="757193233" sldId="3117"/>
            <ac:grpSpMk id="13" creationId="{FD60EB54-697C-450D-B30F-B83599A68233}"/>
          </ac:grpSpMkLst>
        </pc:grpChg>
        <pc:grpChg chg="mod">
          <ac:chgData name="Job Coenen" userId="39d21178-e980-40d1-ac56-45bbb0bcf1af" providerId="ADAL" clId="{89A9AB13-0CF1-47A8-98D6-BE479E2D2610}" dt="2023-08-31T15:14:00.526" v="1337" actId="14100"/>
          <ac:grpSpMkLst>
            <pc:docMk/>
            <pc:sldMk cId="757193233" sldId="3117"/>
            <ac:grpSpMk id="18" creationId="{3A4A5C06-614F-40AB-8C60-99F3ED2E05F5}"/>
          </ac:grpSpMkLst>
        </pc:grpChg>
        <pc:grpChg chg="mod">
          <ac:chgData name="Job Coenen" userId="39d21178-e980-40d1-ac56-45bbb0bcf1af" providerId="ADAL" clId="{89A9AB13-0CF1-47A8-98D6-BE479E2D2610}" dt="2023-08-31T15:14:00.526" v="1337" actId="14100"/>
          <ac:grpSpMkLst>
            <pc:docMk/>
            <pc:sldMk cId="757193233" sldId="3117"/>
            <ac:grpSpMk id="23" creationId="{E7B7C982-2150-49B4-80F3-AD916F654458}"/>
          </ac:grpSpMkLst>
        </pc:grpChg>
        <pc:grpChg chg="mod">
          <ac:chgData name="Job Coenen" userId="39d21178-e980-40d1-ac56-45bbb0bcf1af" providerId="ADAL" clId="{89A9AB13-0CF1-47A8-98D6-BE479E2D2610}" dt="2023-08-31T15:14:00.526" v="1337" actId="14100"/>
          <ac:grpSpMkLst>
            <pc:docMk/>
            <pc:sldMk cId="757193233" sldId="3117"/>
            <ac:grpSpMk id="28" creationId="{84B5B505-7586-423F-A791-12F75989D4F6}"/>
          </ac:grpSpMkLst>
        </pc:grpChg>
        <pc:grpChg chg="mod">
          <ac:chgData name="Job Coenen" userId="39d21178-e980-40d1-ac56-45bbb0bcf1af" providerId="ADAL" clId="{89A9AB13-0CF1-47A8-98D6-BE479E2D2610}" dt="2023-08-31T15:14:00.526" v="1337" actId="14100"/>
          <ac:grpSpMkLst>
            <pc:docMk/>
            <pc:sldMk cId="757193233" sldId="3117"/>
            <ac:grpSpMk id="33" creationId="{B580645E-9550-4D52-998A-DEC5672FDAC5}"/>
          </ac:grpSpMkLst>
        </pc:grpChg>
        <pc:grpChg chg="mod">
          <ac:chgData name="Job Coenen" userId="39d21178-e980-40d1-ac56-45bbb0bcf1af" providerId="ADAL" clId="{89A9AB13-0CF1-47A8-98D6-BE479E2D2610}" dt="2023-08-31T15:14:00.526" v="1337" actId="14100"/>
          <ac:grpSpMkLst>
            <pc:docMk/>
            <pc:sldMk cId="757193233" sldId="3117"/>
            <ac:grpSpMk id="38" creationId="{412502D9-EB42-40F3-A3FF-70A0244B3AC2}"/>
          </ac:grpSpMkLst>
        </pc:grpChg>
        <pc:grpChg chg="mod">
          <ac:chgData name="Job Coenen" userId="39d21178-e980-40d1-ac56-45bbb0bcf1af" providerId="ADAL" clId="{89A9AB13-0CF1-47A8-98D6-BE479E2D2610}" dt="2023-08-31T15:14:00.526" v="1337" actId="14100"/>
          <ac:grpSpMkLst>
            <pc:docMk/>
            <pc:sldMk cId="757193233" sldId="3117"/>
            <ac:grpSpMk id="43" creationId="{16D72585-BE23-4A18-9B35-F2EF184C7382}"/>
          </ac:grpSpMkLst>
        </pc:grpChg>
        <pc:grpChg chg="mod">
          <ac:chgData name="Job Coenen" userId="39d21178-e980-40d1-ac56-45bbb0bcf1af" providerId="ADAL" clId="{89A9AB13-0CF1-47A8-98D6-BE479E2D2610}" dt="2023-08-31T15:14:00.526" v="1337" actId="14100"/>
          <ac:grpSpMkLst>
            <pc:docMk/>
            <pc:sldMk cId="757193233" sldId="3117"/>
            <ac:grpSpMk id="48" creationId="{BF91EDC7-7FB3-4F9F-843C-54DE52D3E64A}"/>
          </ac:grpSpMkLst>
        </pc:grpChg>
        <pc:grpChg chg="mod">
          <ac:chgData name="Job Coenen" userId="39d21178-e980-40d1-ac56-45bbb0bcf1af" providerId="ADAL" clId="{89A9AB13-0CF1-47A8-98D6-BE479E2D2610}" dt="2023-08-31T15:14:00.526" v="1337" actId="14100"/>
          <ac:grpSpMkLst>
            <pc:docMk/>
            <pc:sldMk cId="757193233" sldId="3117"/>
            <ac:grpSpMk id="53" creationId="{5993FCEE-F41F-47B5-A6C1-F259D931D5F9}"/>
          </ac:grpSpMkLst>
        </pc:grpChg>
        <pc:grpChg chg="mod">
          <ac:chgData name="Job Coenen" userId="39d21178-e980-40d1-ac56-45bbb0bcf1af" providerId="ADAL" clId="{89A9AB13-0CF1-47A8-98D6-BE479E2D2610}" dt="2023-08-31T15:14:00.526" v="1337" actId="14100"/>
          <ac:grpSpMkLst>
            <pc:docMk/>
            <pc:sldMk cId="757193233" sldId="3117"/>
            <ac:grpSpMk id="58" creationId="{AE8C3271-CC69-4C30-A57A-DC0A81668840}"/>
          </ac:grpSpMkLst>
        </pc:grpChg>
        <pc:grpChg chg="mod">
          <ac:chgData name="Job Coenen" userId="39d21178-e980-40d1-ac56-45bbb0bcf1af" providerId="ADAL" clId="{89A9AB13-0CF1-47A8-98D6-BE479E2D2610}" dt="2023-08-31T15:14:00.526" v="1337" actId="14100"/>
          <ac:grpSpMkLst>
            <pc:docMk/>
            <pc:sldMk cId="757193233" sldId="3117"/>
            <ac:grpSpMk id="65" creationId="{99146E67-3825-4D07-867C-D16B8DFEB2AD}"/>
          </ac:grpSpMkLst>
        </pc:grpChg>
        <pc:grpChg chg="mod">
          <ac:chgData name="Job Coenen" userId="39d21178-e980-40d1-ac56-45bbb0bcf1af" providerId="ADAL" clId="{89A9AB13-0CF1-47A8-98D6-BE479E2D2610}" dt="2023-08-31T15:14:00.526" v="1337" actId="14100"/>
          <ac:grpSpMkLst>
            <pc:docMk/>
            <pc:sldMk cId="757193233" sldId="3117"/>
            <ac:grpSpMk id="70" creationId="{937346BD-6822-469F-985A-B90E3F31C78A}"/>
          </ac:grpSpMkLst>
        </pc:grpChg>
        <pc:grpChg chg="mod">
          <ac:chgData name="Job Coenen" userId="39d21178-e980-40d1-ac56-45bbb0bcf1af" providerId="ADAL" clId="{89A9AB13-0CF1-47A8-98D6-BE479E2D2610}" dt="2023-08-31T15:14:00.526" v="1337" actId="14100"/>
          <ac:grpSpMkLst>
            <pc:docMk/>
            <pc:sldMk cId="757193233" sldId="3117"/>
            <ac:grpSpMk id="75" creationId="{3449227A-B2D8-49F9-89F8-BD78838ED027}"/>
          </ac:grpSpMkLst>
        </pc:grpChg>
        <pc:grpChg chg="mod">
          <ac:chgData name="Job Coenen" userId="39d21178-e980-40d1-ac56-45bbb0bcf1af" providerId="ADAL" clId="{89A9AB13-0CF1-47A8-98D6-BE479E2D2610}" dt="2023-08-31T15:14:00.526" v="1337" actId="14100"/>
          <ac:grpSpMkLst>
            <pc:docMk/>
            <pc:sldMk cId="757193233" sldId="3117"/>
            <ac:grpSpMk id="80" creationId="{EEDE11F0-8911-4411-9E3C-DA93596BEE04}"/>
          </ac:grpSpMkLst>
        </pc:grpChg>
        <pc:grpChg chg="mod">
          <ac:chgData name="Job Coenen" userId="39d21178-e980-40d1-ac56-45bbb0bcf1af" providerId="ADAL" clId="{89A9AB13-0CF1-47A8-98D6-BE479E2D2610}" dt="2023-08-31T15:14:00.526" v="1337" actId="14100"/>
          <ac:grpSpMkLst>
            <pc:docMk/>
            <pc:sldMk cId="757193233" sldId="3117"/>
            <ac:grpSpMk id="85" creationId="{72D929B5-37CD-4C05-974B-C9CEB69BBA8F}"/>
          </ac:grpSpMkLst>
        </pc:grpChg>
        <pc:cxnChg chg="mod">
          <ac:chgData name="Job Coenen" userId="39d21178-e980-40d1-ac56-45bbb0bcf1af" providerId="ADAL" clId="{89A9AB13-0CF1-47A8-98D6-BE479E2D2610}" dt="2023-08-31T08:37:33.757" v="0"/>
          <ac:cxnSpMkLst>
            <pc:docMk/>
            <pc:sldMk cId="757193233" sldId="3117"/>
            <ac:cxnSpMk id="11" creationId="{697962AF-F73B-4764-B255-7C552068915F}"/>
          </ac:cxnSpMkLst>
        </pc:cxnChg>
        <pc:cxnChg chg="mod">
          <ac:chgData name="Job Coenen" userId="39d21178-e980-40d1-ac56-45bbb0bcf1af" providerId="ADAL" clId="{89A9AB13-0CF1-47A8-98D6-BE479E2D2610}" dt="2023-08-31T08:37:33.757" v="0"/>
          <ac:cxnSpMkLst>
            <pc:docMk/>
            <pc:sldMk cId="757193233" sldId="3117"/>
            <ac:cxnSpMk id="21" creationId="{730F0551-364C-41FE-A2FB-9AAA7883C860}"/>
          </ac:cxnSpMkLst>
        </pc:cxnChg>
        <pc:cxnChg chg="mod">
          <ac:chgData name="Job Coenen" userId="39d21178-e980-40d1-ac56-45bbb0bcf1af" providerId="ADAL" clId="{89A9AB13-0CF1-47A8-98D6-BE479E2D2610}" dt="2023-08-31T08:37:33.757" v="0"/>
          <ac:cxnSpMkLst>
            <pc:docMk/>
            <pc:sldMk cId="757193233" sldId="3117"/>
            <ac:cxnSpMk id="26" creationId="{7C43F078-21A6-45DF-9B9F-9497B4378E0A}"/>
          </ac:cxnSpMkLst>
        </pc:cxnChg>
        <pc:cxnChg chg="mod">
          <ac:chgData name="Job Coenen" userId="39d21178-e980-40d1-ac56-45bbb0bcf1af" providerId="ADAL" clId="{89A9AB13-0CF1-47A8-98D6-BE479E2D2610}" dt="2023-08-31T08:37:33.757" v="0"/>
          <ac:cxnSpMkLst>
            <pc:docMk/>
            <pc:sldMk cId="757193233" sldId="3117"/>
            <ac:cxnSpMk id="31" creationId="{74F7B003-7370-4074-A05E-0DC4D22D6E0E}"/>
          </ac:cxnSpMkLst>
        </pc:cxnChg>
        <pc:cxnChg chg="mod">
          <ac:chgData name="Job Coenen" userId="39d21178-e980-40d1-ac56-45bbb0bcf1af" providerId="ADAL" clId="{89A9AB13-0CF1-47A8-98D6-BE479E2D2610}" dt="2023-08-31T08:37:33.757" v="0"/>
          <ac:cxnSpMkLst>
            <pc:docMk/>
            <pc:sldMk cId="757193233" sldId="3117"/>
            <ac:cxnSpMk id="36" creationId="{9636551D-DD73-4CFD-966C-3D7902EA87C9}"/>
          </ac:cxnSpMkLst>
        </pc:cxnChg>
        <pc:cxnChg chg="mod">
          <ac:chgData name="Job Coenen" userId="39d21178-e980-40d1-ac56-45bbb0bcf1af" providerId="ADAL" clId="{89A9AB13-0CF1-47A8-98D6-BE479E2D2610}" dt="2023-08-31T08:37:33.757" v="0"/>
          <ac:cxnSpMkLst>
            <pc:docMk/>
            <pc:sldMk cId="757193233" sldId="3117"/>
            <ac:cxnSpMk id="61" creationId="{92FA6B9E-F062-4FE7-9EC5-9AD5231FA1AD}"/>
          </ac:cxnSpMkLst>
        </pc:cxnChg>
        <pc:cxnChg chg="mod">
          <ac:chgData name="Job Coenen" userId="39d21178-e980-40d1-ac56-45bbb0bcf1af" providerId="ADAL" clId="{89A9AB13-0CF1-47A8-98D6-BE479E2D2610}" dt="2023-08-31T15:14:00.526" v="1337" actId="14100"/>
          <ac:cxnSpMkLst>
            <pc:docMk/>
            <pc:sldMk cId="757193233" sldId="3117"/>
            <ac:cxnSpMk id="64" creationId="{B1859D72-6059-4FE9-AD08-0CAEB6D47633}"/>
          </ac:cxnSpMkLst>
        </pc:cxnChg>
        <pc:cxnChg chg="mod">
          <ac:chgData name="Job Coenen" userId="39d21178-e980-40d1-ac56-45bbb0bcf1af" providerId="ADAL" clId="{89A9AB13-0CF1-47A8-98D6-BE479E2D2610}" dt="2023-08-31T08:37:33.757" v="0"/>
          <ac:cxnSpMkLst>
            <pc:docMk/>
            <pc:sldMk cId="757193233" sldId="3117"/>
            <ac:cxnSpMk id="68" creationId="{9B9F282E-D99D-41C1-8EC0-9F5FD1B76889}"/>
          </ac:cxnSpMkLst>
        </pc:cxnChg>
        <pc:cxnChg chg="mod">
          <ac:chgData name="Job Coenen" userId="39d21178-e980-40d1-ac56-45bbb0bcf1af" providerId="ADAL" clId="{89A9AB13-0CF1-47A8-98D6-BE479E2D2610}" dt="2023-08-31T08:37:33.757" v="0"/>
          <ac:cxnSpMkLst>
            <pc:docMk/>
            <pc:sldMk cId="757193233" sldId="3117"/>
            <ac:cxnSpMk id="73" creationId="{60E5813A-5C4F-4D46-BB40-6CBF827341FD}"/>
          </ac:cxnSpMkLst>
        </pc:cxnChg>
        <pc:cxnChg chg="mod">
          <ac:chgData name="Job Coenen" userId="39d21178-e980-40d1-ac56-45bbb0bcf1af" providerId="ADAL" clId="{89A9AB13-0CF1-47A8-98D6-BE479E2D2610}" dt="2023-08-31T08:37:33.757" v="0"/>
          <ac:cxnSpMkLst>
            <pc:docMk/>
            <pc:sldMk cId="757193233" sldId="3117"/>
            <ac:cxnSpMk id="78" creationId="{7743A8D7-7CD5-4E22-AB82-BBDA2AAB4DC5}"/>
          </ac:cxnSpMkLst>
        </pc:cxnChg>
        <pc:cxnChg chg="mod">
          <ac:chgData name="Job Coenen" userId="39d21178-e980-40d1-ac56-45bbb0bcf1af" providerId="ADAL" clId="{89A9AB13-0CF1-47A8-98D6-BE479E2D2610}" dt="2023-08-31T08:37:33.757" v="0"/>
          <ac:cxnSpMkLst>
            <pc:docMk/>
            <pc:sldMk cId="757193233" sldId="3117"/>
            <ac:cxnSpMk id="83" creationId="{9CA806BE-87FB-4775-BAD2-D97F3DF453E7}"/>
          </ac:cxnSpMkLst>
        </pc:cxnChg>
        <pc:cxnChg chg="mod">
          <ac:chgData name="Job Coenen" userId="39d21178-e980-40d1-ac56-45bbb0bcf1af" providerId="ADAL" clId="{89A9AB13-0CF1-47A8-98D6-BE479E2D2610}" dt="2023-08-31T08:37:33.757" v="0"/>
          <ac:cxnSpMkLst>
            <pc:docMk/>
            <pc:sldMk cId="757193233" sldId="3117"/>
            <ac:cxnSpMk id="88" creationId="{08B66FFA-6D21-4208-B8CC-63370338A039}"/>
          </ac:cxnSpMkLst>
        </pc:cxnChg>
      </pc:sldChg>
      <pc:sldChg chg="modSp modNotes">
        <pc:chgData name="Job Coenen" userId="39d21178-e980-40d1-ac56-45bbb0bcf1af" providerId="ADAL" clId="{89A9AB13-0CF1-47A8-98D6-BE479E2D2610}" dt="2023-08-31T15:14:34.163" v="1348" actId="1076"/>
        <pc:sldMkLst>
          <pc:docMk/>
          <pc:sldMk cId="4020093581" sldId="3118"/>
        </pc:sldMkLst>
        <pc:picChg chg="mod">
          <ac:chgData name="Job Coenen" userId="39d21178-e980-40d1-ac56-45bbb0bcf1af" providerId="ADAL" clId="{89A9AB13-0CF1-47A8-98D6-BE479E2D2610}" dt="2023-08-31T15:14:34.163" v="1348" actId="1076"/>
          <ac:picMkLst>
            <pc:docMk/>
            <pc:sldMk cId="4020093581" sldId="3118"/>
            <ac:picMk id="1026" creationId="{4F0CA92D-A602-4238-B06E-35EA306350A7}"/>
          </ac:picMkLst>
        </pc:picChg>
      </pc:sldChg>
      <pc:sldChg chg="modSp del">
        <pc:chgData name="Job Coenen" userId="39d21178-e980-40d1-ac56-45bbb0bcf1af" providerId="ADAL" clId="{89A9AB13-0CF1-47A8-98D6-BE479E2D2610}" dt="2023-08-31T15:19:14.644" v="2085" actId="47"/>
        <pc:sldMkLst>
          <pc:docMk/>
          <pc:sldMk cId="3376301672" sldId="3119"/>
        </pc:sldMkLst>
        <pc:spChg chg="mod">
          <ac:chgData name="Job Coenen" userId="39d21178-e980-40d1-ac56-45bbb0bcf1af" providerId="ADAL" clId="{89A9AB13-0CF1-47A8-98D6-BE479E2D2610}" dt="2023-08-31T08:38:13.919" v="19"/>
          <ac:spMkLst>
            <pc:docMk/>
            <pc:sldMk cId="3376301672" sldId="3119"/>
            <ac:spMk id="3" creationId="{B40EDED3-F442-D5D6-2F79-12A7398B2AE1}"/>
          </ac:spMkLst>
        </pc:spChg>
        <pc:spChg chg="mod">
          <ac:chgData name="Job Coenen" userId="39d21178-e980-40d1-ac56-45bbb0bcf1af" providerId="ADAL" clId="{89A9AB13-0CF1-47A8-98D6-BE479E2D2610}" dt="2023-08-31T08:37:33.757" v="0"/>
          <ac:spMkLst>
            <pc:docMk/>
            <pc:sldMk cId="3376301672" sldId="3119"/>
            <ac:spMk id="7" creationId="{C79024D8-1318-322D-CF04-C636C385BF7A}"/>
          </ac:spMkLst>
        </pc:spChg>
        <pc:spChg chg="mod">
          <ac:chgData name="Job Coenen" userId="39d21178-e980-40d1-ac56-45bbb0bcf1af" providerId="ADAL" clId="{89A9AB13-0CF1-47A8-98D6-BE479E2D2610}" dt="2023-08-31T08:37:33.757" v="0"/>
          <ac:spMkLst>
            <pc:docMk/>
            <pc:sldMk cId="3376301672" sldId="3119"/>
            <ac:spMk id="8" creationId="{BD016EC3-DE3F-479E-4F7B-7B638BD0CA1F}"/>
          </ac:spMkLst>
        </pc:spChg>
        <pc:spChg chg="mod">
          <ac:chgData name="Job Coenen" userId="39d21178-e980-40d1-ac56-45bbb0bcf1af" providerId="ADAL" clId="{89A9AB13-0CF1-47A8-98D6-BE479E2D2610}" dt="2023-08-31T08:37:33.757" v="0"/>
          <ac:spMkLst>
            <pc:docMk/>
            <pc:sldMk cId="3376301672" sldId="3119"/>
            <ac:spMk id="9" creationId="{F8462F32-E565-F3B1-E56F-7796501D78A1}"/>
          </ac:spMkLst>
        </pc:spChg>
        <pc:picChg chg="mod">
          <ac:chgData name="Job Coenen" userId="39d21178-e980-40d1-ac56-45bbb0bcf1af" providerId="ADAL" clId="{89A9AB13-0CF1-47A8-98D6-BE479E2D2610}" dt="2023-08-31T08:37:33.757" v="0"/>
          <ac:picMkLst>
            <pc:docMk/>
            <pc:sldMk cId="3376301672" sldId="3119"/>
            <ac:picMk id="4" creationId="{FC149F92-4405-B479-6657-EB920BEE578B}"/>
          </ac:picMkLst>
        </pc:picChg>
        <pc:picChg chg="mod">
          <ac:chgData name="Job Coenen" userId="39d21178-e980-40d1-ac56-45bbb0bcf1af" providerId="ADAL" clId="{89A9AB13-0CF1-47A8-98D6-BE479E2D2610}" dt="2023-08-31T08:37:33.757" v="0"/>
          <ac:picMkLst>
            <pc:docMk/>
            <pc:sldMk cId="3376301672" sldId="3119"/>
            <ac:picMk id="5" creationId="{713E2F9B-B289-39A2-4994-4CEB899435FD}"/>
          </ac:picMkLst>
        </pc:picChg>
        <pc:picChg chg="mod">
          <ac:chgData name="Job Coenen" userId="39d21178-e980-40d1-ac56-45bbb0bcf1af" providerId="ADAL" clId="{89A9AB13-0CF1-47A8-98D6-BE479E2D2610}" dt="2023-08-31T08:37:33.757" v="0"/>
          <ac:picMkLst>
            <pc:docMk/>
            <pc:sldMk cId="3376301672" sldId="3119"/>
            <ac:picMk id="6" creationId="{B52041D0-B370-D047-EC11-0859FE2D9775}"/>
          </ac:picMkLst>
        </pc:picChg>
      </pc:sldChg>
      <pc:sldChg chg="addSp delSp modSp mod setBg modNotesTx">
        <pc:chgData name="Job Coenen" userId="39d21178-e980-40d1-ac56-45bbb0bcf1af" providerId="ADAL" clId="{89A9AB13-0CF1-47A8-98D6-BE479E2D2610}" dt="2023-09-21T14:26:34.541" v="4053" actId="1076"/>
        <pc:sldMkLst>
          <pc:docMk/>
          <pc:sldMk cId="3049823233" sldId="3120"/>
        </pc:sldMkLst>
        <pc:spChg chg="del mod">
          <ac:chgData name="Job Coenen" userId="39d21178-e980-40d1-ac56-45bbb0bcf1af" providerId="ADAL" clId="{89A9AB13-0CF1-47A8-98D6-BE479E2D2610}" dt="2023-08-31T15:21:04.629" v="2108" actId="478"/>
          <ac:spMkLst>
            <pc:docMk/>
            <pc:sldMk cId="3049823233" sldId="3120"/>
            <ac:spMk id="3" creationId="{D3B48935-CC81-6D3F-C1F4-D5C9D85F0066}"/>
          </ac:spMkLst>
        </pc:spChg>
        <pc:spChg chg="add del mod">
          <ac:chgData name="Job Coenen" userId="39d21178-e980-40d1-ac56-45bbb0bcf1af" providerId="ADAL" clId="{89A9AB13-0CF1-47A8-98D6-BE479E2D2610}" dt="2023-08-31T15:21:08.305" v="2109" actId="478"/>
          <ac:spMkLst>
            <pc:docMk/>
            <pc:sldMk cId="3049823233" sldId="3120"/>
            <ac:spMk id="4" creationId="{1DE266B8-F9E6-7585-D6D6-50BCC3AB499D}"/>
          </ac:spMkLst>
        </pc:spChg>
        <pc:spChg chg="add del mod">
          <ac:chgData name="Job Coenen" userId="39d21178-e980-40d1-ac56-45bbb0bcf1af" providerId="ADAL" clId="{89A9AB13-0CF1-47A8-98D6-BE479E2D2610}" dt="2023-08-31T15:22:11.075" v="2126" actId="478"/>
          <ac:spMkLst>
            <pc:docMk/>
            <pc:sldMk cId="3049823233" sldId="3120"/>
            <ac:spMk id="5" creationId="{CCB14625-375F-4B13-72F8-AE73A6A68F8B}"/>
          </ac:spMkLst>
        </pc:spChg>
        <pc:spChg chg="add del">
          <ac:chgData name="Job Coenen" userId="39d21178-e980-40d1-ac56-45bbb0bcf1af" providerId="ADAL" clId="{89A9AB13-0CF1-47A8-98D6-BE479E2D2610}" dt="2023-08-31T15:19:40.410" v="2089" actId="26606"/>
          <ac:spMkLst>
            <pc:docMk/>
            <pc:sldMk cId="3049823233" sldId="3120"/>
            <ac:spMk id="12" creationId="{B217C2AD-51B4-40CE-A71F-F5D3F846D97B}"/>
          </ac:spMkLst>
        </pc:spChg>
        <pc:spChg chg="add del">
          <ac:chgData name="Job Coenen" userId="39d21178-e980-40d1-ac56-45bbb0bcf1af" providerId="ADAL" clId="{89A9AB13-0CF1-47A8-98D6-BE479E2D2610}" dt="2023-08-31T15:19:40.410" v="2089" actId="26606"/>
          <ac:spMkLst>
            <pc:docMk/>
            <pc:sldMk cId="3049823233" sldId="3120"/>
            <ac:spMk id="14" creationId="{6F1BF92E-23CF-4BFE-9E1F-C359BACFA3C5}"/>
          </ac:spMkLst>
        </pc:spChg>
        <pc:spChg chg="add del">
          <ac:chgData name="Job Coenen" userId="39d21178-e980-40d1-ac56-45bbb0bcf1af" providerId="ADAL" clId="{89A9AB13-0CF1-47A8-98D6-BE479E2D2610}" dt="2023-08-31T15:19:40.410" v="2089" actId="26606"/>
          <ac:spMkLst>
            <pc:docMk/>
            <pc:sldMk cId="3049823233" sldId="3120"/>
            <ac:spMk id="16" creationId="{DFEF8384-2545-4ACD-9071-49DD1CFC4E99}"/>
          </ac:spMkLst>
        </pc:spChg>
        <pc:spChg chg="add del">
          <ac:chgData name="Job Coenen" userId="39d21178-e980-40d1-ac56-45bbb0bcf1af" providerId="ADAL" clId="{89A9AB13-0CF1-47A8-98D6-BE479E2D2610}" dt="2023-08-31T15:19:40.410" v="2089" actId="26606"/>
          <ac:spMkLst>
            <pc:docMk/>
            <pc:sldMk cId="3049823233" sldId="3120"/>
            <ac:spMk id="18" creationId="{F77DB8FA-61A7-4DE7-A777-6D258D172484}"/>
          </ac:spMkLst>
        </pc:spChg>
        <pc:spChg chg="add del">
          <ac:chgData name="Job Coenen" userId="39d21178-e980-40d1-ac56-45bbb0bcf1af" providerId="ADAL" clId="{89A9AB13-0CF1-47A8-98D6-BE479E2D2610}" dt="2023-08-31T15:21:11.094" v="2110" actId="26606"/>
          <ac:spMkLst>
            <pc:docMk/>
            <pc:sldMk cId="3049823233" sldId="3120"/>
            <ac:spMk id="23" creationId="{B217C2AD-51B4-40CE-A71F-F5D3F846D97B}"/>
          </ac:spMkLst>
        </pc:spChg>
        <pc:spChg chg="add del">
          <ac:chgData name="Job Coenen" userId="39d21178-e980-40d1-ac56-45bbb0bcf1af" providerId="ADAL" clId="{89A9AB13-0CF1-47A8-98D6-BE479E2D2610}" dt="2023-08-31T15:21:11.094" v="2110" actId="26606"/>
          <ac:spMkLst>
            <pc:docMk/>
            <pc:sldMk cId="3049823233" sldId="3120"/>
            <ac:spMk id="25" creationId="{6F1BF92E-23CF-4BFE-9E1F-C359BACFA3C5}"/>
          </ac:spMkLst>
        </pc:spChg>
        <pc:spChg chg="add del">
          <ac:chgData name="Job Coenen" userId="39d21178-e980-40d1-ac56-45bbb0bcf1af" providerId="ADAL" clId="{89A9AB13-0CF1-47A8-98D6-BE479E2D2610}" dt="2023-08-31T15:21:11.094" v="2110" actId="26606"/>
          <ac:spMkLst>
            <pc:docMk/>
            <pc:sldMk cId="3049823233" sldId="3120"/>
            <ac:spMk id="27" creationId="{33DFEFC0-99B4-4D27-9168-1B2F659A34B5}"/>
          </ac:spMkLst>
        </pc:spChg>
        <pc:spChg chg="add del">
          <ac:chgData name="Job Coenen" userId="39d21178-e980-40d1-ac56-45bbb0bcf1af" providerId="ADAL" clId="{89A9AB13-0CF1-47A8-98D6-BE479E2D2610}" dt="2023-08-31T15:21:11.094" v="2110" actId="26606"/>
          <ac:spMkLst>
            <pc:docMk/>
            <pc:sldMk cId="3049823233" sldId="3120"/>
            <ac:spMk id="29" creationId="{A2C20081-2005-4B05-BEA4-EB8D4C90A354}"/>
          </ac:spMkLst>
        </pc:spChg>
        <pc:spChg chg="add del">
          <ac:chgData name="Job Coenen" userId="39d21178-e980-40d1-ac56-45bbb0bcf1af" providerId="ADAL" clId="{89A9AB13-0CF1-47A8-98D6-BE479E2D2610}" dt="2023-08-31T15:22:15.955" v="2130" actId="26606"/>
          <ac:spMkLst>
            <pc:docMk/>
            <pc:sldMk cId="3049823233" sldId="3120"/>
            <ac:spMk id="7175" creationId="{DD0AEE21-CF4B-4395-A100-EFB0EB995182}"/>
          </ac:spMkLst>
        </pc:spChg>
        <pc:spChg chg="add del">
          <ac:chgData name="Job Coenen" userId="39d21178-e980-40d1-ac56-45bbb0bcf1af" providerId="ADAL" clId="{89A9AB13-0CF1-47A8-98D6-BE479E2D2610}" dt="2023-08-31T15:22:15.955" v="2130" actId="26606"/>
          <ac:spMkLst>
            <pc:docMk/>
            <pc:sldMk cId="3049823233" sldId="3120"/>
            <ac:spMk id="7177" creationId="{9F8DBD9A-1B56-4D4B-856B-89CC682C6B2B}"/>
          </ac:spMkLst>
        </pc:spChg>
        <pc:spChg chg="add del">
          <ac:chgData name="Job Coenen" userId="39d21178-e980-40d1-ac56-45bbb0bcf1af" providerId="ADAL" clId="{89A9AB13-0CF1-47A8-98D6-BE479E2D2610}" dt="2023-08-31T15:22:15.955" v="2130" actId="26606"/>
          <ac:spMkLst>
            <pc:docMk/>
            <pc:sldMk cId="3049823233" sldId="3120"/>
            <ac:spMk id="7179" creationId="{2A42EE89-46A6-4616-987D-6468BC70742C}"/>
          </ac:spMkLst>
        </pc:spChg>
        <pc:spChg chg="add del">
          <ac:chgData name="Job Coenen" userId="39d21178-e980-40d1-ac56-45bbb0bcf1af" providerId="ADAL" clId="{89A9AB13-0CF1-47A8-98D6-BE479E2D2610}" dt="2023-08-31T15:22:15.955" v="2130" actId="26606"/>
          <ac:spMkLst>
            <pc:docMk/>
            <pc:sldMk cId="3049823233" sldId="3120"/>
            <ac:spMk id="7181" creationId="{45A29992-9794-4D64-AB37-EA803ED6CEEA}"/>
          </ac:spMkLst>
        </pc:spChg>
        <pc:spChg chg="add">
          <ac:chgData name="Job Coenen" userId="39d21178-e980-40d1-ac56-45bbb0bcf1af" providerId="ADAL" clId="{89A9AB13-0CF1-47A8-98D6-BE479E2D2610}" dt="2023-08-31T15:22:15.955" v="2130" actId="26606"/>
          <ac:spMkLst>
            <pc:docMk/>
            <pc:sldMk cId="3049823233" sldId="3120"/>
            <ac:spMk id="7186" creationId="{DD0AEE21-CF4B-4395-A100-EFB0EB995182}"/>
          </ac:spMkLst>
        </pc:spChg>
        <pc:spChg chg="add">
          <ac:chgData name="Job Coenen" userId="39d21178-e980-40d1-ac56-45bbb0bcf1af" providerId="ADAL" clId="{89A9AB13-0CF1-47A8-98D6-BE479E2D2610}" dt="2023-08-31T15:22:15.955" v="2130" actId="26606"/>
          <ac:spMkLst>
            <pc:docMk/>
            <pc:sldMk cId="3049823233" sldId="3120"/>
            <ac:spMk id="7188" creationId="{9F8DBD9A-1B56-4D4B-856B-89CC682C6B2B}"/>
          </ac:spMkLst>
        </pc:spChg>
        <pc:spChg chg="add">
          <ac:chgData name="Job Coenen" userId="39d21178-e980-40d1-ac56-45bbb0bcf1af" providerId="ADAL" clId="{89A9AB13-0CF1-47A8-98D6-BE479E2D2610}" dt="2023-08-31T15:22:15.955" v="2130" actId="26606"/>
          <ac:spMkLst>
            <pc:docMk/>
            <pc:sldMk cId="3049823233" sldId="3120"/>
            <ac:spMk id="7190" creationId="{CE606343-BADE-4565-AB89-E9EF7E253F80}"/>
          </ac:spMkLst>
        </pc:spChg>
        <pc:spChg chg="add">
          <ac:chgData name="Job Coenen" userId="39d21178-e980-40d1-ac56-45bbb0bcf1af" providerId="ADAL" clId="{89A9AB13-0CF1-47A8-98D6-BE479E2D2610}" dt="2023-08-31T15:22:15.955" v="2130" actId="26606"/>
          <ac:spMkLst>
            <pc:docMk/>
            <pc:sldMk cId="3049823233" sldId="3120"/>
            <ac:spMk id="7192" creationId="{39E183BD-2932-401F-8B53-E247764B376B}"/>
          </ac:spMkLst>
        </pc:spChg>
        <pc:picChg chg="del mod">
          <ac:chgData name="Job Coenen" userId="39d21178-e980-40d1-ac56-45bbb0bcf1af" providerId="ADAL" clId="{89A9AB13-0CF1-47A8-98D6-BE479E2D2610}" dt="2023-08-31T15:20:44.598" v="2105" actId="478"/>
          <ac:picMkLst>
            <pc:docMk/>
            <pc:sldMk cId="3049823233" sldId="3120"/>
            <ac:picMk id="7" creationId="{966AE2C1-5DFB-EA91-EDCD-BB39B906EDD1}"/>
          </ac:picMkLst>
        </pc:picChg>
        <pc:picChg chg="add del mod">
          <ac:chgData name="Job Coenen" userId="39d21178-e980-40d1-ac56-45bbb0bcf1af" providerId="ADAL" clId="{89A9AB13-0CF1-47A8-98D6-BE479E2D2610}" dt="2023-08-31T15:22:12.134" v="2127" actId="478"/>
          <ac:picMkLst>
            <pc:docMk/>
            <pc:sldMk cId="3049823233" sldId="3120"/>
            <ac:picMk id="7170" creationId="{AAD2983E-4FC1-D020-FC89-7C17B57EF076}"/>
          </ac:picMkLst>
        </pc:picChg>
        <pc:picChg chg="add mod">
          <ac:chgData name="Job Coenen" userId="39d21178-e980-40d1-ac56-45bbb0bcf1af" providerId="ADAL" clId="{89A9AB13-0CF1-47A8-98D6-BE479E2D2610}" dt="2023-09-21T14:26:34.541" v="4053" actId="1076"/>
          <ac:picMkLst>
            <pc:docMk/>
            <pc:sldMk cId="3049823233" sldId="3120"/>
            <ac:picMk id="7172" creationId="{916A4D43-90CF-9AE8-3467-4DFF03D8AF3E}"/>
          </ac:picMkLst>
        </pc:picChg>
      </pc:sldChg>
      <pc:sldChg chg="modSp mod modAnim">
        <pc:chgData name="Job Coenen" userId="39d21178-e980-40d1-ac56-45bbb0bcf1af" providerId="ADAL" clId="{89A9AB13-0CF1-47A8-98D6-BE479E2D2610}" dt="2023-08-31T14:50:23.334" v="772"/>
        <pc:sldMkLst>
          <pc:docMk/>
          <pc:sldMk cId="1825178355" sldId="3121"/>
        </pc:sldMkLst>
        <pc:spChg chg="mod">
          <ac:chgData name="Job Coenen" userId="39d21178-e980-40d1-ac56-45bbb0bcf1af" providerId="ADAL" clId="{89A9AB13-0CF1-47A8-98D6-BE479E2D2610}" dt="2023-08-31T14:48:03.366" v="746" actId="27636"/>
          <ac:spMkLst>
            <pc:docMk/>
            <pc:sldMk cId="1825178355" sldId="3121"/>
            <ac:spMk id="3" creationId="{B40EDED3-F442-D5D6-2F79-12A7398B2AE1}"/>
          </ac:spMkLst>
        </pc:spChg>
        <pc:spChg chg="mod">
          <ac:chgData name="Job Coenen" userId="39d21178-e980-40d1-ac56-45bbb0bcf1af" providerId="ADAL" clId="{89A9AB13-0CF1-47A8-98D6-BE479E2D2610}" dt="2023-08-31T14:50:06.932" v="769" actId="1076"/>
          <ac:spMkLst>
            <pc:docMk/>
            <pc:sldMk cId="1825178355" sldId="3121"/>
            <ac:spMk id="7" creationId="{C79024D8-1318-322D-CF04-C636C385BF7A}"/>
          </ac:spMkLst>
        </pc:spChg>
        <pc:spChg chg="mod">
          <ac:chgData name="Job Coenen" userId="39d21178-e980-40d1-ac56-45bbb0bcf1af" providerId="ADAL" clId="{89A9AB13-0CF1-47A8-98D6-BE479E2D2610}" dt="2023-08-31T14:50:06.932" v="769" actId="1076"/>
          <ac:spMkLst>
            <pc:docMk/>
            <pc:sldMk cId="1825178355" sldId="3121"/>
            <ac:spMk id="8" creationId="{BD016EC3-DE3F-479E-4F7B-7B638BD0CA1F}"/>
          </ac:spMkLst>
        </pc:spChg>
        <pc:spChg chg="mod">
          <ac:chgData name="Job Coenen" userId="39d21178-e980-40d1-ac56-45bbb0bcf1af" providerId="ADAL" clId="{89A9AB13-0CF1-47A8-98D6-BE479E2D2610}" dt="2023-08-31T14:50:06.932" v="769" actId="1076"/>
          <ac:spMkLst>
            <pc:docMk/>
            <pc:sldMk cId="1825178355" sldId="3121"/>
            <ac:spMk id="9" creationId="{F8462F32-E565-F3B1-E56F-7796501D78A1}"/>
          </ac:spMkLst>
        </pc:spChg>
        <pc:picChg chg="mod">
          <ac:chgData name="Job Coenen" userId="39d21178-e980-40d1-ac56-45bbb0bcf1af" providerId="ADAL" clId="{89A9AB13-0CF1-47A8-98D6-BE479E2D2610}" dt="2023-08-31T14:50:06.932" v="769" actId="1076"/>
          <ac:picMkLst>
            <pc:docMk/>
            <pc:sldMk cId="1825178355" sldId="3121"/>
            <ac:picMk id="4" creationId="{FC149F92-4405-B479-6657-EB920BEE578B}"/>
          </ac:picMkLst>
        </pc:picChg>
        <pc:picChg chg="mod">
          <ac:chgData name="Job Coenen" userId="39d21178-e980-40d1-ac56-45bbb0bcf1af" providerId="ADAL" clId="{89A9AB13-0CF1-47A8-98D6-BE479E2D2610}" dt="2023-08-31T14:50:06.932" v="769" actId="1076"/>
          <ac:picMkLst>
            <pc:docMk/>
            <pc:sldMk cId="1825178355" sldId="3121"/>
            <ac:picMk id="5" creationId="{713E2F9B-B289-39A2-4994-4CEB899435FD}"/>
          </ac:picMkLst>
        </pc:picChg>
        <pc:picChg chg="mod">
          <ac:chgData name="Job Coenen" userId="39d21178-e980-40d1-ac56-45bbb0bcf1af" providerId="ADAL" clId="{89A9AB13-0CF1-47A8-98D6-BE479E2D2610}" dt="2023-08-31T14:50:06.932" v="769" actId="1076"/>
          <ac:picMkLst>
            <pc:docMk/>
            <pc:sldMk cId="1825178355" sldId="3121"/>
            <ac:picMk id="6" creationId="{B52041D0-B370-D047-EC11-0859FE2D9775}"/>
          </ac:picMkLst>
        </pc:picChg>
      </pc:sldChg>
      <pc:sldChg chg="modSp del modNotes">
        <pc:chgData name="Job Coenen" userId="39d21178-e980-40d1-ac56-45bbb0bcf1af" providerId="ADAL" clId="{89A9AB13-0CF1-47A8-98D6-BE479E2D2610}" dt="2023-08-31T15:25:53.491" v="2441" actId="47"/>
        <pc:sldMkLst>
          <pc:docMk/>
          <pc:sldMk cId="2085445374" sldId="3122"/>
        </pc:sldMkLst>
        <pc:spChg chg="mod">
          <ac:chgData name="Job Coenen" userId="39d21178-e980-40d1-ac56-45bbb0bcf1af" providerId="ADAL" clId="{89A9AB13-0CF1-47A8-98D6-BE479E2D2610}" dt="2023-08-31T08:37:33.757" v="0"/>
          <ac:spMkLst>
            <pc:docMk/>
            <pc:sldMk cId="2085445374" sldId="3122"/>
            <ac:spMk id="6" creationId="{00000000-0000-0000-0000-000000000000}"/>
          </ac:spMkLst>
        </pc:spChg>
        <pc:spChg chg="mod">
          <ac:chgData name="Job Coenen" userId="39d21178-e980-40d1-ac56-45bbb0bcf1af" providerId="ADAL" clId="{89A9AB13-0CF1-47A8-98D6-BE479E2D2610}" dt="2023-08-31T08:37:33.757" v="0"/>
          <ac:spMkLst>
            <pc:docMk/>
            <pc:sldMk cId="2085445374" sldId="3122"/>
            <ac:spMk id="16386" creationId="{00000000-0000-0000-0000-000000000000}"/>
          </ac:spMkLst>
        </pc:spChg>
        <pc:spChg chg="mod">
          <ac:chgData name="Job Coenen" userId="39d21178-e980-40d1-ac56-45bbb0bcf1af" providerId="ADAL" clId="{89A9AB13-0CF1-47A8-98D6-BE479E2D2610}" dt="2023-08-31T08:37:33.757" v="0"/>
          <ac:spMkLst>
            <pc:docMk/>
            <pc:sldMk cId="2085445374" sldId="3122"/>
            <ac:spMk id="16388" creationId="{00000000-0000-0000-0000-000000000000}"/>
          </ac:spMkLst>
        </pc:spChg>
        <pc:spChg chg="mod">
          <ac:chgData name="Job Coenen" userId="39d21178-e980-40d1-ac56-45bbb0bcf1af" providerId="ADAL" clId="{89A9AB13-0CF1-47A8-98D6-BE479E2D2610}" dt="2023-08-31T08:37:33.757" v="0"/>
          <ac:spMkLst>
            <pc:docMk/>
            <pc:sldMk cId="2085445374" sldId="3122"/>
            <ac:spMk id="16389" creationId="{00000000-0000-0000-0000-000000000000}"/>
          </ac:spMkLst>
        </pc:spChg>
        <pc:picChg chg="mod">
          <ac:chgData name="Job Coenen" userId="39d21178-e980-40d1-ac56-45bbb0bcf1af" providerId="ADAL" clId="{89A9AB13-0CF1-47A8-98D6-BE479E2D2610}" dt="2023-08-31T08:37:33.757" v="0"/>
          <ac:picMkLst>
            <pc:docMk/>
            <pc:sldMk cId="2085445374" sldId="3122"/>
            <ac:picMk id="8" creationId="{00000000-0000-0000-0000-000000000000}"/>
          </ac:picMkLst>
        </pc:picChg>
      </pc:sldChg>
      <pc:sldChg chg="addSp modSp mod setBg addAnim setClrOvrMap">
        <pc:chgData name="Job Coenen" userId="39d21178-e980-40d1-ac56-45bbb0bcf1af" providerId="ADAL" clId="{89A9AB13-0CF1-47A8-98D6-BE479E2D2610}" dt="2023-08-31T15:02:45.477" v="1008"/>
        <pc:sldMkLst>
          <pc:docMk/>
          <pc:sldMk cId="893289342" sldId="3123"/>
        </pc:sldMkLst>
        <pc:spChg chg="mod ord">
          <ac:chgData name="Job Coenen" userId="39d21178-e980-40d1-ac56-45bbb0bcf1af" providerId="ADAL" clId="{89A9AB13-0CF1-47A8-98D6-BE479E2D2610}" dt="2023-08-31T15:02:45.477" v="1007" actId="26606"/>
          <ac:spMkLst>
            <pc:docMk/>
            <pc:sldMk cId="893289342" sldId="3123"/>
            <ac:spMk id="3" creationId="{90C9E080-961C-37E6-6D8E-20B72604628D}"/>
          </ac:spMkLst>
        </pc:spChg>
        <pc:spChg chg="add">
          <ac:chgData name="Job Coenen" userId="39d21178-e980-40d1-ac56-45bbb0bcf1af" providerId="ADAL" clId="{89A9AB13-0CF1-47A8-98D6-BE479E2D2610}" dt="2023-08-31T15:02:45.477" v="1007" actId="26606"/>
          <ac:spMkLst>
            <pc:docMk/>
            <pc:sldMk cId="893289342" sldId="3123"/>
            <ac:spMk id="4103" creationId="{BB8C1D0E-0B06-46C9-A8BD-A8E13FF9936B}"/>
          </ac:spMkLst>
        </pc:spChg>
        <pc:spChg chg="add">
          <ac:chgData name="Job Coenen" userId="39d21178-e980-40d1-ac56-45bbb0bcf1af" providerId="ADAL" clId="{89A9AB13-0CF1-47A8-98D6-BE479E2D2610}" dt="2023-08-31T15:02:45.477" v="1007" actId="26606"/>
          <ac:spMkLst>
            <pc:docMk/>
            <pc:sldMk cId="893289342" sldId="3123"/>
            <ac:spMk id="4105" creationId="{7D1ADC4A-8537-4084-99C7-F8D378A640A9}"/>
          </ac:spMkLst>
        </pc:spChg>
        <pc:spChg chg="add">
          <ac:chgData name="Job Coenen" userId="39d21178-e980-40d1-ac56-45bbb0bcf1af" providerId="ADAL" clId="{89A9AB13-0CF1-47A8-98D6-BE479E2D2610}" dt="2023-08-31T15:02:45.477" v="1007" actId="26606"/>
          <ac:spMkLst>
            <pc:docMk/>
            <pc:sldMk cId="893289342" sldId="3123"/>
            <ac:spMk id="4107" creationId="{D9453AC2-8882-459A-8985-3E24DD42AE0D}"/>
          </ac:spMkLst>
        </pc:spChg>
        <pc:spChg chg="add">
          <ac:chgData name="Job Coenen" userId="39d21178-e980-40d1-ac56-45bbb0bcf1af" providerId="ADAL" clId="{89A9AB13-0CF1-47A8-98D6-BE479E2D2610}" dt="2023-08-31T15:02:45.477" v="1007" actId="26606"/>
          <ac:spMkLst>
            <pc:docMk/>
            <pc:sldMk cId="893289342" sldId="3123"/>
            <ac:spMk id="4109" creationId="{D4A11FEA-6E98-401C-B708-DA2C95081E8F}"/>
          </ac:spMkLst>
        </pc:spChg>
        <pc:picChg chg="add mod">
          <ac:chgData name="Job Coenen" userId="39d21178-e980-40d1-ac56-45bbb0bcf1af" providerId="ADAL" clId="{89A9AB13-0CF1-47A8-98D6-BE479E2D2610}" dt="2023-08-31T15:02:45.477" v="1007" actId="26606"/>
          <ac:picMkLst>
            <pc:docMk/>
            <pc:sldMk cId="893289342" sldId="3123"/>
            <ac:picMk id="4098" creationId="{97178CD3-B4FA-4FEE-FD87-4146D015984B}"/>
          </ac:picMkLst>
        </pc:picChg>
      </pc:sldChg>
      <pc:sldChg chg="addSp modSp mod setBg addAnim setClrOvrMap modNotesTx">
        <pc:chgData name="Job Coenen" userId="39d21178-e980-40d1-ac56-45bbb0bcf1af" providerId="ADAL" clId="{89A9AB13-0CF1-47A8-98D6-BE479E2D2610}" dt="2023-08-31T14:47:47.708" v="737" actId="20577"/>
        <pc:sldMkLst>
          <pc:docMk/>
          <pc:sldMk cId="517659870" sldId="3124"/>
        </pc:sldMkLst>
        <pc:spChg chg="mod ord">
          <ac:chgData name="Job Coenen" userId="39d21178-e980-40d1-ac56-45bbb0bcf1af" providerId="ADAL" clId="{89A9AB13-0CF1-47A8-98D6-BE479E2D2610}" dt="2023-08-31T14:46:36.215" v="414" actId="26606"/>
          <ac:spMkLst>
            <pc:docMk/>
            <pc:sldMk cId="517659870" sldId="3124"/>
            <ac:spMk id="3" creationId="{4CB185E6-45A8-572B-6EA1-B3D9BED4CE8D}"/>
          </ac:spMkLst>
        </pc:spChg>
        <pc:spChg chg="add">
          <ac:chgData name="Job Coenen" userId="39d21178-e980-40d1-ac56-45bbb0bcf1af" providerId="ADAL" clId="{89A9AB13-0CF1-47A8-98D6-BE479E2D2610}" dt="2023-08-31T14:46:36.215" v="414" actId="26606"/>
          <ac:spMkLst>
            <pc:docMk/>
            <pc:sldMk cId="517659870" sldId="3124"/>
            <ac:spMk id="3079" creationId="{BB8C1D0E-0B06-46C9-A8BD-A8E13FF9936B}"/>
          </ac:spMkLst>
        </pc:spChg>
        <pc:spChg chg="add">
          <ac:chgData name="Job Coenen" userId="39d21178-e980-40d1-ac56-45bbb0bcf1af" providerId="ADAL" clId="{89A9AB13-0CF1-47A8-98D6-BE479E2D2610}" dt="2023-08-31T14:46:36.215" v="414" actId="26606"/>
          <ac:spMkLst>
            <pc:docMk/>
            <pc:sldMk cId="517659870" sldId="3124"/>
            <ac:spMk id="3081" creationId="{7D1ADC4A-8537-4084-99C7-F8D378A640A9}"/>
          </ac:spMkLst>
        </pc:spChg>
        <pc:spChg chg="add">
          <ac:chgData name="Job Coenen" userId="39d21178-e980-40d1-ac56-45bbb0bcf1af" providerId="ADAL" clId="{89A9AB13-0CF1-47A8-98D6-BE479E2D2610}" dt="2023-08-31T14:46:36.215" v="414" actId="26606"/>
          <ac:spMkLst>
            <pc:docMk/>
            <pc:sldMk cId="517659870" sldId="3124"/>
            <ac:spMk id="3083" creationId="{D9453AC2-8882-459A-8985-3E24DD42AE0D}"/>
          </ac:spMkLst>
        </pc:spChg>
        <pc:spChg chg="add">
          <ac:chgData name="Job Coenen" userId="39d21178-e980-40d1-ac56-45bbb0bcf1af" providerId="ADAL" clId="{89A9AB13-0CF1-47A8-98D6-BE479E2D2610}" dt="2023-08-31T14:46:36.215" v="414" actId="26606"/>
          <ac:spMkLst>
            <pc:docMk/>
            <pc:sldMk cId="517659870" sldId="3124"/>
            <ac:spMk id="3085" creationId="{D4A11FEA-6E98-401C-B708-DA2C95081E8F}"/>
          </ac:spMkLst>
        </pc:spChg>
        <pc:picChg chg="add mod">
          <ac:chgData name="Job Coenen" userId="39d21178-e980-40d1-ac56-45bbb0bcf1af" providerId="ADAL" clId="{89A9AB13-0CF1-47A8-98D6-BE479E2D2610}" dt="2023-08-31T14:46:36.215" v="414" actId="26606"/>
          <ac:picMkLst>
            <pc:docMk/>
            <pc:sldMk cId="517659870" sldId="3124"/>
            <ac:picMk id="3074" creationId="{613272A2-ED79-ABA3-D368-665FAD64BEF8}"/>
          </ac:picMkLst>
        </pc:picChg>
      </pc:sldChg>
      <pc:sldChg chg="addSp delSp modSp mod setBg">
        <pc:chgData name="Job Coenen" userId="39d21178-e980-40d1-ac56-45bbb0bcf1af" providerId="ADAL" clId="{89A9AB13-0CF1-47A8-98D6-BE479E2D2610}" dt="2023-08-31T14:40:26.335" v="123" actId="26606"/>
        <pc:sldMkLst>
          <pc:docMk/>
          <pc:sldMk cId="4087620706" sldId="3125"/>
        </pc:sldMkLst>
        <pc:spChg chg="del mod">
          <ac:chgData name="Job Coenen" userId="39d21178-e980-40d1-ac56-45bbb0bcf1af" providerId="ADAL" clId="{89A9AB13-0CF1-47A8-98D6-BE479E2D2610}" dt="2023-08-31T14:40:10.288" v="119" actId="478"/>
          <ac:spMkLst>
            <pc:docMk/>
            <pc:sldMk cId="4087620706" sldId="3125"/>
            <ac:spMk id="3" creationId="{A9C11DAF-45C7-BD5C-8EA1-02CAFB7BDC03}"/>
          </ac:spMkLst>
        </pc:spChg>
        <pc:spChg chg="add del">
          <ac:chgData name="Job Coenen" userId="39d21178-e980-40d1-ac56-45bbb0bcf1af" providerId="ADAL" clId="{89A9AB13-0CF1-47A8-98D6-BE479E2D2610}" dt="2023-08-31T14:40:26.335" v="123" actId="26606"/>
          <ac:spMkLst>
            <pc:docMk/>
            <pc:sldMk cId="4087620706" sldId="3125"/>
            <ac:spMk id="1031" creationId="{B217C2AD-51B4-40CE-A71F-F5D3F846D97B}"/>
          </ac:spMkLst>
        </pc:spChg>
        <pc:spChg chg="add del">
          <ac:chgData name="Job Coenen" userId="39d21178-e980-40d1-ac56-45bbb0bcf1af" providerId="ADAL" clId="{89A9AB13-0CF1-47A8-98D6-BE479E2D2610}" dt="2023-08-31T14:40:26.335" v="123" actId="26606"/>
          <ac:spMkLst>
            <pc:docMk/>
            <pc:sldMk cId="4087620706" sldId="3125"/>
            <ac:spMk id="1033" creationId="{6F1BF92E-23CF-4BFE-9E1F-C359BACFA3C5}"/>
          </ac:spMkLst>
        </pc:spChg>
        <pc:spChg chg="add del">
          <ac:chgData name="Job Coenen" userId="39d21178-e980-40d1-ac56-45bbb0bcf1af" providerId="ADAL" clId="{89A9AB13-0CF1-47A8-98D6-BE479E2D2610}" dt="2023-08-31T14:40:26.335" v="123" actId="26606"/>
          <ac:spMkLst>
            <pc:docMk/>
            <pc:sldMk cId="4087620706" sldId="3125"/>
            <ac:spMk id="1035" creationId="{28FFBEEC-E1D5-4133-8566-2A59DDB170B8}"/>
          </ac:spMkLst>
        </pc:spChg>
        <pc:spChg chg="add del">
          <ac:chgData name="Job Coenen" userId="39d21178-e980-40d1-ac56-45bbb0bcf1af" providerId="ADAL" clId="{89A9AB13-0CF1-47A8-98D6-BE479E2D2610}" dt="2023-08-31T14:40:26.335" v="123" actId="26606"/>
          <ac:spMkLst>
            <pc:docMk/>
            <pc:sldMk cId="4087620706" sldId="3125"/>
            <ac:spMk id="1037" creationId="{E8EFDFFA-99D1-4010-8BB3-F3C338EC0A42}"/>
          </ac:spMkLst>
        </pc:spChg>
        <pc:spChg chg="add">
          <ac:chgData name="Job Coenen" userId="39d21178-e980-40d1-ac56-45bbb0bcf1af" providerId="ADAL" clId="{89A9AB13-0CF1-47A8-98D6-BE479E2D2610}" dt="2023-08-31T14:40:26.335" v="123" actId="26606"/>
          <ac:spMkLst>
            <pc:docMk/>
            <pc:sldMk cId="4087620706" sldId="3125"/>
            <ac:spMk id="1042" creationId="{84574769-622A-4DC6-9C80-C21D1899F34C}"/>
          </ac:spMkLst>
        </pc:spChg>
        <pc:spChg chg="add">
          <ac:chgData name="Job Coenen" userId="39d21178-e980-40d1-ac56-45bbb0bcf1af" providerId="ADAL" clId="{89A9AB13-0CF1-47A8-98D6-BE479E2D2610}" dt="2023-08-31T14:40:26.335" v="123" actId="26606"/>
          <ac:spMkLst>
            <pc:docMk/>
            <pc:sldMk cId="4087620706" sldId="3125"/>
            <ac:spMk id="1044" creationId="{AE0022E2-857A-4FF7-B6FA-C9DC7E280D45}"/>
          </ac:spMkLst>
        </pc:spChg>
        <pc:spChg chg="add">
          <ac:chgData name="Job Coenen" userId="39d21178-e980-40d1-ac56-45bbb0bcf1af" providerId="ADAL" clId="{89A9AB13-0CF1-47A8-98D6-BE479E2D2610}" dt="2023-08-31T14:40:26.335" v="123" actId="26606"/>
          <ac:spMkLst>
            <pc:docMk/>
            <pc:sldMk cId="4087620706" sldId="3125"/>
            <ac:spMk id="1046" creationId="{13232480-DB8D-4177-8D69-820FA84FFFE5}"/>
          </ac:spMkLst>
        </pc:spChg>
        <pc:spChg chg="add">
          <ac:chgData name="Job Coenen" userId="39d21178-e980-40d1-ac56-45bbb0bcf1af" providerId="ADAL" clId="{89A9AB13-0CF1-47A8-98D6-BE479E2D2610}" dt="2023-08-31T14:40:26.335" v="123" actId="26606"/>
          <ac:spMkLst>
            <pc:docMk/>
            <pc:sldMk cId="4087620706" sldId="3125"/>
            <ac:spMk id="1048" creationId="{9652F351-1557-4DB6-A123-DB6DBBD68E70}"/>
          </ac:spMkLst>
        </pc:spChg>
        <pc:picChg chg="add mod">
          <ac:chgData name="Job Coenen" userId="39d21178-e980-40d1-ac56-45bbb0bcf1af" providerId="ADAL" clId="{89A9AB13-0CF1-47A8-98D6-BE479E2D2610}" dt="2023-08-31T14:40:26.335" v="123" actId="26606"/>
          <ac:picMkLst>
            <pc:docMk/>
            <pc:sldMk cId="4087620706" sldId="3125"/>
            <ac:picMk id="2" creationId="{027FC2D6-46BE-4123-95CF-2FFC6E187C5F}"/>
          </ac:picMkLst>
        </pc:picChg>
        <pc:picChg chg="del mod">
          <ac:chgData name="Job Coenen" userId="39d21178-e980-40d1-ac56-45bbb0bcf1af" providerId="ADAL" clId="{89A9AB13-0CF1-47A8-98D6-BE479E2D2610}" dt="2023-08-31T14:39:59.080" v="116" actId="478"/>
          <ac:picMkLst>
            <pc:docMk/>
            <pc:sldMk cId="4087620706" sldId="3125"/>
            <ac:picMk id="1026" creationId="{AC7B62FA-6A69-A123-B688-3FF83B37464A}"/>
          </ac:picMkLst>
        </pc:picChg>
      </pc:sldChg>
      <pc:sldChg chg="modSp mod modNotes modNotesTx">
        <pc:chgData name="Job Coenen" userId="39d21178-e980-40d1-ac56-45bbb0bcf1af" providerId="ADAL" clId="{89A9AB13-0CF1-47A8-98D6-BE479E2D2610}" dt="2023-08-31T15:17:38.408" v="2059" actId="1076"/>
        <pc:sldMkLst>
          <pc:docMk/>
          <pc:sldMk cId="2082353808" sldId="3126"/>
        </pc:sldMkLst>
        <pc:spChg chg="mod">
          <ac:chgData name="Job Coenen" userId="39d21178-e980-40d1-ac56-45bbb0bcf1af" providerId="ADAL" clId="{89A9AB13-0CF1-47A8-98D6-BE479E2D2610}" dt="2023-08-31T15:17:22.792" v="2053" actId="403"/>
          <ac:spMkLst>
            <pc:docMk/>
            <pc:sldMk cId="2082353808" sldId="3126"/>
            <ac:spMk id="4" creationId="{B54E018C-9653-01E1-BF29-E40B57046BD8}"/>
          </ac:spMkLst>
        </pc:spChg>
        <pc:picChg chg="mod">
          <ac:chgData name="Job Coenen" userId="39d21178-e980-40d1-ac56-45bbb0bcf1af" providerId="ADAL" clId="{89A9AB13-0CF1-47A8-98D6-BE479E2D2610}" dt="2023-08-31T15:17:38.408" v="2059" actId="1076"/>
          <ac:picMkLst>
            <pc:docMk/>
            <pc:sldMk cId="2082353808" sldId="3126"/>
            <ac:picMk id="2" creationId="{2E67037C-E1AA-2E8E-AB6A-ECFD7B93D820}"/>
          </ac:picMkLst>
        </pc:picChg>
        <pc:picChg chg="mod">
          <ac:chgData name="Job Coenen" userId="39d21178-e980-40d1-ac56-45bbb0bcf1af" providerId="ADAL" clId="{89A9AB13-0CF1-47A8-98D6-BE479E2D2610}" dt="2023-08-31T15:17:36.851" v="2058" actId="1076"/>
          <ac:picMkLst>
            <pc:docMk/>
            <pc:sldMk cId="2082353808" sldId="3126"/>
            <ac:picMk id="3" creationId="{91BE160D-E756-CA3A-36A5-FB20B0950AE7}"/>
          </ac:picMkLst>
        </pc:picChg>
      </pc:sldChg>
      <pc:sldChg chg="addSp modSp mod setBg">
        <pc:chgData name="Job Coenen" userId="39d21178-e980-40d1-ac56-45bbb0bcf1af" providerId="ADAL" clId="{89A9AB13-0CF1-47A8-98D6-BE479E2D2610}" dt="2023-08-31T15:18:50.249" v="2079" actId="1076"/>
        <pc:sldMkLst>
          <pc:docMk/>
          <pc:sldMk cId="1859940732" sldId="3127"/>
        </pc:sldMkLst>
        <pc:spChg chg="mod">
          <ac:chgData name="Job Coenen" userId="39d21178-e980-40d1-ac56-45bbb0bcf1af" providerId="ADAL" clId="{89A9AB13-0CF1-47A8-98D6-BE479E2D2610}" dt="2023-08-31T15:18:07.767" v="2066" actId="26606"/>
          <ac:spMkLst>
            <pc:docMk/>
            <pc:sldMk cId="1859940732" sldId="3127"/>
            <ac:spMk id="3" creationId="{25D2564F-B522-737A-B523-029C1BA50EAC}"/>
          </ac:spMkLst>
        </pc:spChg>
        <pc:spChg chg="add">
          <ac:chgData name="Job Coenen" userId="39d21178-e980-40d1-ac56-45bbb0bcf1af" providerId="ADAL" clId="{89A9AB13-0CF1-47A8-98D6-BE479E2D2610}" dt="2023-08-31T15:18:07.767" v="2066" actId="26606"/>
          <ac:spMkLst>
            <pc:docMk/>
            <pc:sldMk cId="1859940732" sldId="3127"/>
            <ac:spMk id="2059" creationId="{B217C2AD-51B4-40CE-A71F-F5D3F846D97B}"/>
          </ac:spMkLst>
        </pc:spChg>
        <pc:spChg chg="add">
          <ac:chgData name="Job Coenen" userId="39d21178-e980-40d1-ac56-45bbb0bcf1af" providerId="ADAL" clId="{89A9AB13-0CF1-47A8-98D6-BE479E2D2610}" dt="2023-08-31T15:18:07.767" v="2066" actId="26606"/>
          <ac:spMkLst>
            <pc:docMk/>
            <pc:sldMk cId="1859940732" sldId="3127"/>
            <ac:spMk id="2061" creationId="{6F1BF92E-23CF-4BFE-9E1F-C359BACFA3C5}"/>
          </ac:spMkLst>
        </pc:spChg>
        <pc:spChg chg="add">
          <ac:chgData name="Job Coenen" userId="39d21178-e980-40d1-ac56-45bbb0bcf1af" providerId="ADAL" clId="{89A9AB13-0CF1-47A8-98D6-BE479E2D2610}" dt="2023-08-31T15:18:07.767" v="2066" actId="26606"/>
          <ac:spMkLst>
            <pc:docMk/>
            <pc:sldMk cId="1859940732" sldId="3127"/>
            <ac:spMk id="2063" creationId="{33DFEFC0-99B4-4D27-9168-1B2F659A34B5}"/>
          </ac:spMkLst>
        </pc:spChg>
        <pc:spChg chg="add">
          <ac:chgData name="Job Coenen" userId="39d21178-e980-40d1-ac56-45bbb0bcf1af" providerId="ADAL" clId="{89A9AB13-0CF1-47A8-98D6-BE479E2D2610}" dt="2023-08-31T15:18:07.767" v="2066" actId="26606"/>
          <ac:spMkLst>
            <pc:docMk/>
            <pc:sldMk cId="1859940732" sldId="3127"/>
            <ac:spMk id="2065" creationId="{A2C20081-2005-4B05-BEA4-EB8D4C90A354}"/>
          </ac:spMkLst>
        </pc:spChg>
        <pc:picChg chg="mod">
          <ac:chgData name="Job Coenen" userId="39d21178-e980-40d1-ac56-45bbb0bcf1af" providerId="ADAL" clId="{89A9AB13-0CF1-47A8-98D6-BE479E2D2610}" dt="2023-08-31T15:18:50.249" v="2079" actId="1076"/>
          <ac:picMkLst>
            <pc:docMk/>
            <pc:sldMk cId="1859940732" sldId="3127"/>
            <ac:picMk id="2054" creationId="{2ECB625D-BA38-713E-5C9E-C829F84775EF}"/>
          </ac:picMkLst>
        </pc:picChg>
      </pc:sldChg>
      <pc:sldChg chg="addSp modSp mod setBg addAnim setClrOvrMap">
        <pc:chgData name="Job Coenen" userId="39d21178-e980-40d1-ac56-45bbb0bcf1af" providerId="ADAL" clId="{89A9AB13-0CF1-47A8-98D6-BE479E2D2610}" dt="2023-08-31T14:46:14.445" v="411"/>
        <pc:sldMkLst>
          <pc:docMk/>
          <pc:sldMk cId="1738939240" sldId="3128"/>
        </pc:sldMkLst>
        <pc:spChg chg="mod ord">
          <ac:chgData name="Job Coenen" userId="39d21178-e980-40d1-ac56-45bbb0bcf1af" providerId="ADAL" clId="{89A9AB13-0CF1-47A8-98D6-BE479E2D2610}" dt="2023-08-31T14:46:14.444" v="410" actId="26606"/>
          <ac:spMkLst>
            <pc:docMk/>
            <pc:sldMk cId="1738939240" sldId="3128"/>
            <ac:spMk id="3" creationId="{4CB185E6-45A8-572B-6EA1-B3D9BED4CE8D}"/>
          </ac:spMkLst>
        </pc:spChg>
        <pc:spChg chg="add">
          <ac:chgData name="Job Coenen" userId="39d21178-e980-40d1-ac56-45bbb0bcf1af" providerId="ADAL" clId="{89A9AB13-0CF1-47A8-98D6-BE479E2D2610}" dt="2023-08-31T14:46:14.444" v="410" actId="26606"/>
          <ac:spMkLst>
            <pc:docMk/>
            <pc:sldMk cId="1738939240" sldId="3128"/>
            <ac:spMk id="2055" creationId="{BB8C1D0E-0B06-46C9-A8BD-A8E13FF9936B}"/>
          </ac:spMkLst>
        </pc:spChg>
        <pc:spChg chg="add">
          <ac:chgData name="Job Coenen" userId="39d21178-e980-40d1-ac56-45bbb0bcf1af" providerId="ADAL" clId="{89A9AB13-0CF1-47A8-98D6-BE479E2D2610}" dt="2023-08-31T14:46:14.444" v="410" actId="26606"/>
          <ac:spMkLst>
            <pc:docMk/>
            <pc:sldMk cId="1738939240" sldId="3128"/>
            <ac:spMk id="2057" creationId="{7D1ADC4A-8537-4084-99C7-F8D378A640A9}"/>
          </ac:spMkLst>
        </pc:spChg>
        <pc:spChg chg="add">
          <ac:chgData name="Job Coenen" userId="39d21178-e980-40d1-ac56-45bbb0bcf1af" providerId="ADAL" clId="{89A9AB13-0CF1-47A8-98D6-BE479E2D2610}" dt="2023-08-31T14:46:14.444" v="410" actId="26606"/>
          <ac:spMkLst>
            <pc:docMk/>
            <pc:sldMk cId="1738939240" sldId="3128"/>
            <ac:spMk id="2059" creationId="{D9453AC2-8882-459A-8985-3E24DD42AE0D}"/>
          </ac:spMkLst>
        </pc:spChg>
        <pc:spChg chg="add">
          <ac:chgData name="Job Coenen" userId="39d21178-e980-40d1-ac56-45bbb0bcf1af" providerId="ADAL" clId="{89A9AB13-0CF1-47A8-98D6-BE479E2D2610}" dt="2023-08-31T14:46:14.444" v="410" actId="26606"/>
          <ac:spMkLst>
            <pc:docMk/>
            <pc:sldMk cId="1738939240" sldId="3128"/>
            <ac:spMk id="2061" creationId="{D4A11FEA-6E98-401C-B708-DA2C95081E8F}"/>
          </ac:spMkLst>
        </pc:spChg>
        <pc:picChg chg="add mod">
          <ac:chgData name="Job Coenen" userId="39d21178-e980-40d1-ac56-45bbb0bcf1af" providerId="ADAL" clId="{89A9AB13-0CF1-47A8-98D6-BE479E2D2610}" dt="2023-08-31T14:46:14.444" v="410" actId="26606"/>
          <ac:picMkLst>
            <pc:docMk/>
            <pc:sldMk cId="1738939240" sldId="3128"/>
            <ac:picMk id="2050" creationId="{B5C3FB03-CE1E-DD39-376F-30AA92E2F10B}"/>
          </ac:picMkLst>
        </pc:picChg>
      </pc:sldChg>
      <pc:sldChg chg="addSp delSp modSp mod modAnim modNotes modNotesTx">
        <pc:chgData name="Job Coenen" userId="39d21178-e980-40d1-ac56-45bbb0bcf1af" providerId="ADAL" clId="{89A9AB13-0CF1-47A8-98D6-BE479E2D2610}" dt="2023-09-21T14:25:39.735" v="4051" actId="20577"/>
        <pc:sldMkLst>
          <pc:docMk/>
          <pc:sldMk cId="839692922" sldId="3130"/>
        </pc:sldMkLst>
        <pc:spChg chg="del mod">
          <ac:chgData name="Job Coenen" userId="39d21178-e980-40d1-ac56-45bbb0bcf1af" providerId="ADAL" clId="{89A9AB13-0CF1-47A8-98D6-BE479E2D2610}" dt="2023-08-31T15:00:19.922" v="978" actId="478"/>
          <ac:spMkLst>
            <pc:docMk/>
            <pc:sldMk cId="839692922" sldId="3130"/>
            <ac:spMk id="2" creationId="{C38547D5-BD52-B249-8EAE-D2F7EFCFEED9}"/>
          </ac:spMkLst>
        </pc:spChg>
        <pc:spChg chg="mod">
          <ac:chgData name="Job Coenen" userId="39d21178-e980-40d1-ac56-45bbb0bcf1af" providerId="ADAL" clId="{89A9AB13-0CF1-47A8-98D6-BE479E2D2610}" dt="2023-08-31T15:01:06.486" v="994" actId="1076"/>
          <ac:spMkLst>
            <pc:docMk/>
            <pc:sldMk cId="839692922" sldId="3130"/>
            <ac:spMk id="3" creationId="{A7FFC3CE-D7EA-BAA3-FFDB-EFC52F12BA14}"/>
          </ac:spMkLst>
        </pc:spChg>
        <pc:spChg chg="add del mod">
          <ac:chgData name="Job Coenen" userId="39d21178-e980-40d1-ac56-45bbb0bcf1af" providerId="ADAL" clId="{89A9AB13-0CF1-47A8-98D6-BE479E2D2610}" dt="2023-08-31T15:00:21.975" v="979" actId="478"/>
          <ac:spMkLst>
            <pc:docMk/>
            <pc:sldMk cId="839692922" sldId="3130"/>
            <ac:spMk id="6" creationId="{722DD7D1-D42A-E27B-812A-8350ACC28346}"/>
          </ac:spMkLst>
        </pc:spChg>
        <pc:picChg chg="add mod">
          <ac:chgData name="Job Coenen" userId="39d21178-e980-40d1-ac56-45bbb0bcf1af" providerId="ADAL" clId="{89A9AB13-0CF1-47A8-98D6-BE479E2D2610}" dt="2023-09-12T12:58:20.459" v="2786" actId="1076"/>
          <ac:picMkLst>
            <pc:docMk/>
            <pc:sldMk cId="839692922" sldId="3130"/>
            <ac:picMk id="4" creationId="{F0AB82AB-2D70-71E1-8184-CFE91C6C724F}"/>
          </ac:picMkLst>
        </pc:picChg>
      </pc:sldChg>
      <pc:sldChg chg="modSp mod">
        <pc:chgData name="Job Coenen" userId="39d21178-e980-40d1-ac56-45bbb0bcf1af" providerId="ADAL" clId="{89A9AB13-0CF1-47A8-98D6-BE479E2D2610}" dt="2023-09-12T12:39:21.272" v="2472" actId="12788"/>
        <pc:sldMkLst>
          <pc:docMk/>
          <pc:sldMk cId="1489495786" sldId="3131"/>
        </pc:sldMkLst>
        <pc:spChg chg="mod">
          <ac:chgData name="Job Coenen" userId="39d21178-e980-40d1-ac56-45bbb0bcf1af" providerId="ADAL" clId="{89A9AB13-0CF1-47A8-98D6-BE479E2D2610}" dt="2023-09-12T12:39:21.272" v="2472" actId="12788"/>
          <ac:spMkLst>
            <pc:docMk/>
            <pc:sldMk cId="1489495786" sldId="3131"/>
            <ac:spMk id="3" creationId="{DF0EFCDD-B4ED-6E80-E8E4-AED6828ACDB2}"/>
          </ac:spMkLst>
        </pc:spChg>
      </pc:sldChg>
      <pc:sldChg chg="modSp new mod">
        <pc:chgData name="Job Coenen" userId="39d21178-e980-40d1-ac56-45bbb0bcf1af" providerId="ADAL" clId="{89A9AB13-0CF1-47A8-98D6-BE479E2D2610}" dt="2023-08-31T14:38:55.684" v="114" actId="20577"/>
        <pc:sldMkLst>
          <pc:docMk/>
          <pc:sldMk cId="26920575" sldId="3132"/>
        </pc:sldMkLst>
        <pc:spChg chg="mod">
          <ac:chgData name="Job Coenen" userId="39d21178-e980-40d1-ac56-45bbb0bcf1af" providerId="ADAL" clId="{89A9AB13-0CF1-47A8-98D6-BE479E2D2610}" dt="2023-08-31T14:38:55.684" v="114" actId="20577"/>
          <ac:spMkLst>
            <pc:docMk/>
            <pc:sldMk cId="26920575" sldId="3132"/>
            <ac:spMk id="2" creationId="{31C174F4-48AB-7F1F-1BBA-0167B95093CD}"/>
          </ac:spMkLst>
        </pc:spChg>
      </pc:sldChg>
      <pc:sldChg chg="modSp add mod">
        <pc:chgData name="Job Coenen" userId="39d21178-e980-40d1-ac56-45bbb0bcf1af" providerId="ADAL" clId="{89A9AB13-0CF1-47A8-98D6-BE479E2D2610}" dt="2023-08-31T14:44:53.321" v="406" actId="20577"/>
        <pc:sldMkLst>
          <pc:docMk/>
          <pc:sldMk cId="380892885" sldId="3133"/>
        </pc:sldMkLst>
        <pc:spChg chg="mod">
          <ac:chgData name="Job Coenen" userId="39d21178-e980-40d1-ac56-45bbb0bcf1af" providerId="ADAL" clId="{89A9AB13-0CF1-47A8-98D6-BE479E2D2610}" dt="2023-08-31T14:44:18.706" v="401" actId="1076"/>
          <ac:spMkLst>
            <pc:docMk/>
            <pc:sldMk cId="380892885" sldId="3133"/>
            <ac:spMk id="3" creationId="{A8A4D66F-1BC7-05EC-A23B-8BD4901600B1}"/>
          </ac:spMkLst>
        </pc:spChg>
        <pc:spChg chg="mod">
          <ac:chgData name="Job Coenen" userId="39d21178-e980-40d1-ac56-45bbb0bcf1af" providerId="ADAL" clId="{89A9AB13-0CF1-47A8-98D6-BE479E2D2610}" dt="2023-08-31T14:44:15.276" v="400" actId="20577"/>
          <ac:spMkLst>
            <pc:docMk/>
            <pc:sldMk cId="380892885" sldId="3133"/>
            <ac:spMk id="4" creationId="{F1227810-D429-B47B-7C1D-8917CF8F134F}"/>
          </ac:spMkLst>
        </pc:spChg>
        <pc:spChg chg="mod">
          <ac:chgData name="Job Coenen" userId="39d21178-e980-40d1-ac56-45bbb0bcf1af" providerId="ADAL" clId="{89A9AB13-0CF1-47A8-98D6-BE479E2D2610}" dt="2023-08-31T14:44:53.321" v="406" actId="20577"/>
          <ac:spMkLst>
            <pc:docMk/>
            <pc:sldMk cId="380892885" sldId="3133"/>
            <ac:spMk id="5" creationId="{52200C02-ECE6-FD6A-53B5-9ACDAFB55BFE}"/>
          </ac:spMkLst>
        </pc:spChg>
      </pc:sldChg>
      <pc:sldChg chg="modSp add mod modAnim">
        <pc:chgData name="Job Coenen" userId="39d21178-e980-40d1-ac56-45bbb0bcf1af" providerId="ADAL" clId="{89A9AB13-0CF1-47A8-98D6-BE479E2D2610}" dt="2023-08-31T14:50:47.325" v="776" actId="207"/>
        <pc:sldMkLst>
          <pc:docMk/>
          <pc:sldMk cId="801292712" sldId="3134"/>
        </pc:sldMkLst>
        <pc:picChg chg="mod">
          <ac:chgData name="Job Coenen" userId="39d21178-e980-40d1-ac56-45bbb0bcf1af" providerId="ADAL" clId="{89A9AB13-0CF1-47A8-98D6-BE479E2D2610}" dt="2023-08-31T14:50:47.325" v="776" actId="207"/>
          <ac:picMkLst>
            <pc:docMk/>
            <pc:sldMk cId="801292712" sldId="3134"/>
            <ac:picMk id="6" creationId="{B52041D0-B370-D047-EC11-0859FE2D9775}"/>
          </ac:picMkLst>
        </pc:picChg>
      </pc:sldChg>
      <pc:sldChg chg="new del">
        <pc:chgData name="Job Coenen" userId="39d21178-e980-40d1-ac56-45bbb0bcf1af" providerId="ADAL" clId="{89A9AB13-0CF1-47A8-98D6-BE479E2D2610}" dt="2023-08-31T14:46:18.278" v="412" actId="47"/>
        <pc:sldMkLst>
          <pc:docMk/>
          <pc:sldMk cId="3054134212" sldId="3134"/>
        </pc:sldMkLst>
      </pc:sldChg>
      <pc:sldChg chg="modSp add mod ord">
        <pc:chgData name="Job Coenen" userId="39d21178-e980-40d1-ac56-45bbb0bcf1af" providerId="ADAL" clId="{89A9AB13-0CF1-47A8-98D6-BE479E2D2610}" dt="2023-08-31T15:03:14.372" v="1013" actId="207"/>
        <pc:sldMkLst>
          <pc:docMk/>
          <pc:sldMk cId="2274426583" sldId="3135"/>
        </pc:sldMkLst>
        <pc:picChg chg="mod">
          <ac:chgData name="Job Coenen" userId="39d21178-e980-40d1-ac56-45bbb0bcf1af" providerId="ADAL" clId="{89A9AB13-0CF1-47A8-98D6-BE479E2D2610}" dt="2023-08-31T15:03:08.342" v="1012" actId="207"/>
          <ac:picMkLst>
            <pc:docMk/>
            <pc:sldMk cId="2274426583" sldId="3135"/>
            <ac:picMk id="5" creationId="{713E2F9B-B289-39A2-4994-4CEB899435FD}"/>
          </ac:picMkLst>
        </pc:picChg>
        <pc:picChg chg="mod">
          <ac:chgData name="Job Coenen" userId="39d21178-e980-40d1-ac56-45bbb0bcf1af" providerId="ADAL" clId="{89A9AB13-0CF1-47A8-98D6-BE479E2D2610}" dt="2023-08-31T15:03:14.372" v="1013" actId="207"/>
          <ac:picMkLst>
            <pc:docMk/>
            <pc:sldMk cId="2274426583" sldId="3135"/>
            <ac:picMk id="6" creationId="{B52041D0-B370-D047-EC11-0859FE2D9775}"/>
          </ac:picMkLst>
        </pc:picChg>
      </pc:sldChg>
      <pc:sldChg chg="addSp delSp modSp new mod setBg modNotesTx">
        <pc:chgData name="Job Coenen" userId="39d21178-e980-40d1-ac56-45bbb0bcf1af" providerId="ADAL" clId="{89A9AB13-0CF1-47A8-98D6-BE479E2D2610}" dt="2023-08-31T15:12:14.028" v="1315" actId="1076"/>
        <pc:sldMkLst>
          <pc:docMk/>
          <pc:sldMk cId="3839077697" sldId="3136"/>
        </pc:sldMkLst>
        <pc:spChg chg="add del mod">
          <ac:chgData name="Job Coenen" userId="39d21178-e980-40d1-ac56-45bbb0bcf1af" providerId="ADAL" clId="{89A9AB13-0CF1-47A8-98D6-BE479E2D2610}" dt="2023-08-31T15:10:14.668" v="1132" actId="21"/>
          <ac:spMkLst>
            <pc:docMk/>
            <pc:sldMk cId="3839077697" sldId="3136"/>
            <ac:spMk id="2" creationId="{176DB1CA-8576-4617-0B7B-9DA1AB204DA1}"/>
          </ac:spMkLst>
        </pc:spChg>
        <pc:spChg chg="add mod">
          <ac:chgData name="Job Coenen" userId="39d21178-e980-40d1-ac56-45bbb0bcf1af" providerId="ADAL" clId="{89A9AB13-0CF1-47A8-98D6-BE479E2D2610}" dt="2023-08-31T15:11:33.428" v="1242" actId="1076"/>
          <ac:spMkLst>
            <pc:docMk/>
            <pc:sldMk cId="3839077697" sldId="3136"/>
            <ac:spMk id="5" creationId="{C9B85B01-17E1-F7EA-FE8D-F8D77188A293}"/>
          </ac:spMkLst>
        </pc:spChg>
        <pc:spChg chg="add mod">
          <ac:chgData name="Job Coenen" userId="39d21178-e980-40d1-ac56-45bbb0bcf1af" providerId="ADAL" clId="{89A9AB13-0CF1-47A8-98D6-BE479E2D2610}" dt="2023-08-31T15:12:14.028" v="1315" actId="1076"/>
          <ac:spMkLst>
            <pc:docMk/>
            <pc:sldMk cId="3839077697" sldId="3136"/>
            <ac:spMk id="6" creationId="{EA34ADA8-B335-901F-ACDD-2840A4A172E7}"/>
          </ac:spMkLst>
        </pc:spChg>
        <pc:spChg chg="add del">
          <ac:chgData name="Job Coenen" userId="39d21178-e980-40d1-ac56-45bbb0bcf1af" providerId="ADAL" clId="{89A9AB13-0CF1-47A8-98D6-BE479E2D2610}" dt="2023-08-31T15:10:36.592" v="1139" actId="26606"/>
          <ac:spMkLst>
            <pc:docMk/>
            <pc:sldMk cId="3839077697" sldId="3136"/>
            <ac:spMk id="6150" creationId="{84574769-622A-4DC6-9C80-C21D1899F34C}"/>
          </ac:spMkLst>
        </pc:spChg>
        <pc:spChg chg="add del">
          <ac:chgData name="Job Coenen" userId="39d21178-e980-40d1-ac56-45bbb0bcf1af" providerId="ADAL" clId="{89A9AB13-0CF1-47A8-98D6-BE479E2D2610}" dt="2023-08-31T15:10:01.757" v="1125" actId="26606"/>
          <ac:spMkLst>
            <pc:docMk/>
            <pc:sldMk cId="3839077697" sldId="3136"/>
            <ac:spMk id="6151" creationId="{84574769-622A-4DC6-9C80-C21D1899F34C}"/>
          </ac:spMkLst>
        </pc:spChg>
        <pc:spChg chg="add del">
          <ac:chgData name="Job Coenen" userId="39d21178-e980-40d1-ac56-45bbb0bcf1af" providerId="ADAL" clId="{89A9AB13-0CF1-47A8-98D6-BE479E2D2610}" dt="2023-08-31T15:10:01.757" v="1125" actId="26606"/>
          <ac:spMkLst>
            <pc:docMk/>
            <pc:sldMk cId="3839077697" sldId="3136"/>
            <ac:spMk id="6153" creationId="{AE0022E2-857A-4FF7-B6FA-C9DC7E280D45}"/>
          </ac:spMkLst>
        </pc:spChg>
        <pc:spChg chg="add del">
          <ac:chgData name="Job Coenen" userId="39d21178-e980-40d1-ac56-45bbb0bcf1af" providerId="ADAL" clId="{89A9AB13-0CF1-47A8-98D6-BE479E2D2610}" dt="2023-08-31T15:10:36.592" v="1139" actId="26606"/>
          <ac:spMkLst>
            <pc:docMk/>
            <pc:sldMk cId="3839077697" sldId="3136"/>
            <ac:spMk id="6155" creationId="{AE0022E2-857A-4FF7-B6FA-C9DC7E280D45}"/>
          </ac:spMkLst>
        </pc:spChg>
        <pc:spChg chg="add">
          <ac:chgData name="Job Coenen" userId="39d21178-e980-40d1-ac56-45bbb0bcf1af" providerId="ADAL" clId="{89A9AB13-0CF1-47A8-98D6-BE479E2D2610}" dt="2023-08-31T15:10:36.592" v="1139" actId="26606"/>
          <ac:spMkLst>
            <pc:docMk/>
            <pc:sldMk cId="3839077697" sldId="3136"/>
            <ac:spMk id="6160" creationId="{84574769-622A-4DC6-9C80-C21D1899F34C}"/>
          </ac:spMkLst>
        </pc:spChg>
        <pc:spChg chg="add">
          <ac:chgData name="Job Coenen" userId="39d21178-e980-40d1-ac56-45bbb0bcf1af" providerId="ADAL" clId="{89A9AB13-0CF1-47A8-98D6-BE479E2D2610}" dt="2023-08-31T15:10:36.592" v="1139" actId="26606"/>
          <ac:spMkLst>
            <pc:docMk/>
            <pc:sldMk cId="3839077697" sldId="3136"/>
            <ac:spMk id="6162" creationId="{AE0022E2-857A-4FF7-B6FA-C9DC7E280D45}"/>
          </ac:spMkLst>
        </pc:spChg>
        <pc:picChg chg="add del mod">
          <ac:chgData name="Job Coenen" userId="39d21178-e980-40d1-ac56-45bbb0bcf1af" providerId="ADAL" clId="{89A9AB13-0CF1-47A8-98D6-BE479E2D2610}" dt="2023-08-31T15:08:39.627" v="1110" actId="478"/>
          <ac:picMkLst>
            <pc:docMk/>
            <pc:sldMk cId="3839077697" sldId="3136"/>
            <ac:picMk id="3" creationId="{22672E65-56FE-A11A-75CB-AD8647B8D821}"/>
          </ac:picMkLst>
        </pc:picChg>
        <pc:picChg chg="add del mod">
          <ac:chgData name="Job Coenen" userId="39d21178-e980-40d1-ac56-45bbb0bcf1af" providerId="ADAL" clId="{89A9AB13-0CF1-47A8-98D6-BE479E2D2610}" dt="2023-08-31T15:10:27.291" v="1137" actId="478"/>
          <ac:picMkLst>
            <pc:docMk/>
            <pc:sldMk cId="3839077697" sldId="3136"/>
            <ac:picMk id="4" creationId="{0E641CAD-C593-2235-3B1E-D8A9A275AF91}"/>
          </ac:picMkLst>
        </pc:picChg>
        <pc:picChg chg="add del mod">
          <ac:chgData name="Job Coenen" userId="39d21178-e980-40d1-ac56-45bbb0bcf1af" providerId="ADAL" clId="{89A9AB13-0CF1-47A8-98D6-BE479E2D2610}" dt="2023-08-31T15:10:02.121" v="1126"/>
          <ac:picMkLst>
            <pc:docMk/>
            <pc:sldMk cId="3839077697" sldId="3136"/>
            <ac:picMk id="6146" creationId="{5F911021-3DB4-59F9-189A-A496C261D04B}"/>
          </ac:picMkLst>
        </pc:picChg>
        <pc:picChg chg="add del mod">
          <ac:chgData name="Job Coenen" userId="39d21178-e980-40d1-ac56-45bbb0bcf1af" providerId="ADAL" clId="{89A9AB13-0CF1-47A8-98D6-BE479E2D2610}" dt="2023-08-31T15:10:27.291" v="1137" actId="478"/>
          <ac:picMkLst>
            <pc:docMk/>
            <pc:sldMk cId="3839077697" sldId="3136"/>
            <ac:picMk id="6148" creationId="{18CA5C43-3D87-7358-6AD4-7D8F540F83F9}"/>
          </ac:picMkLst>
        </pc:picChg>
        <pc:picChg chg="add mod">
          <ac:chgData name="Job Coenen" userId="39d21178-e980-40d1-ac56-45bbb0bcf1af" providerId="ADAL" clId="{89A9AB13-0CF1-47A8-98D6-BE479E2D2610}" dt="2023-08-31T15:10:36.592" v="1139" actId="26606"/>
          <ac:picMkLst>
            <pc:docMk/>
            <pc:sldMk cId="3839077697" sldId="3136"/>
            <ac:picMk id="6152" creationId="{BACDA671-2F61-21CD-44D3-3738BDC80707}"/>
          </ac:picMkLst>
        </pc:picChg>
      </pc:sldChg>
      <pc:sldChg chg="modSp add mod ord">
        <pc:chgData name="Job Coenen" userId="39d21178-e980-40d1-ac56-45bbb0bcf1af" providerId="ADAL" clId="{89A9AB13-0CF1-47A8-98D6-BE479E2D2610}" dt="2023-08-31T15:19:12.382" v="2084" actId="207"/>
        <pc:sldMkLst>
          <pc:docMk/>
          <pc:sldMk cId="1678463216" sldId="3137"/>
        </pc:sldMkLst>
        <pc:picChg chg="mod">
          <ac:chgData name="Job Coenen" userId="39d21178-e980-40d1-ac56-45bbb0bcf1af" providerId="ADAL" clId="{89A9AB13-0CF1-47A8-98D6-BE479E2D2610}" dt="2023-08-31T15:19:12.382" v="2084" actId="207"/>
          <ac:picMkLst>
            <pc:docMk/>
            <pc:sldMk cId="1678463216" sldId="3137"/>
            <ac:picMk id="4" creationId="{FC149F92-4405-B479-6657-EB920BEE578B}"/>
          </ac:picMkLst>
        </pc:picChg>
        <pc:picChg chg="mod">
          <ac:chgData name="Job Coenen" userId="39d21178-e980-40d1-ac56-45bbb0bcf1af" providerId="ADAL" clId="{89A9AB13-0CF1-47A8-98D6-BE479E2D2610}" dt="2023-08-31T15:19:09.360" v="2083" actId="207"/>
          <ac:picMkLst>
            <pc:docMk/>
            <pc:sldMk cId="1678463216" sldId="3137"/>
            <ac:picMk id="5" creationId="{713E2F9B-B289-39A2-4994-4CEB899435FD}"/>
          </ac:picMkLst>
        </pc:picChg>
      </pc:sldChg>
      <pc:sldChg chg="addSp modSp add mod ord modAnim modNotesTx">
        <pc:chgData name="Job Coenen" userId="39d21178-e980-40d1-ac56-45bbb0bcf1af" providerId="ADAL" clId="{89A9AB13-0CF1-47A8-98D6-BE479E2D2610}" dt="2023-09-12T13:12:07.390" v="3623" actId="20577"/>
        <pc:sldMkLst>
          <pc:docMk/>
          <pc:sldMk cId="1661878605" sldId="3138"/>
        </pc:sldMkLst>
        <pc:spChg chg="add mod">
          <ac:chgData name="Job Coenen" userId="39d21178-e980-40d1-ac56-45bbb0bcf1af" providerId="ADAL" clId="{89A9AB13-0CF1-47A8-98D6-BE479E2D2610}" dt="2023-09-12T13:11:09.303" v="3393" actId="20577"/>
          <ac:spMkLst>
            <pc:docMk/>
            <pc:sldMk cId="1661878605" sldId="3138"/>
            <ac:spMk id="2" creationId="{2B2509D1-BFAD-97D9-8E13-17FB6933B75F}"/>
          </ac:spMkLst>
        </pc:spChg>
        <pc:spChg chg="mod">
          <ac:chgData name="Job Coenen" userId="39d21178-e980-40d1-ac56-45bbb0bcf1af" providerId="ADAL" clId="{89A9AB13-0CF1-47A8-98D6-BE479E2D2610}" dt="2023-09-12T12:50:08.739" v="2702" actId="1076"/>
          <ac:spMkLst>
            <pc:docMk/>
            <pc:sldMk cId="1661878605" sldId="3138"/>
            <ac:spMk id="3" creationId="{DF0EFCDD-B4ED-6E80-E8E4-AED6828ACDB2}"/>
          </ac:spMkLst>
        </pc:spChg>
      </pc:sldChg>
      <pc:sldChg chg="addSp delSp modSp new add del mod addAnim delAnim modAnim">
        <pc:chgData name="Job Coenen" userId="39d21178-e980-40d1-ac56-45bbb0bcf1af" providerId="ADAL" clId="{89A9AB13-0CF1-47A8-98D6-BE479E2D2610}" dt="2023-09-22T09:05:04.723" v="4061" actId="478"/>
        <pc:sldMkLst>
          <pc:docMk/>
          <pc:sldMk cId="3427323917" sldId="3139"/>
        </pc:sldMkLst>
        <pc:spChg chg="add del mod">
          <ac:chgData name="Job Coenen" userId="39d21178-e980-40d1-ac56-45bbb0bcf1af" providerId="ADAL" clId="{89A9AB13-0CF1-47A8-98D6-BE479E2D2610}" dt="2023-09-12T13:03:48.894" v="2825" actId="478"/>
          <ac:spMkLst>
            <pc:docMk/>
            <pc:sldMk cId="3427323917" sldId="3139"/>
            <ac:spMk id="4" creationId="{E74A6525-0D6B-988E-283C-1CFF6207F7BB}"/>
          </ac:spMkLst>
        </pc:spChg>
        <pc:spChg chg="add mod">
          <ac:chgData name="Job Coenen" userId="39d21178-e980-40d1-ac56-45bbb0bcf1af" providerId="ADAL" clId="{89A9AB13-0CF1-47A8-98D6-BE479E2D2610}" dt="2023-09-12T13:05:00.026" v="2961" actId="1076"/>
          <ac:spMkLst>
            <pc:docMk/>
            <pc:sldMk cId="3427323917" sldId="3139"/>
            <ac:spMk id="5" creationId="{414DC155-1B55-D477-9905-6FE67FEC187C}"/>
          </ac:spMkLst>
        </pc:spChg>
        <pc:graphicFrameChg chg="add del mod modGraphic">
          <ac:chgData name="Job Coenen" userId="39d21178-e980-40d1-ac56-45bbb0bcf1af" providerId="ADAL" clId="{89A9AB13-0CF1-47A8-98D6-BE479E2D2610}" dt="2023-09-22T09:05:04.723" v="4061" actId="478"/>
          <ac:graphicFrameMkLst>
            <pc:docMk/>
            <pc:sldMk cId="3427323917" sldId="3139"/>
            <ac:graphicFrameMk id="2" creationId="{10D7869A-C773-0EE0-2B3C-37C8C4CF85CC}"/>
          </ac:graphicFrameMkLst>
        </pc:graphicFrameChg>
        <pc:picChg chg="add mod">
          <ac:chgData name="Job Coenen" userId="39d21178-e980-40d1-ac56-45bbb0bcf1af" providerId="ADAL" clId="{89A9AB13-0CF1-47A8-98D6-BE479E2D2610}" dt="2023-09-12T13:04:56.526" v="2960" actId="1076"/>
          <ac:picMkLst>
            <pc:docMk/>
            <pc:sldMk cId="3427323917" sldId="3139"/>
            <ac:picMk id="3" creationId="{EC2AF05C-E24C-1993-739E-2C53FAA417DE}"/>
          </ac:picMkLst>
        </pc:picChg>
        <pc:picChg chg="add del mod">
          <ac:chgData name="Job Coenen" userId="39d21178-e980-40d1-ac56-45bbb0bcf1af" providerId="ADAL" clId="{89A9AB13-0CF1-47A8-98D6-BE479E2D2610}" dt="2023-09-12T13:03:48.894" v="2825" actId="478"/>
          <ac:picMkLst>
            <pc:docMk/>
            <pc:sldMk cId="3427323917" sldId="3139"/>
            <ac:picMk id="1026" creationId="{57F97B14-72DF-2E7C-AC7E-EF10D157682A}"/>
          </ac:picMkLst>
        </pc:picChg>
      </pc:sldChg>
      <pc:sldChg chg="addSp delSp modSp add mod ord modAnim">
        <pc:chgData name="Job Coenen" userId="39d21178-e980-40d1-ac56-45bbb0bcf1af" providerId="ADAL" clId="{89A9AB13-0CF1-47A8-98D6-BE479E2D2610}" dt="2023-09-12T13:14:02.585" v="3907" actId="1076"/>
        <pc:sldMkLst>
          <pc:docMk/>
          <pc:sldMk cId="1741507809" sldId="3140"/>
        </pc:sldMkLst>
        <pc:spChg chg="del">
          <ac:chgData name="Job Coenen" userId="39d21178-e980-40d1-ac56-45bbb0bcf1af" providerId="ADAL" clId="{89A9AB13-0CF1-47A8-98D6-BE479E2D2610}" dt="2023-09-12T13:12:20.102" v="3627" actId="478"/>
          <ac:spMkLst>
            <pc:docMk/>
            <pc:sldMk cId="1741507809" sldId="3140"/>
            <ac:spMk id="2" creationId="{2B2509D1-BFAD-97D9-8E13-17FB6933B75F}"/>
          </ac:spMkLst>
        </pc:spChg>
        <pc:spChg chg="mod">
          <ac:chgData name="Job Coenen" userId="39d21178-e980-40d1-ac56-45bbb0bcf1af" providerId="ADAL" clId="{89A9AB13-0CF1-47A8-98D6-BE479E2D2610}" dt="2023-09-12T13:13:18.560" v="3771" actId="1076"/>
          <ac:spMkLst>
            <pc:docMk/>
            <pc:sldMk cId="1741507809" sldId="3140"/>
            <ac:spMk id="3" creationId="{DF0EFCDD-B4ED-6E80-E8E4-AED6828ACDB2}"/>
          </ac:spMkLst>
        </pc:spChg>
        <pc:spChg chg="add mod">
          <ac:chgData name="Job Coenen" userId="39d21178-e980-40d1-ac56-45bbb0bcf1af" providerId="ADAL" clId="{89A9AB13-0CF1-47A8-98D6-BE479E2D2610}" dt="2023-09-12T13:14:02.585" v="3907" actId="1076"/>
          <ac:spMkLst>
            <pc:docMk/>
            <pc:sldMk cId="1741507809" sldId="3140"/>
            <ac:spMk id="4" creationId="{88713BC6-A2D3-1622-2170-A9B27BCAF7CC}"/>
          </ac:spMkLst>
        </pc:spChg>
      </pc:sldChg>
      <pc:sldMasterChg chg="modSp modSldLayout">
        <pc:chgData name="Job Coenen" userId="39d21178-e980-40d1-ac56-45bbb0bcf1af" providerId="ADAL" clId="{89A9AB13-0CF1-47A8-98D6-BE479E2D2610}" dt="2023-08-31T08:37:33.757" v="0"/>
        <pc:sldMasterMkLst>
          <pc:docMk/>
          <pc:sldMasterMk cId="1090280327" sldId="2147483672"/>
        </pc:sldMasterMkLst>
        <pc:spChg chg="mod">
          <ac:chgData name="Job Coenen" userId="39d21178-e980-40d1-ac56-45bbb0bcf1af" providerId="ADAL" clId="{89A9AB13-0CF1-47A8-98D6-BE479E2D2610}" dt="2023-08-31T08:37:33.757" v="0"/>
          <ac:spMkLst>
            <pc:docMk/>
            <pc:sldMasterMk cId="1090280327" sldId="2147483672"/>
            <ac:spMk id="2" creationId="{D6486190-F1D1-43BB-B712-AB7BE1C184AD}"/>
          </ac:spMkLst>
        </pc:spChg>
        <pc:spChg chg="mod">
          <ac:chgData name="Job Coenen" userId="39d21178-e980-40d1-ac56-45bbb0bcf1af" providerId="ADAL" clId="{89A9AB13-0CF1-47A8-98D6-BE479E2D2610}" dt="2023-08-31T08:37:33.757" v="0"/>
          <ac:spMkLst>
            <pc:docMk/>
            <pc:sldMasterMk cId="1090280327" sldId="2147483672"/>
            <ac:spMk id="3" creationId="{6BC46703-C372-4CCF-BBDB-349EF159E789}"/>
          </ac:spMkLst>
        </pc:spChg>
        <pc:picChg chg="mod">
          <ac:chgData name="Job Coenen" userId="39d21178-e980-40d1-ac56-45bbb0bcf1af" providerId="ADAL" clId="{89A9AB13-0CF1-47A8-98D6-BE479E2D2610}" dt="2023-08-31T08:37:33.757" v="0"/>
          <ac:picMkLst>
            <pc:docMk/>
            <pc:sldMasterMk cId="1090280327" sldId="2147483672"/>
            <ac:picMk id="5" creationId="{D2936B9B-9586-48DE-B845-C54BC129D8BB}"/>
          </ac:picMkLst>
        </pc:picChg>
        <pc:picChg chg="mod">
          <ac:chgData name="Job Coenen" userId="39d21178-e980-40d1-ac56-45bbb0bcf1af" providerId="ADAL" clId="{89A9AB13-0CF1-47A8-98D6-BE479E2D2610}" dt="2023-08-31T08:37:33.757" v="0"/>
          <ac:picMkLst>
            <pc:docMk/>
            <pc:sldMasterMk cId="1090280327" sldId="2147483672"/>
            <ac:picMk id="8" creationId="{D2936B9B-9586-48DE-B845-C54BC129D8BB}"/>
          </ac:picMkLst>
        </pc:picChg>
        <pc:sldLayoutChg chg="modSp">
          <pc:chgData name="Job Coenen" userId="39d21178-e980-40d1-ac56-45bbb0bcf1af" providerId="ADAL" clId="{89A9AB13-0CF1-47A8-98D6-BE479E2D2610}" dt="2023-08-31T08:37:33.757" v="0"/>
          <pc:sldLayoutMkLst>
            <pc:docMk/>
            <pc:sldMasterMk cId="1090280327" sldId="2147483672"/>
            <pc:sldLayoutMk cId="1742341468" sldId="2147483673"/>
          </pc:sldLayoutMkLst>
          <pc:spChg chg="mod">
            <ac:chgData name="Job Coenen" userId="39d21178-e980-40d1-ac56-45bbb0bcf1af" providerId="ADAL" clId="{89A9AB13-0CF1-47A8-98D6-BE479E2D2610}" dt="2023-08-31T08:37:33.757" v="0"/>
            <ac:spMkLst>
              <pc:docMk/>
              <pc:sldMasterMk cId="1090280327" sldId="2147483672"/>
              <pc:sldLayoutMk cId="1742341468" sldId="2147483673"/>
              <ac:spMk id="3" creationId="{D3983EC9-36B1-B744-A87D-1AA0BEB38BFB}"/>
            </ac:spMkLst>
          </pc:spChg>
          <pc:spChg chg="mod">
            <ac:chgData name="Job Coenen" userId="39d21178-e980-40d1-ac56-45bbb0bcf1af" providerId="ADAL" clId="{89A9AB13-0CF1-47A8-98D6-BE479E2D2610}" dt="2023-08-31T08:37:33.757" v="0"/>
            <ac:spMkLst>
              <pc:docMk/>
              <pc:sldMasterMk cId="1090280327" sldId="2147483672"/>
              <pc:sldLayoutMk cId="1742341468" sldId="2147483673"/>
              <ac:spMk id="29" creationId="{FDED8E11-341A-45D2-85B1-F7C4DB53232E}"/>
            </ac:spMkLst>
          </pc:spChg>
          <pc:spChg chg="mod">
            <ac:chgData name="Job Coenen" userId="39d21178-e980-40d1-ac56-45bbb0bcf1af" providerId="ADAL" clId="{89A9AB13-0CF1-47A8-98D6-BE479E2D2610}" dt="2023-08-31T08:37:33.757" v="0"/>
            <ac:spMkLst>
              <pc:docMk/>
              <pc:sldMasterMk cId="1090280327" sldId="2147483672"/>
              <pc:sldLayoutMk cId="1742341468" sldId="2147483673"/>
              <ac:spMk id="34" creationId="{D9C3A310-643B-4139-9F62-77D06674713C}"/>
            </ac:spMkLst>
          </pc:spChg>
          <pc:picChg chg="mod">
            <ac:chgData name="Job Coenen" userId="39d21178-e980-40d1-ac56-45bbb0bcf1af" providerId="ADAL" clId="{89A9AB13-0CF1-47A8-98D6-BE479E2D2610}" dt="2023-08-31T08:37:33.757" v="0"/>
            <ac:picMkLst>
              <pc:docMk/>
              <pc:sldMasterMk cId="1090280327" sldId="2147483672"/>
              <pc:sldLayoutMk cId="1742341468" sldId="2147483673"/>
              <ac:picMk id="21" creationId="{3E43DDCB-339E-4C3A-9E9E-C22943510D3B}"/>
            </ac:picMkLst>
          </pc:picChg>
        </pc:sldLayoutChg>
        <pc:sldLayoutChg chg="modSp">
          <pc:chgData name="Job Coenen" userId="39d21178-e980-40d1-ac56-45bbb0bcf1af" providerId="ADAL" clId="{89A9AB13-0CF1-47A8-98D6-BE479E2D2610}" dt="2023-08-31T08:37:33.757" v="0"/>
          <pc:sldLayoutMkLst>
            <pc:docMk/>
            <pc:sldMasterMk cId="1090280327" sldId="2147483672"/>
            <pc:sldLayoutMk cId="1280232945" sldId="2147483674"/>
          </pc:sldLayoutMkLst>
          <pc:spChg chg="mod">
            <ac:chgData name="Job Coenen" userId="39d21178-e980-40d1-ac56-45bbb0bcf1af" providerId="ADAL" clId="{89A9AB13-0CF1-47A8-98D6-BE479E2D2610}" dt="2023-08-31T08:37:33.757" v="0"/>
            <ac:spMkLst>
              <pc:docMk/>
              <pc:sldMasterMk cId="1090280327" sldId="2147483672"/>
              <pc:sldLayoutMk cId="1280232945" sldId="2147483674"/>
              <ac:spMk id="5" creationId="{CA991A77-E592-4927-BAD8-5D3406246AEB}"/>
            </ac:spMkLst>
          </pc:spChg>
        </pc:sldLayoutChg>
        <pc:sldLayoutChg chg="modSp">
          <pc:chgData name="Job Coenen" userId="39d21178-e980-40d1-ac56-45bbb0bcf1af" providerId="ADAL" clId="{89A9AB13-0CF1-47A8-98D6-BE479E2D2610}" dt="2023-08-31T08:37:33.757" v="0"/>
          <pc:sldLayoutMkLst>
            <pc:docMk/>
            <pc:sldMasterMk cId="1090280327" sldId="2147483672"/>
            <pc:sldLayoutMk cId="2961235009" sldId="2147483675"/>
          </pc:sldLayoutMkLst>
          <pc:spChg chg="mod">
            <ac:chgData name="Job Coenen" userId="39d21178-e980-40d1-ac56-45bbb0bcf1af" providerId="ADAL" clId="{89A9AB13-0CF1-47A8-98D6-BE479E2D2610}" dt="2023-08-31T08:37:33.757" v="0"/>
            <ac:spMkLst>
              <pc:docMk/>
              <pc:sldMasterMk cId="1090280327" sldId="2147483672"/>
              <pc:sldLayoutMk cId="2961235009" sldId="2147483675"/>
              <ac:spMk id="4" creationId="{24158585-8C9B-2444-8413-2968F1CB97F5}"/>
            </ac:spMkLst>
          </pc:spChg>
          <pc:spChg chg="mod">
            <ac:chgData name="Job Coenen" userId="39d21178-e980-40d1-ac56-45bbb0bcf1af" providerId="ADAL" clId="{89A9AB13-0CF1-47A8-98D6-BE479E2D2610}" dt="2023-08-31T08:37:33.757" v="0"/>
            <ac:spMkLst>
              <pc:docMk/>
              <pc:sldMasterMk cId="1090280327" sldId="2147483672"/>
              <pc:sldLayoutMk cId="2961235009" sldId="2147483675"/>
              <ac:spMk id="6" creationId="{04E48767-DBA0-4144-B07A-E0457FACAB73}"/>
            </ac:spMkLst>
          </pc:spChg>
        </pc:sldLayoutChg>
        <pc:sldLayoutChg chg="modSp">
          <pc:chgData name="Job Coenen" userId="39d21178-e980-40d1-ac56-45bbb0bcf1af" providerId="ADAL" clId="{89A9AB13-0CF1-47A8-98D6-BE479E2D2610}" dt="2023-08-31T08:37:33.757" v="0"/>
          <pc:sldLayoutMkLst>
            <pc:docMk/>
            <pc:sldMasterMk cId="1090280327" sldId="2147483672"/>
            <pc:sldLayoutMk cId="3527277305" sldId="2147483676"/>
          </pc:sldLayoutMkLst>
          <pc:spChg chg="mod">
            <ac:chgData name="Job Coenen" userId="39d21178-e980-40d1-ac56-45bbb0bcf1af" providerId="ADAL" clId="{89A9AB13-0CF1-47A8-98D6-BE479E2D2610}" dt="2023-08-31T08:37:33.757" v="0"/>
            <ac:spMkLst>
              <pc:docMk/>
              <pc:sldMasterMk cId="1090280327" sldId="2147483672"/>
              <pc:sldLayoutMk cId="3527277305" sldId="2147483676"/>
              <ac:spMk id="5" creationId="{BF1329CB-FA5D-45B5-AA42-AC585215A184}"/>
            </ac:spMkLst>
          </pc:spChg>
          <pc:spChg chg="mod">
            <ac:chgData name="Job Coenen" userId="39d21178-e980-40d1-ac56-45bbb0bcf1af" providerId="ADAL" clId="{89A9AB13-0CF1-47A8-98D6-BE479E2D2610}" dt="2023-08-31T08:37:33.757" v="0"/>
            <ac:spMkLst>
              <pc:docMk/>
              <pc:sldMasterMk cId="1090280327" sldId="2147483672"/>
              <pc:sldLayoutMk cId="3527277305" sldId="2147483676"/>
              <ac:spMk id="6" creationId="{260C8E6A-14DF-4CBC-B795-FDA284EC4712}"/>
            </ac:spMkLst>
          </pc:spChg>
          <pc:spChg chg="mod">
            <ac:chgData name="Job Coenen" userId="39d21178-e980-40d1-ac56-45bbb0bcf1af" providerId="ADAL" clId="{89A9AB13-0CF1-47A8-98D6-BE479E2D2610}" dt="2023-08-31T08:37:33.757" v="0"/>
            <ac:spMkLst>
              <pc:docMk/>
              <pc:sldMasterMk cId="1090280327" sldId="2147483672"/>
              <pc:sldLayoutMk cId="3527277305" sldId="2147483676"/>
              <ac:spMk id="7" creationId="{70688633-6D41-064D-B005-BBA9338D0D94}"/>
            </ac:spMkLst>
          </pc:spChg>
        </pc:sldLayoutChg>
        <pc:sldLayoutChg chg="modSp">
          <pc:chgData name="Job Coenen" userId="39d21178-e980-40d1-ac56-45bbb0bcf1af" providerId="ADAL" clId="{89A9AB13-0CF1-47A8-98D6-BE479E2D2610}" dt="2023-08-31T08:37:33.757" v="0"/>
          <pc:sldLayoutMkLst>
            <pc:docMk/>
            <pc:sldMasterMk cId="1090280327" sldId="2147483672"/>
            <pc:sldLayoutMk cId="584665357" sldId="2147483677"/>
          </pc:sldLayoutMkLst>
          <pc:spChg chg="mod">
            <ac:chgData name="Job Coenen" userId="39d21178-e980-40d1-ac56-45bbb0bcf1af" providerId="ADAL" clId="{89A9AB13-0CF1-47A8-98D6-BE479E2D2610}" dt="2023-08-31T08:37:33.757" v="0"/>
            <ac:spMkLst>
              <pc:docMk/>
              <pc:sldMasterMk cId="1090280327" sldId="2147483672"/>
              <pc:sldLayoutMk cId="584665357" sldId="2147483677"/>
              <ac:spMk id="7" creationId="{CE54818A-2359-4656-8BAE-BA7A617F3185}"/>
            </ac:spMkLst>
          </pc:spChg>
          <pc:spChg chg="mod">
            <ac:chgData name="Job Coenen" userId="39d21178-e980-40d1-ac56-45bbb0bcf1af" providerId="ADAL" clId="{89A9AB13-0CF1-47A8-98D6-BE479E2D2610}" dt="2023-08-31T08:37:33.757" v="0"/>
            <ac:spMkLst>
              <pc:docMk/>
              <pc:sldMasterMk cId="1090280327" sldId="2147483672"/>
              <pc:sldLayoutMk cId="584665357" sldId="2147483677"/>
              <ac:spMk id="8" creationId="{AB6897B6-1B30-8840-AEF5-653E3015C372}"/>
            </ac:spMkLst>
          </pc:spChg>
          <pc:spChg chg="mod">
            <ac:chgData name="Job Coenen" userId="39d21178-e980-40d1-ac56-45bbb0bcf1af" providerId="ADAL" clId="{89A9AB13-0CF1-47A8-98D6-BE479E2D2610}" dt="2023-08-31T08:37:33.757" v="0"/>
            <ac:spMkLst>
              <pc:docMk/>
              <pc:sldMasterMk cId="1090280327" sldId="2147483672"/>
              <pc:sldLayoutMk cId="584665357" sldId="2147483677"/>
              <ac:spMk id="9" creationId="{4B8653B3-70AE-4E3E-9A4D-3EAF4B4F4A9E}"/>
            </ac:spMkLst>
          </pc:spChg>
          <pc:spChg chg="mod">
            <ac:chgData name="Job Coenen" userId="39d21178-e980-40d1-ac56-45bbb0bcf1af" providerId="ADAL" clId="{89A9AB13-0CF1-47A8-98D6-BE479E2D2610}" dt="2023-08-31T08:37:33.757" v="0"/>
            <ac:spMkLst>
              <pc:docMk/>
              <pc:sldMasterMk cId="1090280327" sldId="2147483672"/>
              <pc:sldLayoutMk cId="584665357" sldId="2147483677"/>
              <ac:spMk id="10" creationId="{60C7571E-BBB1-4DDF-9329-A0C028CAE8FB}"/>
            </ac:spMkLst>
          </pc:spChg>
          <pc:spChg chg="mod">
            <ac:chgData name="Job Coenen" userId="39d21178-e980-40d1-ac56-45bbb0bcf1af" providerId="ADAL" clId="{89A9AB13-0CF1-47A8-98D6-BE479E2D2610}" dt="2023-08-31T08:37:33.757" v="0"/>
            <ac:spMkLst>
              <pc:docMk/>
              <pc:sldMasterMk cId="1090280327" sldId="2147483672"/>
              <pc:sldLayoutMk cId="584665357" sldId="2147483677"/>
              <ac:spMk id="11" creationId="{750B259D-85C8-43A7-A164-0E5FF89B8B8E}"/>
            </ac:spMkLst>
          </pc:spChg>
        </pc:sldLayoutChg>
        <pc:sldLayoutChg chg="modSp">
          <pc:chgData name="Job Coenen" userId="39d21178-e980-40d1-ac56-45bbb0bcf1af" providerId="ADAL" clId="{89A9AB13-0CF1-47A8-98D6-BE479E2D2610}" dt="2023-08-31T08:37:33.757" v="0"/>
          <pc:sldLayoutMkLst>
            <pc:docMk/>
            <pc:sldMasterMk cId="1090280327" sldId="2147483672"/>
            <pc:sldLayoutMk cId="985495888" sldId="2147483678"/>
          </pc:sldLayoutMkLst>
          <pc:spChg chg="mod">
            <ac:chgData name="Job Coenen" userId="39d21178-e980-40d1-ac56-45bbb0bcf1af" providerId="ADAL" clId="{89A9AB13-0CF1-47A8-98D6-BE479E2D2610}" dt="2023-08-31T08:37:33.757" v="0"/>
            <ac:spMkLst>
              <pc:docMk/>
              <pc:sldMasterMk cId="1090280327" sldId="2147483672"/>
              <pc:sldLayoutMk cId="985495888" sldId="2147483678"/>
              <ac:spMk id="3" creationId="{B0DA6865-FA7E-094E-A575-DAADE998A20B}"/>
            </ac:spMkLst>
          </pc:spChg>
          <pc:spChg chg="mod">
            <ac:chgData name="Job Coenen" userId="39d21178-e980-40d1-ac56-45bbb0bcf1af" providerId="ADAL" clId="{89A9AB13-0CF1-47A8-98D6-BE479E2D2610}" dt="2023-08-31T08:37:33.757" v="0"/>
            <ac:spMkLst>
              <pc:docMk/>
              <pc:sldMasterMk cId="1090280327" sldId="2147483672"/>
              <pc:sldLayoutMk cId="985495888" sldId="2147483678"/>
              <ac:spMk id="13" creationId="{2F35E840-7D0C-489A-B88C-9B5B6A358F43}"/>
            </ac:spMkLst>
          </pc:spChg>
          <pc:spChg chg="mod">
            <ac:chgData name="Job Coenen" userId="39d21178-e980-40d1-ac56-45bbb0bcf1af" providerId="ADAL" clId="{89A9AB13-0CF1-47A8-98D6-BE479E2D2610}" dt="2023-08-31T08:37:33.757" v="0"/>
            <ac:spMkLst>
              <pc:docMk/>
              <pc:sldMasterMk cId="1090280327" sldId="2147483672"/>
              <pc:sldLayoutMk cId="985495888" sldId="2147483678"/>
              <ac:spMk id="20" creationId="{7E150451-5081-475D-A7BF-2CE6F5C377F5}"/>
            </ac:spMkLst>
          </pc:spChg>
          <pc:picChg chg="mod">
            <ac:chgData name="Job Coenen" userId="39d21178-e980-40d1-ac56-45bbb0bcf1af" providerId="ADAL" clId="{89A9AB13-0CF1-47A8-98D6-BE479E2D2610}" dt="2023-08-31T08:37:33.757" v="0"/>
            <ac:picMkLst>
              <pc:docMk/>
              <pc:sldMasterMk cId="1090280327" sldId="2147483672"/>
              <pc:sldLayoutMk cId="985495888" sldId="2147483678"/>
              <ac:picMk id="14" creationId="{FFDA8079-95BD-45E3-8313-ABF6A59ED207}"/>
            </ac:picMkLst>
          </pc:picChg>
        </pc:sldLayoutChg>
        <pc:sldLayoutChg chg="modSp">
          <pc:chgData name="Job Coenen" userId="39d21178-e980-40d1-ac56-45bbb0bcf1af" providerId="ADAL" clId="{89A9AB13-0CF1-47A8-98D6-BE479E2D2610}" dt="2023-08-31T08:37:33.757" v="0"/>
          <pc:sldLayoutMkLst>
            <pc:docMk/>
            <pc:sldMasterMk cId="1090280327" sldId="2147483672"/>
            <pc:sldLayoutMk cId="292660999" sldId="2147483679"/>
          </pc:sldLayoutMkLst>
          <pc:spChg chg="mod">
            <ac:chgData name="Job Coenen" userId="39d21178-e980-40d1-ac56-45bbb0bcf1af" providerId="ADAL" clId="{89A9AB13-0CF1-47A8-98D6-BE479E2D2610}" dt="2023-08-31T08:37:33.757" v="0"/>
            <ac:spMkLst>
              <pc:docMk/>
              <pc:sldMasterMk cId="1090280327" sldId="2147483672"/>
              <pc:sldLayoutMk cId="292660999" sldId="2147483679"/>
              <ac:spMk id="27" creationId="{62D72DF6-455F-49BB-BA77-CFB0EF824348}"/>
            </ac:spMkLst>
          </pc:spChg>
          <pc:spChg chg="mod">
            <ac:chgData name="Job Coenen" userId="39d21178-e980-40d1-ac56-45bbb0bcf1af" providerId="ADAL" clId="{89A9AB13-0CF1-47A8-98D6-BE479E2D2610}" dt="2023-08-31T08:37:33.757" v="0"/>
            <ac:spMkLst>
              <pc:docMk/>
              <pc:sldMasterMk cId="1090280327" sldId="2147483672"/>
              <pc:sldLayoutMk cId="292660999" sldId="2147483679"/>
              <ac:spMk id="29" creationId="{FDED8E11-341A-45D2-85B1-F7C4DB53232E}"/>
            </ac:spMkLst>
          </pc:spChg>
          <pc:spChg chg="mod">
            <ac:chgData name="Job Coenen" userId="39d21178-e980-40d1-ac56-45bbb0bcf1af" providerId="ADAL" clId="{89A9AB13-0CF1-47A8-98D6-BE479E2D2610}" dt="2023-08-31T08:37:33.757" v="0"/>
            <ac:spMkLst>
              <pc:docMk/>
              <pc:sldMasterMk cId="1090280327" sldId="2147483672"/>
              <pc:sldLayoutMk cId="292660999" sldId="2147483679"/>
              <ac:spMk id="34" creationId="{D9C3A310-643B-4139-9F62-77D06674713C}"/>
            </ac:spMkLst>
          </pc:spChg>
          <pc:picChg chg="mod">
            <ac:chgData name="Job Coenen" userId="39d21178-e980-40d1-ac56-45bbb0bcf1af" providerId="ADAL" clId="{89A9AB13-0CF1-47A8-98D6-BE479E2D2610}" dt="2023-08-31T08:37:33.757" v="0"/>
            <ac:picMkLst>
              <pc:docMk/>
              <pc:sldMasterMk cId="1090280327" sldId="2147483672"/>
              <pc:sldLayoutMk cId="292660999" sldId="2147483679"/>
              <ac:picMk id="21" creationId="{3E43DDCB-339E-4C3A-9E9E-C22943510D3B}"/>
            </ac:picMkLst>
          </pc:picChg>
        </pc:sldLayoutChg>
        <pc:sldLayoutChg chg="modSp">
          <pc:chgData name="Job Coenen" userId="39d21178-e980-40d1-ac56-45bbb0bcf1af" providerId="ADAL" clId="{89A9AB13-0CF1-47A8-98D6-BE479E2D2610}" dt="2023-08-31T08:37:33.757" v="0"/>
          <pc:sldLayoutMkLst>
            <pc:docMk/>
            <pc:sldMasterMk cId="1090280327" sldId="2147483672"/>
            <pc:sldLayoutMk cId="3730036850" sldId="2147483680"/>
          </pc:sldLayoutMkLst>
          <pc:spChg chg="mod">
            <ac:chgData name="Job Coenen" userId="39d21178-e980-40d1-ac56-45bbb0bcf1af" providerId="ADAL" clId="{89A9AB13-0CF1-47A8-98D6-BE479E2D2610}" dt="2023-08-31T08:37:33.757" v="0"/>
            <ac:spMkLst>
              <pc:docMk/>
              <pc:sldMasterMk cId="1090280327" sldId="2147483672"/>
              <pc:sldLayoutMk cId="3730036850" sldId="2147483680"/>
              <ac:spMk id="3" creationId="{1F4D8162-1AA2-4B35-BEA6-C78FDA7F8A36}"/>
            </ac:spMkLst>
          </pc:spChg>
        </pc:sldLayoutChg>
        <pc:sldLayoutChg chg="modSp">
          <pc:chgData name="Job Coenen" userId="39d21178-e980-40d1-ac56-45bbb0bcf1af" providerId="ADAL" clId="{89A9AB13-0CF1-47A8-98D6-BE479E2D2610}" dt="2023-08-31T08:37:33.757" v="0"/>
          <pc:sldLayoutMkLst>
            <pc:docMk/>
            <pc:sldMasterMk cId="1090280327" sldId="2147483672"/>
            <pc:sldLayoutMk cId="1014511116" sldId="2147483681"/>
          </pc:sldLayoutMkLst>
          <pc:spChg chg="mod">
            <ac:chgData name="Job Coenen" userId="39d21178-e980-40d1-ac56-45bbb0bcf1af" providerId="ADAL" clId="{89A9AB13-0CF1-47A8-98D6-BE479E2D2610}" dt="2023-08-31T08:37:33.757" v="0"/>
            <ac:spMkLst>
              <pc:docMk/>
              <pc:sldMasterMk cId="1090280327" sldId="2147483672"/>
              <pc:sldLayoutMk cId="1014511116" sldId="2147483681"/>
              <ac:spMk id="3" creationId="{1F4D8162-1AA2-4B35-BEA6-C78FDA7F8A36}"/>
            </ac:spMkLst>
          </pc:spChg>
          <pc:spChg chg="mod">
            <ac:chgData name="Job Coenen" userId="39d21178-e980-40d1-ac56-45bbb0bcf1af" providerId="ADAL" clId="{89A9AB13-0CF1-47A8-98D6-BE479E2D2610}" dt="2023-08-31T08:37:33.757" v="0"/>
            <ac:spMkLst>
              <pc:docMk/>
              <pc:sldMasterMk cId="1090280327" sldId="2147483672"/>
              <pc:sldLayoutMk cId="1014511116" sldId="2147483681"/>
              <ac:spMk id="6" creationId="{260C8E6A-14DF-4CBC-B795-FDA284EC4712}"/>
            </ac:spMkLst>
          </pc:spChg>
        </pc:sldLayoutChg>
        <pc:sldLayoutChg chg="modSp">
          <pc:chgData name="Job Coenen" userId="39d21178-e980-40d1-ac56-45bbb0bcf1af" providerId="ADAL" clId="{89A9AB13-0CF1-47A8-98D6-BE479E2D2610}" dt="2023-08-31T08:37:33.757" v="0"/>
          <pc:sldLayoutMkLst>
            <pc:docMk/>
            <pc:sldMasterMk cId="1090280327" sldId="2147483672"/>
            <pc:sldLayoutMk cId="1218934162" sldId="2147483682"/>
          </pc:sldLayoutMkLst>
          <pc:spChg chg="mod">
            <ac:chgData name="Job Coenen" userId="39d21178-e980-40d1-ac56-45bbb0bcf1af" providerId="ADAL" clId="{89A9AB13-0CF1-47A8-98D6-BE479E2D2610}" dt="2023-08-31T08:37:33.757" v="0"/>
            <ac:spMkLst>
              <pc:docMk/>
              <pc:sldMasterMk cId="1090280327" sldId="2147483672"/>
              <pc:sldLayoutMk cId="1218934162" sldId="2147483682"/>
              <ac:spMk id="13" creationId="{2F35E840-7D0C-489A-B88C-9B5B6A358F43}"/>
            </ac:spMkLst>
          </pc:spChg>
          <pc:spChg chg="mod">
            <ac:chgData name="Job Coenen" userId="39d21178-e980-40d1-ac56-45bbb0bcf1af" providerId="ADAL" clId="{89A9AB13-0CF1-47A8-98D6-BE479E2D2610}" dt="2023-08-31T08:37:33.757" v="0"/>
            <ac:spMkLst>
              <pc:docMk/>
              <pc:sldMasterMk cId="1090280327" sldId="2147483672"/>
              <pc:sldLayoutMk cId="1218934162" sldId="2147483682"/>
              <ac:spMk id="18" creationId="{0085B888-A864-4C76-87C8-996231F3744D}"/>
            </ac:spMkLst>
          </pc:spChg>
          <pc:spChg chg="mod">
            <ac:chgData name="Job Coenen" userId="39d21178-e980-40d1-ac56-45bbb0bcf1af" providerId="ADAL" clId="{89A9AB13-0CF1-47A8-98D6-BE479E2D2610}" dt="2023-08-31T08:37:33.757" v="0"/>
            <ac:spMkLst>
              <pc:docMk/>
              <pc:sldMasterMk cId="1090280327" sldId="2147483672"/>
              <pc:sldLayoutMk cId="1218934162" sldId="2147483682"/>
              <ac:spMk id="20" creationId="{7E150451-5081-475D-A7BF-2CE6F5C377F5}"/>
            </ac:spMkLst>
          </pc:spChg>
          <pc:picChg chg="mod">
            <ac:chgData name="Job Coenen" userId="39d21178-e980-40d1-ac56-45bbb0bcf1af" providerId="ADAL" clId="{89A9AB13-0CF1-47A8-98D6-BE479E2D2610}" dt="2023-08-31T08:37:33.757" v="0"/>
            <ac:picMkLst>
              <pc:docMk/>
              <pc:sldMasterMk cId="1090280327" sldId="2147483672"/>
              <pc:sldLayoutMk cId="1218934162" sldId="2147483682"/>
              <ac:picMk id="14" creationId="{FFDA8079-95BD-45E3-8313-ABF6A59ED207}"/>
            </ac:picMkLst>
          </pc:picChg>
        </pc:sldLayoutChg>
        <pc:sldLayoutChg chg="modSp">
          <pc:chgData name="Job Coenen" userId="39d21178-e980-40d1-ac56-45bbb0bcf1af" providerId="ADAL" clId="{89A9AB13-0CF1-47A8-98D6-BE479E2D2610}" dt="2023-08-31T08:37:33.757" v="0"/>
          <pc:sldLayoutMkLst>
            <pc:docMk/>
            <pc:sldMasterMk cId="1090280327" sldId="2147483672"/>
            <pc:sldLayoutMk cId="2855175842" sldId="2147483683"/>
          </pc:sldLayoutMkLst>
          <pc:spChg chg="mod">
            <ac:chgData name="Job Coenen" userId="39d21178-e980-40d1-ac56-45bbb0bcf1af" providerId="ADAL" clId="{89A9AB13-0CF1-47A8-98D6-BE479E2D2610}" dt="2023-08-31T08:37:33.757" v="0"/>
            <ac:spMkLst>
              <pc:docMk/>
              <pc:sldMasterMk cId="1090280327" sldId="2147483672"/>
              <pc:sldLayoutMk cId="2855175842" sldId="2147483683"/>
              <ac:spMk id="3" creationId="{1F4D8162-1AA2-4B35-BEA6-C78FDA7F8A36}"/>
            </ac:spMkLst>
          </pc:spChg>
          <pc:spChg chg="mod">
            <ac:chgData name="Job Coenen" userId="39d21178-e980-40d1-ac56-45bbb0bcf1af" providerId="ADAL" clId="{89A9AB13-0CF1-47A8-98D6-BE479E2D2610}" dt="2023-08-31T08:37:33.757" v="0"/>
            <ac:spMkLst>
              <pc:docMk/>
              <pc:sldMasterMk cId="1090280327" sldId="2147483672"/>
              <pc:sldLayoutMk cId="2855175842" sldId="2147483683"/>
              <ac:spMk id="8" creationId="{302C1A6C-E298-44F7-B7CD-33C3102FF01B}"/>
            </ac:spMkLst>
          </pc:spChg>
          <pc:spChg chg="mod">
            <ac:chgData name="Job Coenen" userId="39d21178-e980-40d1-ac56-45bbb0bcf1af" providerId="ADAL" clId="{89A9AB13-0CF1-47A8-98D6-BE479E2D2610}" dt="2023-08-31T08:37:33.757" v="0"/>
            <ac:spMkLst>
              <pc:docMk/>
              <pc:sldMasterMk cId="1090280327" sldId="2147483672"/>
              <pc:sldLayoutMk cId="2855175842" sldId="2147483683"/>
              <ac:spMk id="9" creationId="{4B8653B3-70AE-4E3E-9A4D-3EAF4B4F4A9E}"/>
            </ac:spMkLst>
          </pc:spChg>
          <pc:spChg chg="mod">
            <ac:chgData name="Job Coenen" userId="39d21178-e980-40d1-ac56-45bbb0bcf1af" providerId="ADAL" clId="{89A9AB13-0CF1-47A8-98D6-BE479E2D2610}" dt="2023-08-31T08:37:33.757" v="0"/>
            <ac:spMkLst>
              <pc:docMk/>
              <pc:sldMasterMk cId="1090280327" sldId="2147483672"/>
              <pc:sldLayoutMk cId="2855175842" sldId="2147483683"/>
              <ac:spMk id="10" creationId="{60C7571E-BBB1-4DDF-9329-A0C028CAE8FB}"/>
            </ac:spMkLst>
          </pc:spChg>
        </pc:sldLayoutChg>
        <pc:sldLayoutChg chg="modSp">
          <pc:chgData name="Job Coenen" userId="39d21178-e980-40d1-ac56-45bbb0bcf1af" providerId="ADAL" clId="{89A9AB13-0CF1-47A8-98D6-BE479E2D2610}" dt="2023-08-31T08:37:33.757" v="0"/>
          <pc:sldLayoutMkLst>
            <pc:docMk/>
            <pc:sldMasterMk cId="1090280327" sldId="2147483672"/>
            <pc:sldLayoutMk cId="316723633" sldId="2147483685"/>
          </pc:sldLayoutMkLst>
          <pc:spChg chg="mod">
            <ac:chgData name="Job Coenen" userId="39d21178-e980-40d1-ac56-45bbb0bcf1af" providerId="ADAL" clId="{89A9AB13-0CF1-47A8-98D6-BE479E2D2610}" dt="2023-08-31T08:37:33.757" v="0"/>
            <ac:spMkLst>
              <pc:docMk/>
              <pc:sldMasterMk cId="1090280327" sldId="2147483672"/>
              <pc:sldLayoutMk cId="316723633" sldId="2147483685"/>
              <ac:spMk id="2" creationId="{00000000-0000-0000-0000-000000000000}"/>
            </ac:spMkLst>
          </pc:spChg>
          <pc:spChg chg="mod">
            <ac:chgData name="Job Coenen" userId="39d21178-e980-40d1-ac56-45bbb0bcf1af" providerId="ADAL" clId="{89A9AB13-0CF1-47A8-98D6-BE479E2D2610}" dt="2023-08-31T08:37:33.757" v="0"/>
            <ac:spMkLst>
              <pc:docMk/>
              <pc:sldMasterMk cId="1090280327" sldId="2147483672"/>
              <pc:sldLayoutMk cId="316723633" sldId="2147483685"/>
              <ac:spMk id="3" creationId="{00000000-0000-0000-0000-000000000000}"/>
            </ac:spMkLst>
          </pc:spChg>
          <pc:spChg chg="mod">
            <ac:chgData name="Job Coenen" userId="39d21178-e980-40d1-ac56-45bbb0bcf1af" providerId="ADAL" clId="{89A9AB13-0CF1-47A8-98D6-BE479E2D2610}" dt="2023-08-31T08:37:33.757" v="0"/>
            <ac:spMkLst>
              <pc:docMk/>
              <pc:sldMasterMk cId="1090280327" sldId="2147483672"/>
              <pc:sldLayoutMk cId="316723633" sldId="2147483685"/>
              <ac:spMk id="4" creationId="{00000000-0000-0000-0000-000000000000}"/>
            </ac:spMkLst>
          </pc:spChg>
          <pc:spChg chg="mod">
            <ac:chgData name="Job Coenen" userId="39d21178-e980-40d1-ac56-45bbb0bcf1af" providerId="ADAL" clId="{89A9AB13-0CF1-47A8-98D6-BE479E2D2610}" dt="2023-08-31T08:37:33.757" v="0"/>
            <ac:spMkLst>
              <pc:docMk/>
              <pc:sldMasterMk cId="1090280327" sldId="2147483672"/>
              <pc:sldLayoutMk cId="316723633" sldId="2147483685"/>
              <ac:spMk id="5" creationId="{00000000-0000-0000-0000-000000000000}"/>
            </ac:spMkLst>
          </pc:spChg>
          <pc:spChg chg="mod">
            <ac:chgData name="Job Coenen" userId="39d21178-e980-40d1-ac56-45bbb0bcf1af" providerId="ADAL" clId="{89A9AB13-0CF1-47A8-98D6-BE479E2D2610}" dt="2023-08-31T08:37:33.757" v="0"/>
            <ac:spMkLst>
              <pc:docMk/>
              <pc:sldMasterMk cId="1090280327" sldId="2147483672"/>
              <pc:sldLayoutMk cId="316723633" sldId="2147483685"/>
              <ac:spMk id="6" creationId="{00000000-0000-0000-0000-000000000000}"/>
            </ac:spMkLst>
          </pc:spChg>
        </pc:sldLayoutChg>
        <pc:sldLayoutChg chg="modSp">
          <pc:chgData name="Job Coenen" userId="39d21178-e980-40d1-ac56-45bbb0bcf1af" providerId="ADAL" clId="{89A9AB13-0CF1-47A8-98D6-BE479E2D2610}" dt="2023-08-31T08:37:33.757" v="0"/>
          <pc:sldLayoutMkLst>
            <pc:docMk/>
            <pc:sldMasterMk cId="1090280327" sldId="2147483672"/>
            <pc:sldLayoutMk cId="775521921" sldId="2147483688"/>
          </pc:sldLayoutMkLst>
          <pc:spChg chg="mod">
            <ac:chgData name="Job Coenen" userId="39d21178-e980-40d1-ac56-45bbb0bcf1af" providerId="ADAL" clId="{89A9AB13-0CF1-47A8-98D6-BE479E2D2610}" dt="2023-08-31T08:37:33.757" v="0"/>
            <ac:spMkLst>
              <pc:docMk/>
              <pc:sldMasterMk cId="1090280327" sldId="2147483672"/>
              <pc:sldLayoutMk cId="775521921" sldId="2147483688"/>
              <ac:spMk id="6" creationId="{58EFD429-CF30-FC43-989E-F7BD8530EF15}"/>
            </ac:spMkLst>
          </pc:spChg>
        </pc:sldLayoutChg>
        <pc:sldLayoutChg chg="modSp">
          <pc:chgData name="Job Coenen" userId="39d21178-e980-40d1-ac56-45bbb0bcf1af" providerId="ADAL" clId="{89A9AB13-0CF1-47A8-98D6-BE479E2D2610}" dt="2023-08-31T08:37:33.757" v="0"/>
          <pc:sldLayoutMkLst>
            <pc:docMk/>
            <pc:sldMasterMk cId="1090280327" sldId="2147483672"/>
            <pc:sldLayoutMk cId="2928080212" sldId="2147483689"/>
          </pc:sldLayoutMkLst>
          <pc:spChg chg="mod">
            <ac:chgData name="Job Coenen" userId="39d21178-e980-40d1-ac56-45bbb0bcf1af" providerId="ADAL" clId="{89A9AB13-0CF1-47A8-98D6-BE479E2D2610}" dt="2023-08-31T08:37:33.757" v="0"/>
            <ac:spMkLst>
              <pc:docMk/>
              <pc:sldMasterMk cId="1090280327" sldId="2147483672"/>
              <pc:sldLayoutMk cId="2928080212" sldId="2147483689"/>
              <ac:spMk id="11" creationId="{9F15AFC0-89C9-7D44-AB7F-ED6E02A41BDA}"/>
            </ac:spMkLst>
          </pc:spChg>
        </pc:sldLayoutChg>
        <pc:sldLayoutChg chg="modSp">
          <pc:chgData name="Job Coenen" userId="39d21178-e980-40d1-ac56-45bbb0bcf1af" providerId="ADAL" clId="{89A9AB13-0CF1-47A8-98D6-BE479E2D2610}" dt="2023-08-31T08:37:33.757" v="0"/>
          <pc:sldLayoutMkLst>
            <pc:docMk/>
            <pc:sldMasterMk cId="1090280327" sldId="2147483672"/>
            <pc:sldLayoutMk cId="174652392" sldId="2147483690"/>
          </pc:sldLayoutMkLst>
          <pc:spChg chg="mod">
            <ac:chgData name="Job Coenen" userId="39d21178-e980-40d1-ac56-45bbb0bcf1af" providerId="ADAL" clId="{89A9AB13-0CF1-47A8-98D6-BE479E2D2610}" dt="2023-08-31T08:37:33.757" v="0"/>
            <ac:spMkLst>
              <pc:docMk/>
              <pc:sldMasterMk cId="1090280327" sldId="2147483672"/>
              <pc:sldLayoutMk cId="174652392" sldId="2147483690"/>
              <ac:spMk id="3" creationId="{FBB35F62-B3B1-4F4F-8B81-84B5A15345FC}"/>
            </ac:spMkLst>
          </pc:spChg>
          <pc:spChg chg="mod">
            <ac:chgData name="Job Coenen" userId="39d21178-e980-40d1-ac56-45bbb0bcf1af" providerId="ADAL" clId="{89A9AB13-0CF1-47A8-98D6-BE479E2D2610}" dt="2023-08-31T08:37:33.757" v="0"/>
            <ac:spMkLst>
              <pc:docMk/>
              <pc:sldMasterMk cId="1090280327" sldId="2147483672"/>
              <pc:sldLayoutMk cId="174652392" sldId="2147483690"/>
              <ac:spMk id="4" creationId="{3882E941-CB42-43BA-82B3-053F958971A5}"/>
            </ac:spMkLst>
          </pc:spChg>
        </pc:sldLayoutChg>
      </pc:sldMasterChg>
      <pc:sldMasterChg chg="modSp addSldLayout delSldLayout modSldLayout">
        <pc:chgData name="Job Coenen" userId="39d21178-e980-40d1-ac56-45bbb0bcf1af" providerId="ADAL" clId="{89A9AB13-0CF1-47A8-98D6-BE479E2D2610}" dt="2023-09-12T13:00:00.902" v="2794" actId="47"/>
        <pc:sldMasterMkLst>
          <pc:docMk/>
          <pc:sldMasterMk cId="250088729" sldId="2147483691"/>
        </pc:sldMasterMkLst>
        <pc:spChg chg="mod">
          <ac:chgData name="Job Coenen" userId="39d21178-e980-40d1-ac56-45bbb0bcf1af" providerId="ADAL" clId="{89A9AB13-0CF1-47A8-98D6-BE479E2D2610}" dt="2023-08-31T08:38:23.578" v="25" actId="403"/>
          <ac:spMkLst>
            <pc:docMk/>
            <pc:sldMasterMk cId="250088729" sldId="2147483691"/>
            <ac:spMk id="2" creationId="{00000000-0000-0000-0000-000000000000}"/>
          </ac:spMkLst>
        </pc:spChg>
        <pc:spChg chg="mod">
          <ac:chgData name="Job Coenen" userId="39d21178-e980-40d1-ac56-45bbb0bcf1af" providerId="ADAL" clId="{89A9AB13-0CF1-47A8-98D6-BE479E2D2610}" dt="2023-08-31T08:38:27.494" v="36" actId="403"/>
          <ac:spMkLst>
            <pc:docMk/>
            <pc:sldMasterMk cId="250088729" sldId="2147483691"/>
            <ac:spMk id="3" creationId="{00000000-0000-0000-0000-000000000000}"/>
          </ac:spMkLst>
        </pc:spChg>
        <pc:spChg chg="mod">
          <ac:chgData name="Job Coenen" userId="39d21178-e980-40d1-ac56-45bbb0bcf1af" providerId="ADAL" clId="{89A9AB13-0CF1-47A8-98D6-BE479E2D2610}" dt="2023-08-31T08:37:33.757" v="0"/>
          <ac:spMkLst>
            <pc:docMk/>
            <pc:sldMasterMk cId="250088729" sldId="2147483691"/>
            <ac:spMk id="4" creationId="{00000000-0000-0000-0000-000000000000}"/>
          </ac:spMkLst>
        </pc:spChg>
        <pc:spChg chg="mod">
          <ac:chgData name="Job Coenen" userId="39d21178-e980-40d1-ac56-45bbb0bcf1af" providerId="ADAL" clId="{89A9AB13-0CF1-47A8-98D6-BE479E2D2610}" dt="2023-08-31T08:37:33.757" v="0"/>
          <ac:spMkLst>
            <pc:docMk/>
            <pc:sldMasterMk cId="250088729" sldId="2147483691"/>
            <ac:spMk id="5" creationId="{00000000-0000-0000-0000-000000000000}"/>
          </ac:spMkLst>
        </pc:spChg>
        <pc:spChg chg="mod">
          <ac:chgData name="Job Coenen" userId="39d21178-e980-40d1-ac56-45bbb0bcf1af" providerId="ADAL" clId="{89A9AB13-0CF1-47A8-98D6-BE479E2D2610}" dt="2023-08-31T08:37:33.757" v="0"/>
          <ac:spMkLst>
            <pc:docMk/>
            <pc:sldMasterMk cId="250088729" sldId="2147483691"/>
            <ac:spMk id="6" creationId="{00000000-0000-0000-0000-000000000000}"/>
          </ac:spMkLst>
        </pc:spChg>
        <pc:spChg chg="mod">
          <ac:chgData name="Job Coenen" userId="39d21178-e980-40d1-ac56-45bbb0bcf1af" providerId="ADAL" clId="{89A9AB13-0CF1-47A8-98D6-BE479E2D2610}" dt="2023-08-31T08:37:33.757" v="0"/>
          <ac:spMkLst>
            <pc:docMk/>
            <pc:sldMasterMk cId="250088729" sldId="2147483691"/>
            <ac:spMk id="11" creationId="{00000000-0000-0000-0000-000000000000}"/>
          </ac:spMkLst>
        </pc:spChg>
        <pc:spChg chg="mod">
          <ac:chgData name="Job Coenen" userId="39d21178-e980-40d1-ac56-45bbb0bcf1af" providerId="ADAL" clId="{89A9AB13-0CF1-47A8-98D6-BE479E2D2610}" dt="2023-08-31T08:37:33.757" v="0"/>
          <ac:spMkLst>
            <pc:docMk/>
            <pc:sldMasterMk cId="250088729" sldId="2147483691"/>
            <ac:spMk id="12" creationId="{00000000-0000-0000-0000-000000000000}"/>
          </ac:spMkLst>
        </pc:spChg>
        <pc:sldLayoutChg chg="modSp">
          <pc:chgData name="Job Coenen" userId="39d21178-e980-40d1-ac56-45bbb0bcf1af" providerId="ADAL" clId="{89A9AB13-0CF1-47A8-98D6-BE479E2D2610}" dt="2023-08-31T08:37:33.757" v="0"/>
          <pc:sldLayoutMkLst>
            <pc:docMk/>
            <pc:sldMasterMk cId="250088729" sldId="2147483691"/>
            <pc:sldLayoutMk cId="741717920" sldId="2147483692"/>
          </pc:sldLayoutMkLst>
          <pc:spChg chg="mod">
            <ac:chgData name="Job Coenen" userId="39d21178-e980-40d1-ac56-45bbb0bcf1af" providerId="ADAL" clId="{89A9AB13-0CF1-47A8-98D6-BE479E2D2610}" dt="2023-08-31T08:37:33.757" v="0"/>
            <ac:spMkLst>
              <pc:docMk/>
              <pc:sldMasterMk cId="250088729" sldId="2147483691"/>
              <pc:sldLayoutMk cId="741717920" sldId="2147483692"/>
              <ac:spMk id="2" creationId="{00000000-0000-0000-0000-000000000000}"/>
            </ac:spMkLst>
          </pc:spChg>
          <pc:spChg chg="mod">
            <ac:chgData name="Job Coenen" userId="39d21178-e980-40d1-ac56-45bbb0bcf1af" providerId="ADAL" clId="{89A9AB13-0CF1-47A8-98D6-BE479E2D2610}" dt="2023-08-31T08:37:33.757" v="0"/>
            <ac:spMkLst>
              <pc:docMk/>
              <pc:sldMasterMk cId="250088729" sldId="2147483691"/>
              <pc:sldLayoutMk cId="741717920" sldId="2147483692"/>
              <ac:spMk id="3" creationId="{00000000-0000-0000-0000-000000000000}"/>
            </ac:spMkLst>
          </pc:spChg>
          <pc:spChg chg="mod">
            <ac:chgData name="Job Coenen" userId="39d21178-e980-40d1-ac56-45bbb0bcf1af" providerId="ADAL" clId="{89A9AB13-0CF1-47A8-98D6-BE479E2D2610}" dt="2023-08-31T08:37:33.757" v="0"/>
            <ac:spMkLst>
              <pc:docMk/>
              <pc:sldMasterMk cId="250088729" sldId="2147483691"/>
              <pc:sldLayoutMk cId="741717920" sldId="2147483692"/>
              <ac:spMk id="4" creationId="{00000000-0000-0000-0000-000000000000}"/>
            </ac:spMkLst>
          </pc:spChg>
          <pc:spChg chg="mod">
            <ac:chgData name="Job Coenen" userId="39d21178-e980-40d1-ac56-45bbb0bcf1af" providerId="ADAL" clId="{89A9AB13-0CF1-47A8-98D6-BE479E2D2610}" dt="2023-08-31T08:37:33.757" v="0"/>
            <ac:spMkLst>
              <pc:docMk/>
              <pc:sldMasterMk cId="250088729" sldId="2147483691"/>
              <pc:sldLayoutMk cId="741717920" sldId="2147483692"/>
              <ac:spMk id="5" creationId="{00000000-0000-0000-0000-000000000000}"/>
            </ac:spMkLst>
          </pc:spChg>
          <pc:spChg chg="mod">
            <ac:chgData name="Job Coenen" userId="39d21178-e980-40d1-ac56-45bbb0bcf1af" providerId="ADAL" clId="{89A9AB13-0CF1-47A8-98D6-BE479E2D2610}" dt="2023-08-31T08:37:33.757" v="0"/>
            <ac:spMkLst>
              <pc:docMk/>
              <pc:sldMasterMk cId="250088729" sldId="2147483691"/>
              <pc:sldLayoutMk cId="741717920" sldId="2147483692"/>
              <ac:spMk id="6" creationId="{00000000-0000-0000-0000-000000000000}"/>
            </ac:spMkLst>
          </pc:spChg>
          <pc:spChg chg="mod">
            <ac:chgData name="Job Coenen" userId="39d21178-e980-40d1-ac56-45bbb0bcf1af" providerId="ADAL" clId="{89A9AB13-0CF1-47A8-98D6-BE479E2D2610}" dt="2023-08-31T08:37:33.757" v="0"/>
            <ac:spMkLst>
              <pc:docMk/>
              <pc:sldMasterMk cId="250088729" sldId="2147483691"/>
              <pc:sldLayoutMk cId="741717920" sldId="2147483692"/>
              <ac:spMk id="11" creationId="{00000000-0000-0000-0000-000000000000}"/>
            </ac:spMkLst>
          </pc:spChg>
          <pc:spChg chg="mod">
            <ac:chgData name="Job Coenen" userId="39d21178-e980-40d1-ac56-45bbb0bcf1af" providerId="ADAL" clId="{89A9AB13-0CF1-47A8-98D6-BE479E2D2610}" dt="2023-08-31T08:37:33.757" v="0"/>
            <ac:spMkLst>
              <pc:docMk/>
              <pc:sldMasterMk cId="250088729" sldId="2147483691"/>
              <pc:sldLayoutMk cId="741717920" sldId="2147483692"/>
              <ac:spMk id="13" creationId="{00000000-0000-0000-0000-000000000000}"/>
            </ac:spMkLst>
          </pc:spChg>
        </pc:sldLayoutChg>
        <pc:sldLayoutChg chg="modSp">
          <pc:chgData name="Job Coenen" userId="39d21178-e980-40d1-ac56-45bbb0bcf1af" providerId="ADAL" clId="{89A9AB13-0CF1-47A8-98D6-BE479E2D2610}" dt="2023-08-31T08:37:33.757" v="0"/>
          <pc:sldLayoutMkLst>
            <pc:docMk/>
            <pc:sldMasterMk cId="250088729" sldId="2147483691"/>
            <pc:sldLayoutMk cId="3475703741" sldId="2147483694"/>
          </pc:sldLayoutMkLst>
          <pc:spChg chg="mod">
            <ac:chgData name="Job Coenen" userId="39d21178-e980-40d1-ac56-45bbb0bcf1af" providerId="ADAL" clId="{89A9AB13-0CF1-47A8-98D6-BE479E2D2610}" dt="2023-08-31T08:37:33.757" v="0"/>
            <ac:spMkLst>
              <pc:docMk/>
              <pc:sldMasterMk cId="250088729" sldId="2147483691"/>
              <pc:sldLayoutMk cId="3475703741" sldId="2147483694"/>
              <ac:spMk id="2" creationId="{00000000-0000-0000-0000-000000000000}"/>
            </ac:spMkLst>
          </pc:spChg>
          <pc:spChg chg="mod">
            <ac:chgData name="Job Coenen" userId="39d21178-e980-40d1-ac56-45bbb0bcf1af" providerId="ADAL" clId="{89A9AB13-0CF1-47A8-98D6-BE479E2D2610}" dt="2023-08-31T08:37:33.757" v="0"/>
            <ac:spMkLst>
              <pc:docMk/>
              <pc:sldMasterMk cId="250088729" sldId="2147483691"/>
              <pc:sldLayoutMk cId="3475703741" sldId="2147483694"/>
              <ac:spMk id="3" creationId="{00000000-0000-0000-0000-000000000000}"/>
            </ac:spMkLst>
          </pc:spChg>
          <pc:spChg chg="mod">
            <ac:chgData name="Job Coenen" userId="39d21178-e980-40d1-ac56-45bbb0bcf1af" providerId="ADAL" clId="{89A9AB13-0CF1-47A8-98D6-BE479E2D2610}" dt="2023-08-31T08:37:33.757" v="0"/>
            <ac:spMkLst>
              <pc:docMk/>
              <pc:sldMasterMk cId="250088729" sldId="2147483691"/>
              <pc:sldLayoutMk cId="3475703741" sldId="2147483694"/>
              <ac:spMk id="4" creationId="{00000000-0000-0000-0000-000000000000}"/>
            </ac:spMkLst>
          </pc:spChg>
          <pc:spChg chg="mod">
            <ac:chgData name="Job Coenen" userId="39d21178-e980-40d1-ac56-45bbb0bcf1af" providerId="ADAL" clId="{89A9AB13-0CF1-47A8-98D6-BE479E2D2610}" dt="2023-08-31T08:37:33.757" v="0"/>
            <ac:spMkLst>
              <pc:docMk/>
              <pc:sldMasterMk cId="250088729" sldId="2147483691"/>
              <pc:sldLayoutMk cId="3475703741" sldId="2147483694"/>
              <ac:spMk id="5" creationId="{00000000-0000-0000-0000-000000000000}"/>
            </ac:spMkLst>
          </pc:spChg>
          <pc:spChg chg="mod">
            <ac:chgData name="Job Coenen" userId="39d21178-e980-40d1-ac56-45bbb0bcf1af" providerId="ADAL" clId="{89A9AB13-0CF1-47A8-98D6-BE479E2D2610}" dt="2023-08-31T08:37:33.757" v="0"/>
            <ac:spMkLst>
              <pc:docMk/>
              <pc:sldMasterMk cId="250088729" sldId="2147483691"/>
              <pc:sldLayoutMk cId="3475703741" sldId="2147483694"/>
              <ac:spMk id="6" creationId="{00000000-0000-0000-0000-000000000000}"/>
            </ac:spMkLst>
          </pc:spChg>
          <pc:spChg chg="mod">
            <ac:chgData name="Job Coenen" userId="39d21178-e980-40d1-ac56-45bbb0bcf1af" providerId="ADAL" clId="{89A9AB13-0CF1-47A8-98D6-BE479E2D2610}" dt="2023-08-31T08:37:33.757" v="0"/>
            <ac:spMkLst>
              <pc:docMk/>
              <pc:sldMasterMk cId="250088729" sldId="2147483691"/>
              <pc:sldLayoutMk cId="3475703741" sldId="2147483694"/>
              <ac:spMk id="11" creationId="{00000000-0000-0000-0000-000000000000}"/>
            </ac:spMkLst>
          </pc:spChg>
          <pc:spChg chg="mod">
            <ac:chgData name="Job Coenen" userId="39d21178-e980-40d1-ac56-45bbb0bcf1af" providerId="ADAL" clId="{89A9AB13-0CF1-47A8-98D6-BE479E2D2610}" dt="2023-08-31T08:37:33.757" v="0"/>
            <ac:spMkLst>
              <pc:docMk/>
              <pc:sldMasterMk cId="250088729" sldId="2147483691"/>
              <pc:sldLayoutMk cId="3475703741" sldId="2147483694"/>
              <ac:spMk id="16" creationId="{00000000-0000-0000-0000-000000000000}"/>
            </ac:spMkLst>
          </pc:spChg>
          <pc:grpChg chg="mod">
            <ac:chgData name="Job Coenen" userId="39d21178-e980-40d1-ac56-45bbb0bcf1af" providerId="ADAL" clId="{89A9AB13-0CF1-47A8-98D6-BE479E2D2610}" dt="2023-08-31T08:37:33.757" v="0"/>
            <ac:grpSpMkLst>
              <pc:docMk/>
              <pc:sldMasterMk cId="250088729" sldId="2147483691"/>
              <pc:sldLayoutMk cId="3475703741" sldId="2147483694"/>
              <ac:grpSpMk id="7" creationId="{00000000-0000-0000-0000-000000000000}"/>
            </ac:grpSpMkLst>
          </pc:grpChg>
        </pc:sldLayoutChg>
        <pc:sldLayoutChg chg="modSp">
          <pc:chgData name="Job Coenen" userId="39d21178-e980-40d1-ac56-45bbb0bcf1af" providerId="ADAL" clId="{89A9AB13-0CF1-47A8-98D6-BE479E2D2610}" dt="2023-08-31T08:37:33.757" v="0"/>
          <pc:sldLayoutMkLst>
            <pc:docMk/>
            <pc:sldMasterMk cId="250088729" sldId="2147483691"/>
            <pc:sldLayoutMk cId="2746689612" sldId="2147483695"/>
          </pc:sldLayoutMkLst>
          <pc:spChg chg="mod">
            <ac:chgData name="Job Coenen" userId="39d21178-e980-40d1-ac56-45bbb0bcf1af" providerId="ADAL" clId="{89A9AB13-0CF1-47A8-98D6-BE479E2D2610}" dt="2023-08-31T08:37:33.757" v="0"/>
            <ac:spMkLst>
              <pc:docMk/>
              <pc:sldMasterMk cId="250088729" sldId="2147483691"/>
              <pc:sldLayoutMk cId="2746689612" sldId="2147483695"/>
              <ac:spMk id="3" creationId="{00000000-0000-0000-0000-000000000000}"/>
            </ac:spMkLst>
          </pc:spChg>
          <pc:spChg chg="mod">
            <ac:chgData name="Job Coenen" userId="39d21178-e980-40d1-ac56-45bbb0bcf1af" providerId="ADAL" clId="{89A9AB13-0CF1-47A8-98D6-BE479E2D2610}" dt="2023-08-31T08:37:33.757" v="0"/>
            <ac:spMkLst>
              <pc:docMk/>
              <pc:sldMasterMk cId="250088729" sldId="2147483691"/>
              <pc:sldLayoutMk cId="2746689612" sldId="2147483695"/>
              <ac:spMk id="4" creationId="{00000000-0000-0000-0000-000000000000}"/>
            </ac:spMkLst>
          </pc:spChg>
        </pc:sldLayoutChg>
        <pc:sldLayoutChg chg="modSp">
          <pc:chgData name="Job Coenen" userId="39d21178-e980-40d1-ac56-45bbb0bcf1af" providerId="ADAL" clId="{89A9AB13-0CF1-47A8-98D6-BE479E2D2610}" dt="2023-08-31T08:37:33.757" v="0"/>
          <pc:sldLayoutMkLst>
            <pc:docMk/>
            <pc:sldMasterMk cId="250088729" sldId="2147483691"/>
            <pc:sldLayoutMk cId="855280431" sldId="2147483696"/>
          </pc:sldLayoutMkLst>
          <pc:spChg chg="mod">
            <ac:chgData name="Job Coenen" userId="39d21178-e980-40d1-ac56-45bbb0bcf1af" providerId="ADAL" clId="{89A9AB13-0CF1-47A8-98D6-BE479E2D2610}" dt="2023-08-31T08:37:33.757" v="0"/>
            <ac:spMkLst>
              <pc:docMk/>
              <pc:sldMasterMk cId="250088729" sldId="2147483691"/>
              <pc:sldLayoutMk cId="855280431" sldId="2147483696"/>
              <ac:spMk id="2" creationId="{00000000-0000-0000-0000-000000000000}"/>
            </ac:spMkLst>
          </pc:spChg>
          <pc:spChg chg="mod">
            <ac:chgData name="Job Coenen" userId="39d21178-e980-40d1-ac56-45bbb0bcf1af" providerId="ADAL" clId="{89A9AB13-0CF1-47A8-98D6-BE479E2D2610}" dt="2023-08-31T08:37:33.757" v="0"/>
            <ac:spMkLst>
              <pc:docMk/>
              <pc:sldMasterMk cId="250088729" sldId="2147483691"/>
              <pc:sldLayoutMk cId="855280431" sldId="2147483696"/>
              <ac:spMk id="3" creationId="{00000000-0000-0000-0000-000000000000}"/>
            </ac:spMkLst>
          </pc:spChg>
          <pc:spChg chg="mod">
            <ac:chgData name="Job Coenen" userId="39d21178-e980-40d1-ac56-45bbb0bcf1af" providerId="ADAL" clId="{89A9AB13-0CF1-47A8-98D6-BE479E2D2610}" dt="2023-08-31T08:37:33.757" v="0"/>
            <ac:spMkLst>
              <pc:docMk/>
              <pc:sldMasterMk cId="250088729" sldId="2147483691"/>
              <pc:sldLayoutMk cId="855280431" sldId="2147483696"/>
              <ac:spMk id="4" creationId="{00000000-0000-0000-0000-000000000000}"/>
            </ac:spMkLst>
          </pc:spChg>
          <pc:spChg chg="mod">
            <ac:chgData name="Job Coenen" userId="39d21178-e980-40d1-ac56-45bbb0bcf1af" providerId="ADAL" clId="{89A9AB13-0CF1-47A8-98D6-BE479E2D2610}" dt="2023-08-31T08:37:33.757" v="0"/>
            <ac:spMkLst>
              <pc:docMk/>
              <pc:sldMasterMk cId="250088729" sldId="2147483691"/>
              <pc:sldLayoutMk cId="855280431" sldId="2147483696"/>
              <ac:spMk id="5" creationId="{00000000-0000-0000-0000-000000000000}"/>
            </ac:spMkLst>
          </pc:spChg>
          <pc:spChg chg="mod">
            <ac:chgData name="Job Coenen" userId="39d21178-e980-40d1-ac56-45bbb0bcf1af" providerId="ADAL" clId="{89A9AB13-0CF1-47A8-98D6-BE479E2D2610}" dt="2023-08-31T08:37:33.757" v="0"/>
            <ac:spMkLst>
              <pc:docMk/>
              <pc:sldMasterMk cId="250088729" sldId="2147483691"/>
              <pc:sldLayoutMk cId="855280431" sldId="2147483696"/>
              <ac:spMk id="6" creationId="{00000000-0000-0000-0000-000000000000}"/>
            </ac:spMkLst>
          </pc:spChg>
        </pc:sldLayoutChg>
        <pc:sldLayoutChg chg="modSp">
          <pc:chgData name="Job Coenen" userId="39d21178-e980-40d1-ac56-45bbb0bcf1af" providerId="ADAL" clId="{89A9AB13-0CF1-47A8-98D6-BE479E2D2610}" dt="2023-08-31T08:37:33.757" v="0"/>
          <pc:sldLayoutMkLst>
            <pc:docMk/>
            <pc:sldMasterMk cId="250088729" sldId="2147483691"/>
            <pc:sldLayoutMk cId="865571847" sldId="2147483699"/>
          </pc:sldLayoutMkLst>
          <pc:spChg chg="mod">
            <ac:chgData name="Job Coenen" userId="39d21178-e980-40d1-ac56-45bbb0bcf1af" providerId="ADAL" clId="{89A9AB13-0CF1-47A8-98D6-BE479E2D2610}" dt="2023-08-31T08:37:33.757" v="0"/>
            <ac:spMkLst>
              <pc:docMk/>
              <pc:sldMasterMk cId="250088729" sldId="2147483691"/>
              <pc:sldLayoutMk cId="865571847" sldId="2147483699"/>
              <ac:spMk id="2" creationId="{00000000-0000-0000-0000-000000000000}"/>
            </ac:spMkLst>
          </pc:spChg>
          <pc:spChg chg="mod">
            <ac:chgData name="Job Coenen" userId="39d21178-e980-40d1-ac56-45bbb0bcf1af" providerId="ADAL" clId="{89A9AB13-0CF1-47A8-98D6-BE479E2D2610}" dt="2023-08-31T08:37:33.757" v="0"/>
            <ac:spMkLst>
              <pc:docMk/>
              <pc:sldMasterMk cId="250088729" sldId="2147483691"/>
              <pc:sldLayoutMk cId="865571847" sldId="2147483699"/>
              <ac:spMk id="3" creationId="{00000000-0000-0000-0000-000000000000}"/>
            </ac:spMkLst>
          </pc:spChg>
          <pc:spChg chg="mod">
            <ac:chgData name="Job Coenen" userId="39d21178-e980-40d1-ac56-45bbb0bcf1af" providerId="ADAL" clId="{89A9AB13-0CF1-47A8-98D6-BE479E2D2610}" dt="2023-08-31T08:37:33.757" v="0"/>
            <ac:spMkLst>
              <pc:docMk/>
              <pc:sldMasterMk cId="250088729" sldId="2147483691"/>
              <pc:sldLayoutMk cId="865571847" sldId="2147483699"/>
              <ac:spMk id="4" creationId="{00000000-0000-0000-0000-000000000000}"/>
            </ac:spMkLst>
          </pc:spChg>
          <pc:spChg chg="mod">
            <ac:chgData name="Job Coenen" userId="39d21178-e980-40d1-ac56-45bbb0bcf1af" providerId="ADAL" clId="{89A9AB13-0CF1-47A8-98D6-BE479E2D2610}" dt="2023-08-31T08:37:33.757" v="0"/>
            <ac:spMkLst>
              <pc:docMk/>
              <pc:sldMasterMk cId="250088729" sldId="2147483691"/>
              <pc:sldLayoutMk cId="865571847" sldId="2147483699"/>
              <ac:spMk id="5" creationId="{00000000-0000-0000-0000-000000000000}"/>
            </ac:spMkLst>
          </pc:spChg>
          <pc:spChg chg="mod">
            <ac:chgData name="Job Coenen" userId="39d21178-e980-40d1-ac56-45bbb0bcf1af" providerId="ADAL" clId="{89A9AB13-0CF1-47A8-98D6-BE479E2D2610}" dt="2023-08-31T08:37:33.757" v="0"/>
            <ac:spMkLst>
              <pc:docMk/>
              <pc:sldMasterMk cId="250088729" sldId="2147483691"/>
              <pc:sldLayoutMk cId="865571847" sldId="2147483699"/>
              <ac:spMk id="6" creationId="{00000000-0000-0000-0000-000000000000}"/>
            </ac:spMkLst>
          </pc:spChg>
          <pc:spChg chg="mod">
            <ac:chgData name="Job Coenen" userId="39d21178-e980-40d1-ac56-45bbb0bcf1af" providerId="ADAL" clId="{89A9AB13-0CF1-47A8-98D6-BE479E2D2610}" dt="2023-08-31T08:37:33.757" v="0"/>
            <ac:spMkLst>
              <pc:docMk/>
              <pc:sldMasterMk cId="250088729" sldId="2147483691"/>
              <pc:sldLayoutMk cId="865571847" sldId="2147483699"/>
              <ac:spMk id="7" creationId="{00000000-0000-0000-0000-000000000000}"/>
            </ac:spMkLst>
          </pc:spChg>
          <pc:spChg chg="mod">
            <ac:chgData name="Job Coenen" userId="39d21178-e980-40d1-ac56-45bbb0bcf1af" providerId="ADAL" clId="{89A9AB13-0CF1-47A8-98D6-BE479E2D2610}" dt="2023-08-31T08:37:33.757" v="0"/>
            <ac:spMkLst>
              <pc:docMk/>
              <pc:sldMasterMk cId="250088729" sldId="2147483691"/>
              <pc:sldLayoutMk cId="865571847" sldId="2147483699"/>
              <ac:spMk id="8" creationId="{00000000-0000-0000-0000-000000000000}"/>
            </ac:spMkLst>
          </pc:spChg>
          <pc:spChg chg="mod">
            <ac:chgData name="Job Coenen" userId="39d21178-e980-40d1-ac56-45bbb0bcf1af" providerId="ADAL" clId="{89A9AB13-0CF1-47A8-98D6-BE479E2D2610}" dt="2023-08-31T08:37:33.757" v="0"/>
            <ac:spMkLst>
              <pc:docMk/>
              <pc:sldMasterMk cId="250088729" sldId="2147483691"/>
              <pc:sldLayoutMk cId="865571847" sldId="2147483699"/>
              <ac:spMk id="17" creationId="{00000000-0000-0000-0000-000000000000}"/>
            </ac:spMkLst>
          </pc:spChg>
        </pc:sldLayoutChg>
        <pc:sldLayoutChg chg="modSp">
          <pc:chgData name="Job Coenen" userId="39d21178-e980-40d1-ac56-45bbb0bcf1af" providerId="ADAL" clId="{89A9AB13-0CF1-47A8-98D6-BE479E2D2610}" dt="2023-08-31T08:37:33.757" v="0"/>
          <pc:sldLayoutMkLst>
            <pc:docMk/>
            <pc:sldMasterMk cId="250088729" sldId="2147483691"/>
            <pc:sldLayoutMk cId="2430607425" sldId="2147483700"/>
          </pc:sldLayoutMkLst>
          <pc:spChg chg="mod">
            <ac:chgData name="Job Coenen" userId="39d21178-e980-40d1-ac56-45bbb0bcf1af" providerId="ADAL" clId="{89A9AB13-0CF1-47A8-98D6-BE479E2D2610}" dt="2023-08-31T08:37:33.757" v="0"/>
            <ac:spMkLst>
              <pc:docMk/>
              <pc:sldMasterMk cId="250088729" sldId="2147483691"/>
              <pc:sldLayoutMk cId="2430607425" sldId="2147483700"/>
              <ac:spMk id="2" creationId="{00000000-0000-0000-0000-000000000000}"/>
            </ac:spMkLst>
          </pc:spChg>
          <pc:spChg chg="mod">
            <ac:chgData name="Job Coenen" userId="39d21178-e980-40d1-ac56-45bbb0bcf1af" providerId="ADAL" clId="{89A9AB13-0CF1-47A8-98D6-BE479E2D2610}" dt="2023-08-31T08:37:33.757" v="0"/>
            <ac:spMkLst>
              <pc:docMk/>
              <pc:sldMasterMk cId="250088729" sldId="2147483691"/>
              <pc:sldLayoutMk cId="2430607425" sldId="2147483700"/>
              <ac:spMk id="3" creationId="{00000000-0000-0000-0000-000000000000}"/>
            </ac:spMkLst>
          </pc:spChg>
          <pc:spChg chg="mod">
            <ac:chgData name="Job Coenen" userId="39d21178-e980-40d1-ac56-45bbb0bcf1af" providerId="ADAL" clId="{89A9AB13-0CF1-47A8-98D6-BE479E2D2610}" dt="2023-08-31T08:37:33.757" v="0"/>
            <ac:spMkLst>
              <pc:docMk/>
              <pc:sldMasterMk cId="250088729" sldId="2147483691"/>
              <pc:sldLayoutMk cId="2430607425" sldId="2147483700"/>
              <ac:spMk id="4" creationId="{00000000-0000-0000-0000-000000000000}"/>
            </ac:spMkLst>
          </pc:spChg>
          <pc:spChg chg="mod">
            <ac:chgData name="Job Coenen" userId="39d21178-e980-40d1-ac56-45bbb0bcf1af" providerId="ADAL" clId="{89A9AB13-0CF1-47A8-98D6-BE479E2D2610}" dt="2023-08-31T08:37:33.757" v="0"/>
            <ac:spMkLst>
              <pc:docMk/>
              <pc:sldMasterMk cId="250088729" sldId="2147483691"/>
              <pc:sldLayoutMk cId="2430607425" sldId="2147483700"/>
              <ac:spMk id="5" creationId="{00000000-0000-0000-0000-000000000000}"/>
            </ac:spMkLst>
          </pc:spChg>
          <pc:spChg chg="mod">
            <ac:chgData name="Job Coenen" userId="39d21178-e980-40d1-ac56-45bbb0bcf1af" providerId="ADAL" clId="{89A9AB13-0CF1-47A8-98D6-BE479E2D2610}" dt="2023-08-31T08:37:33.757" v="0"/>
            <ac:spMkLst>
              <pc:docMk/>
              <pc:sldMasterMk cId="250088729" sldId="2147483691"/>
              <pc:sldLayoutMk cId="2430607425" sldId="2147483700"/>
              <ac:spMk id="6" creationId="{00000000-0000-0000-0000-000000000000}"/>
            </ac:spMkLst>
          </pc:spChg>
          <pc:spChg chg="mod">
            <ac:chgData name="Job Coenen" userId="39d21178-e980-40d1-ac56-45bbb0bcf1af" providerId="ADAL" clId="{89A9AB13-0CF1-47A8-98D6-BE479E2D2610}" dt="2023-08-31T08:37:33.757" v="0"/>
            <ac:spMkLst>
              <pc:docMk/>
              <pc:sldMasterMk cId="250088729" sldId="2147483691"/>
              <pc:sldLayoutMk cId="2430607425" sldId="2147483700"/>
              <ac:spMk id="7" creationId="{00000000-0000-0000-0000-000000000000}"/>
            </ac:spMkLst>
          </pc:spChg>
          <pc:spChg chg="mod">
            <ac:chgData name="Job Coenen" userId="39d21178-e980-40d1-ac56-45bbb0bcf1af" providerId="ADAL" clId="{89A9AB13-0CF1-47A8-98D6-BE479E2D2610}" dt="2023-08-31T08:37:33.757" v="0"/>
            <ac:spMkLst>
              <pc:docMk/>
              <pc:sldMasterMk cId="250088729" sldId="2147483691"/>
              <pc:sldLayoutMk cId="2430607425" sldId="2147483700"/>
              <ac:spMk id="11" creationId="{00000000-0000-0000-0000-000000000000}"/>
            </ac:spMkLst>
          </pc:spChg>
          <pc:spChg chg="mod">
            <ac:chgData name="Job Coenen" userId="39d21178-e980-40d1-ac56-45bbb0bcf1af" providerId="ADAL" clId="{89A9AB13-0CF1-47A8-98D6-BE479E2D2610}" dt="2023-08-31T08:37:33.757" v="0"/>
            <ac:spMkLst>
              <pc:docMk/>
              <pc:sldMasterMk cId="250088729" sldId="2147483691"/>
              <pc:sldLayoutMk cId="2430607425" sldId="2147483700"/>
              <ac:spMk id="12" creationId="{00000000-0000-0000-0000-000000000000}"/>
            </ac:spMkLst>
          </pc:spChg>
        </pc:sldLayoutChg>
        <pc:sldLayoutChg chg="addSp delSp modSp del mod">
          <pc:chgData name="Job Coenen" userId="39d21178-e980-40d1-ac56-45bbb0bcf1af" providerId="ADAL" clId="{89A9AB13-0CF1-47A8-98D6-BE479E2D2610}" dt="2023-08-31T14:38:27.236" v="86" actId="47"/>
          <pc:sldLayoutMkLst>
            <pc:docMk/>
            <pc:sldMasterMk cId="250088729" sldId="2147483691"/>
            <pc:sldLayoutMk cId="1996923716" sldId="2147483715"/>
          </pc:sldLayoutMkLst>
          <pc:spChg chg="del">
            <ac:chgData name="Job Coenen" userId="39d21178-e980-40d1-ac56-45bbb0bcf1af" providerId="ADAL" clId="{89A9AB13-0CF1-47A8-98D6-BE479E2D2610}" dt="2023-08-31T08:38:39.589" v="37" actId="478"/>
            <ac:spMkLst>
              <pc:docMk/>
              <pc:sldMasterMk cId="250088729" sldId="2147483691"/>
              <pc:sldLayoutMk cId="1996923716" sldId="2147483715"/>
              <ac:spMk id="3" creationId="{D3983EC9-36B1-B744-A87D-1AA0BEB38BFB}"/>
            </ac:spMkLst>
          </pc:spChg>
          <pc:spChg chg="del">
            <ac:chgData name="Job Coenen" userId="39d21178-e980-40d1-ac56-45bbb0bcf1af" providerId="ADAL" clId="{89A9AB13-0CF1-47A8-98D6-BE479E2D2610}" dt="2023-08-31T08:38:42.408" v="40" actId="478"/>
            <ac:spMkLst>
              <pc:docMk/>
              <pc:sldMasterMk cId="250088729" sldId="2147483691"/>
              <pc:sldLayoutMk cId="1996923716" sldId="2147483715"/>
              <ac:spMk id="29" creationId="{FDED8E11-341A-45D2-85B1-F7C4DB53232E}"/>
            </ac:spMkLst>
          </pc:spChg>
          <pc:spChg chg="del mod">
            <ac:chgData name="Job Coenen" userId="39d21178-e980-40d1-ac56-45bbb0bcf1af" providerId="ADAL" clId="{89A9AB13-0CF1-47A8-98D6-BE479E2D2610}" dt="2023-08-31T08:38:41.073" v="39" actId="478"/>
            <ac:spMkLst>
              <pc:docMk/>
              <pc:sldMasterMk cId="250088729" sldId="2147483691"/>
              <pc:sldLayoutMk cId="1996923716" sldId="2147483715"/>
              <ac:spMk id="34" creationId="{D9C3A310-643B-4139-9F62-77D06674713C}"/>
            </ac:spMkLst>
          </pc:spChg>
          <pc:picChg chg="add del">
            <ac:chgData name="Job Coenen" userId="39d21178-e980-40d1-ac56-45bbb0bcf1af" providerId="ADAL" clId="{89A9AB13-0CF1-47A8-98D6-BE479E2D2610}" dt="2023-08-31T08:38:13.919" v="19"/>
            <ac:picMkLst>
              <pc:docMk/>
              <pc:sldMasterMk cId="250088729" sldId="2147483691"/>
              <pc:sldLayoutMk cId="1996923716" sldId="2147483715"/>
              <ac:picMk id="21" creationId="{3E43DDCB-339E-4C3A-9E9E-C22943510D3B}"/>
            </ac:picMkLst>
          </pc:picChg>
        </pc:sldLayoutChg>
        <pc:sldLayoutChg chg="delSp mod">
          <pc:chgData name="Job Coenen" userId="39d21178-e980-40d1-ac56-45bbb0bcf1af" providerId="ADAL" clId="{89A9AB13-0CF1-47A8-98D6-BE479E2D2610}" dt="2023-08-31T08:38:48.469" v="42" actId="478"/>
          <pc:sldLayoutMkLst>
            <pc:docMk/>
            <pc:sldMasterMk cId="250088729" sldId="2147483691"/>
            <pc:sldLayoutMk cId="1426015027" sldId="2147483716"/>
          </pc:sldLayoutMkLst>
          <pc:spChg chg="del">
            <ac:chgData name="Job Coenen" userId="39d21178-e980-40d1-ac56-45bbb0bcf1af" providerId="ADAL" clId="{89A9AB13-0CF1-47A8-98D6-BE479E2D2610}" dt="2023-08-31T08:38:47.010" v="41" actId="478"/>
            <ac:spMkLst>
              <pc:docMk/>
              <pc:sldMasterMk cId="250088729" sldId="2147483691"/>
              <pc:sldLayoutMk cId="1426015027" sldId="2147483716"/>
              <ac:spMk id="5" creationId="{CA991A77-E592-4927-BAD8-5D3406246AEB}"/>
            </ac:spMkLst>
          </pc:spChg>
          <pc:spChg chg="del">
            <ac:chgData name="Job Coenen" userId="39d21178-e980-40d1-ac56-45bbb0bcf1af" providerId="ADAL" clId="{89A9AB13-0CF1-47A8-98D6-BE479E2D2610}" dt="2023-08-31T08:38:48.469" v="42" actId="478"/>
            <ac:spMkLst>
              <pc:docMk/>
              <pc:sldMasterMk cId="250088729" sldId="2147483691"/>
              <pc:sldLayoutMk cId="1426015027" sldId="2147483716"/>
              <ac:spMk id="7" creationId="{D13B7015-BB4D-A84E-84E4-520C33B85DF3}"/>
            </ac:spMkLst>
          </pc:spChg>
        </pc:sldLayoutChg>
        <pc:sldLayoutChg chg="del">
          <pc:chgData name="Job Coenen" userId="39d21178-e980-40d1-ac56-45bbb0bcf1af" providerId="ADAL" clId="{89A9AB13-0CF1-47A8-98D6-BE479E2D2610}" dt="2023-08-31T14:44:50.540" v="404" actId="47"/>
          <pc:sldLayoutMkLst>
            <pc:docMk/>
            <pc:sldMasterMk cId="250088729" sldId="2147483691"/>
            <pc:sldLayoutMk cId="4199555706" sldId="2147483717"/>
          </pc:sldLayoutMkLst>
        </pc:sldLayoutChg>
        <pc:sldLayoutChg chg="del">
          <pc:chgData name="Job Coenen" userId="39d21178-e980-40d1-ac56-45bbb0bcf1af" providerId="ADAL" clId="{89A9AB13-0CF1-47A8-98D6-BE479E2D2610}" dt="2023-08-31T14:50:39.346" v="775" actId="47"/>
          <pc:sldLayoutMkLst>
            <pc:docMk/>
            <pc:sldMasterMk cId="250088729" sldId="2147483691"/>
            <pc:sldLayoutMk cId="217143970" sldId="2147483721"/>
          </pc:sldLayoutMkLst>
        </pc:sldLayoutChg>
        <pc:sldLayoutChg chg="del">
          <pc:chgData name="Job Coenen" userId="39d21178-e980-40d1-ac56-45bbb0bcf1af" providerId="ADAL" clId="{89A9AB13-0CF1-47A8-98D6-BE479E2D2610}" dt="2023-08-31T15:03:22.139" v="1014" actId="47"/>
          <pc:sldLayoutMkLst>
            <pc:docMk/>
            <pc:sldMasterMk cId="250088729" sldId="2147483691"/>
            <pc:sldLayoutMk cId="520493668" sldId="2147483727"/>
          </pc:sldLayoutMkLst>
        </pc:sldLayoutChg>
        <pc:sldLayoutChg chg="del">
          <pc:chgData name="Job Coenen" userId="39d21178-e980-40d1-ac56-45bbb0bcf1af" providerId="ADAL" clId="{89A9AB13-0CF1-47A8-98D6-BE479E2D2610}" dt="2023-08-31T15:19:14.644" v="2085" actId="47"/>
          <pc:sldLayoutMkLst>
            <pc:docMk/>
            <pc:sldMasterMk cId="250088729" sldId="2147483691"/>
            <pc:sldLayoutMk cId="334819094" sldId="2147483731"/>
          </pc:sldLayoutMkLst>
        </pc:sldLayoutChg>
        <pc:sldLayoutChg chg="del">
          <pc:chgData name="Job Coenen" userId="39d21178-e980-40d1-ac56-45bbb0bcf1af" providerId="ADAL" clId="{89A9AB13-0CF1-47A8-98D6-BE479E2D2610}" dt="2023-08-31T15:25:53.491" v="2441" actId="47"/>
          <pc:sldLayoutMkLst>
            <pc:docMk/>
            <pc:sldMasterMk cId="250088729" sldId="2147483691"/>
            <pc:sldLayoutMk cId="2770707863" sldId="2147483735"/>
          </pc:sldLayoutMkLst>
        </pc:sldLayoutChg>
        <pc:sldLayoutChg chg="del">
          <pc:chgData name="Job Coenen" userId="39d21178-e980-40d1-ac56-45bbb0bcf1af" providerId="ADAL" clId="{89A9AB13-0CF1-47A8-98D6-BE479E2D2610}" dt="2023-09-12T12:50:28.824" v="2705" actId="47"/>
          <pc:sldLayoutMkLst>
            <pc:docMk/>
            <pc:sldMasterMk cId="250088729" sldId="2147483691"/>
            <pc:sldLayoutMk cId="742791992" sldId="2147483739"/>
          </pc:sldLayoutMkLst>
        </pc:sldLayoutChg>
        <pc:sldLayoutChg chg="del">
          <pc:chgData name="Job Coenen" userId="39d21178-e980-40d1-ac56-45bbb0bcf1af" providerId="ADAL" clId="{89A9AB13-0CF1-47A8-98D6-BE479E2D2610}" dt="2023-09-12T12:42:00.271" v="2512" actId="47"/>
          <pc:sldLayoutMkLst>
            <pc:docMk/>
            <pc:sldMasterMk cId="250088729" sldId="2147483691"/>
            <pc:sldLayoutMk cId="3278073372" sldId="2147483740"/>
          </pc:sldLayoutMkLst>
        </pc:sldLayoutChg>
        <pc:sldLayoutChg chg="del">
          <pc:chgData name="Job Coenen" userId="39d21178-e980-40d1-ac56-45bbb0bcf1af" providerId="ADAL" clId="{89A9AB13-0CF1-47A8-98D6-BE479E2D2610}" dt="2023-09-12T12:50:35.555" v="2706" actId="47"/>
          <pc:sldLayoutMkLst>
            <pc:docMk/>
            <pc:sldMasterMk cId="250088729" sldId="2147483691"/>
            <pc:sldLayoutMk cId="1809161895" sldId="2147483741"/>
          </pc:sldLayoutMkLst>
        </pc:sldLayoutChg>
        <pc:sldLayoutChg chg="del">
          <pc:chgData name="Job Coenen" userId="39d21178-e980-40d1-ac56-45bbb0bcf1af" providerId="ADAL" clId="{89A9AB13-0CF1-47A8-98D6-BE479E2D2610}" dt="2023-09-12T12:50:47.556" v="2707" actId="47"/>
          <pc:sldLayoutMkLst>
            <pc:docMk/>
            <pc:sldMasterMk cId="250088729" sldId="2147483691"/>
            <pc:sldLayoutMk cId="1010072479" sldId="2147483742"/>
          </pc:sldLayoutMkLst>
        </pc:sldLayoutChg>
        <pc:sldLayoutChg chg="del">
          <pc:chgData name="Job Coenen" userId="39d21178-e980-40d1-ac56-45bbb0bcf1af" providerId="ADAL" clId="{89A9AB13-0CF1-47A8-98D6-BE479E2D2610}" dt="2023-09-12T12:42:17.342" v="2513" actId="47"/>
          <pc:sldLayoutMkLst>
            <pc:docMk/>
            <pc:sldMasterMk cId="250088729" sldId="2147483691"/>
            <pc:sldLayoutMk cId="2296264391" sldId="2147483743"/>
          </pc:sldLayoutMkLst>
        </pc:sldLayoutChg>
        <pc:sldLayoutChg chg="del">
          <pc:chgData name="Job Coenen" userId="39d21178-e980-40d1-ac56-45bbb0bcf1af" providerId="ADAL" clId="{89A9AB13-0CF1-47A8-98D6-BE479E2D2610}" dt="2023-09-12T12:42:19.752" v="2514" actId="47"/>
          <pc:sldLayoutMkLst>
            <pc:docMk/>
            <pc:sldMasterMk cId="250088729" sldId="2147483691"/>
            <pc:sldLayoutMk cId="4146458739" sldId="2147483744"/>
          </pc:sldLayoutMkLst>
        </pc:sldLayoutChg>
        <pc:sldLayoutChg chg="del">
          <pc:chgData name="Job Coenen" userId="39d21178-e980-40d1-ac56-45bbb0bcf1af" providerId="ADAL" clId="{89A9AB13-0CF1-47A8-98D6-BE479E2D2610}" dt="2023-09-12T12:42:22.108" v="2515" actId="47"/>
          <pc:sldLayoutMkLst>
            <pc:docMk/>
            <pc:sldMasterMk cId="250088729" sldId="2147483691"/>
            <pc:sldLayoutMk cId="571305196" sldId="2147483745"/>
          </pc:sldLayoutMkLst>
        </pc:sldLayoutChg>
        <pc:sldLayoutChg chg="del">
          <pc:chgData name="Job Coenen" userId="39d21178-e980-40d1-ac56-45bbb0bcf1af" providerId="ADAL" clId="{89A9AB13-0CF1-47A8-98D6-BE479E2D2610}" dt="2023-09-12T12:53:08.019" v="2712" actId="47"/>
          <pc:sldLayoutMkLst>
            <pc:docMk/>
            <pc:sldMasterMk cId="250088729" sldId="2147483691"/>
            <pc:sldLayoutMk cId="4186124304" sldId="2147483746"/>
          </pc:sldLayoutMkLst>
        </pc:sldLayoutChg>
        <pc:sldLayoutChg chg="del">
          <pc:chgData name="Job Coenen" userId="39d21178-e980-40d1-ac56-45bbb0bcf1af" providerId="ADAL" clId="{89A9AB13-0CF1-47A8-98D6-BE479E2D2610}" dt="2023-09-12T12:54:24.783" v="2727" actId="47"/>
          <pc:sldLayoutMkLst>
            <pc:docMk/>
            <pc:sldMasterMk cId="250088729" sldId="2147483691"/>
            <pc:sldLayoutMk cId="29940608" sldId="2147483747"/>
          </pc:sldLayoutMkLst>
        </pc:sldLayoutChg>
        <pc:sldLayoutChg chg="del">
          <pc:chgData name="Job Coenen" userId="39d21178-e980-40d1-ac56-45bbb0bcf1af" providerId="ADAL" clId="{89A9AB13-0CF1-47A8-98D6-BE479E2D2610}" dt="2023-09-12T12:55:46.729" v="2747" actId="47"/>
          <pc:sldLayoutMkLst>
            <pc:docMk/>
            <pc:sldMasterMk cId="250088729" sldId="2147483691"/>
            <pc:sldLayoutMk cId="3694473489" sldId="2147483748"/>
          </pc:sldLayoutMkLst>
        </pc:sldLayoutChg>
        <pc:sldLayoutChg chg="del">
          <pc:chgData name="Job Coenen" userId="39d21178-e980-40d1-ac56-45bbb0bcf1af" providerId="ADAL" clId="{89A9AB13-0CF1-47A8-98D6-BE479E2D2610}" dt="2023-09-12T12:52:28.855" v="2710" actId="47"/>
          <pc:sldLayoutMkLst>
            <pc:docMk/>
            <pc:sldMasterMk cId="250088729" sldId="2147483691"/>
            <pc:sldLayoutMk cId="883698962" sldId="2147483752"/>
          </pc:sldLayoutMkLst>
        </pc:sldLayoutChg>
        <pc:sldLayoutChg chg="del">
          <pc:chgData name="Job Coenen" userId="39d21178-e980-40d1-ac56-45bbb0bcf1af" providerId="ADAL" clId="{89A9AB13-0CF1-47A8-98D6-BE479E2D2610}" dt="2023-09-12T12:52:34.823" v="2711" actId="47"/>
          <pc:sldLayoutMkLst>
            <pc:docMk/>
            <pc:sldMasterMk cId="250088729" sldId="2147483691"/>
            <pc:sldLayoutMk cId="2551335628" sldId="2147483753"/>
          </pc:sldLayoutMkLst>
        </pc:sldLayoutChg>
        <pc:sldLayoutChg chg="del">
          <pc:chgData name="Job Coenen" userId="39d21178-e980-40d1-ac56-45bbb0bcf1af" providerId="ADAL" clId="{89A9AB13-0CF1-47A8-98D6-BE479E2D2610}" dt="2023-09-12T12:55:36.350" v="2746" actId="47"/>
          <pc:sldLayoutMkLst>
            <pc:docMk/>
            <pc:sldMasterMk cId="250088729" sldId="2147483691"/>
            <pc:sldLayoutMk cId="3463575160" sldId="2147483754"/>
          </pc:sldLayoutMkLst>
        </pc:sldLayoutChg>
        <pc:sldLayoutChg chg="add del">
          <pc:chgData name="Job Coenen" userId="39d21178-e980-40d1-ac56-45bbb0bcf1af" providerId="ADAL" clId="{89A9AB13-0CF1-47A8-98D6-BE479E2D2610}" dt="2023-09-12T13:00:00.902" v="2794" actId="47"/>
          <pc:sldLayoutMkLst>
            <pc:docMk/>
            <pc:sldMasterMk cId="250088729" sldId="2147483691"/>
            <pc:sldLayoutMk cId="1792320256" sldId="2147483755"/>
          </pc:sldLayoutMkLst>
        </pc:sldLayoutChg>
        <pc:sldLayoutChg chg="del">
          <pc:chgData name="Job Coenen" userId="39d21178-e980-40d1-ac56-45bbb0bcf1af" providerId="ADAL" clId="{89A9AB13-0CF1-47A8-98D6-BE479E2D2610}" dt="2023-09-12T12:44:11.785" v="2532" actId="47"/>
          <pc:sldLayoutMkLst>
            <pc:docMk/>
            <pc:sldMasterMk cId="250088729" sldId="2147483691"/>
            <pc:sldLayoutMk cId="3973800853" sldId="2147483757"/>
          </pc:sldLayoutMkLst>
        </pc:sldLayoutChg>
        <pc:sldLayoutChg chg="del">
          <pc:chgData name="Job Coenen" userId="39d21178-e980-40d1-ac56-45bbb0bcf1af" providerId="ADAL" clId="{89A9AB13-0CF1-47A8-98D6-BE479E2D2610}" dt="2023-09-12T12:59:20.788" v="2793" actId="47"/>
          <pc:sldLayoutMkLst>
            <pc:docMk/>
            <pc:sldMasterMk cId="250088729" sldId="2147483691"/>
            <pc:sldLayoutMk cId="1004155709" sldId="2147483758"/>
          </pc:sldLayoutMkLst>
        </pc:sldLayoutChg>
        <pc:sldLayoutChg chg="del">
          <pc:chgData name="Job Coenen" userId="39d21178-e980-40d1-ac56-45bbb0bcf1af" providerId="ADAL" clId="{89A9AB13-0CF1-47A8-98D6-BE479E2D2610}" dt="2023-09-12T12:59:18.973" v="2792" actId="47"/>
          <pc:sldLayoutMkLst>
            <pc:docMk/>
            <pc:sldMasterMk cId="250088729" sldId="2147483691"/>
            <pc:sldLayoutMk cId="679001681" sldId="2147483759"/>
          </pc:sldLayoutMkLst>
        </pc:sldLayoutChg>
        <pc:sldLayoutChg chg="del">
          <pc:chgData name="Job Coenen" userId="39d21178-e980-40d1-ac56-45bbb0bcf1af" providerId="ADAL" clId="{89A9AB13-0CF1-47A8-98D6-BE479E2D2610}" dt="2023-09-12T12:59:15.886" v="2791" actId="47"/>
          <pc:sldLayoutMkLst>
            <pc:docMk/>
            <pc:sldMasterMk cId="250088729" sldId="2147483691"/>
            <pc:sldLayoutMk cId="1457062668" sldId="2147483760"/>
          </pc:sldLayoutMkLst>
        </pc:sldLayoutChg>
        <pc:sldLayoutChg chg="del">
          <pc:chgData name="Job Coenen" userId="39d21178-e980-40d1-ac56-45bbb0bcf1af" providerId="ADAL" clId="{89A9AB13-0CF1-47A8-98D6-BE479E2D2610}" dt="2023-09-12T12:59:13.963" v="2790" actId="47"/>
          <pc:sldLayoutMkLst>
            <pc:docMk/>
            <pc:sldMasterMk cId="250088729" sldId="2147483691"/>
            <pc:sldLayoutMk cId="3503848223" sldId="2147483761"/>
          </pc:sldLayoutMkLst>
        </pc:sldLayoutChg>
        <pc:sldLayoutChg chg="del">
          <pc:chgData name="Job Coenen" userId="39d21178-e980-40d1-ac56-45bbb0bcf1af" providerId="ADAL" clId="{89A9AB13-0CF1-47A8-98D6-BE479E2D2610}" dt="2023-09-12T12:44:40.119" v="2535" actId="47"/>
          <pc:sldLayoutMkLst>
            <pc:docMk/>
            <pc:sldMasterMk cId="250088729" sldId="2147483691"/>
            <pc:sldLayoutMk cId="1001237478" sldId="2147483762"/>
          </pc:sldLayoutMkLst>
        </pc:sldLayoutChg>
        <pc:sldLayoutChg chg="del">
          <pc:chgData name="Job Coenen" userId="39d21178-e980-40d1-ac56-45bbb0bcf1af" providerId="ADAL" clId="{89A9AB13-0CF1-47A8-98D6-BE479E2D2610}" dt="2023-09-12T12:44:45.590" v="2537" actId="47"/>
          <pc:sldLayoutMkLst>
            <pc:docMk/>
            <pc:sldMasterMk cId="250088729" sldId="2147483691"/>
            <pc:sldLayoutMk cId="3567321988" sldId="2147483763"/>
          </pc:sldLayoutMkLst>
        </pc:sldLayoutChg>
        <pc:sldLayoutChg chg="del">
          <pc:chgData name="Job Coenen" userId="39d21178-e980-40d1-ac56-45bbb0bcf1af" providerId="ADAL" clId="{89A9AB13-0CF1-47A8-98D6-BE479E2D2610}" dt="2023-09-12T12:59:11.852" v="2788" actId="47"/>
          <pc:sldLayoutMkLst>
            <pc:docMk/>
            <pc:sldMasterMk cId="250088729" sldId="2147483691"/>
            <pc:sldLayoutMk cId="2043546108" sldId="2147483764"/>
          </pc:sldLayoutMkLst>
        </pc:sldLayoutChg>
        <pc:sldLayoutChg chg="del">
          <pc:chgData name="Job Coenen" userId="39d21178-e980-40d1-ac56-45bbb0bcf1af" providerId="ADAL" clId="{89A9AB13-0CF1-47A8-98D6-BE479E2D2610}" dt="2023-09-12T12:45:04.887" v="2541" actId="47"/>
          <pc:sldLayoutMkLst>
            <pc:docMk/>
            <pc:sldMasterMk cId="250088729" sldId="2147483691"/>
            <pc:sldLayoutMk cId="3379010795" sldId="2147483765"/>
          </pc:sldLayoutMkLst>
        </pc:sldLayoutChg>
        <pc:sldLayoutChg chg="del">
          <pc:chgData name="Job Coenen" userId="39d21178-e980-40d1-ac56-45bbb0bcf1af" providerId="ADAL" clId="{89A9AB13-0CF1-47A8-98D6-BE479E2D2610}" dt="2023-09-12T12:45:04.002" v="2540" actId="47"/>
          <pc:sldLayoutMkLst>
            <pc:docMk/>
            <pc:sldMasterMk cId="250088729" sldId="2147483691"/>
            <pc:sldLayoutMk cId="4077828305" sldId="2147483766"/>
          </pc:sldLayoutMkLst>
        </pc:sldLayoutChg>
        <pc:sldLayoutChg chg="del">
          <pc:chgData name="Job Coenen" userId="39d21178-e980-40d1-ac56-45bbb0bcf1af" providerId="ADAL" clId="{89A9AB13-0CF1-47A8-98D6-BE479E2D2610}" dt="2023-09-12T12:45:01.685" v="2539" actId="47"/>
          <pc:sldLayoutMkLst>
            <pc:docMk/>
            <pc:sldMasterMk cId="250088729" sldId="2147483691"/>
            <pc:sldLayoutMk cId="1272458133" sldId="2147483767"/>
          </pc:sldLayoutMkLst>
        </pc:sldLayoutChg>
        <pc:sldLayoutChg chg="del">
          <pc:chgData name="Job Coenen" userId="39d21178-e980-40d1-ac56-45bbb0bcf1af" providerId="ADAL" clId="{89A9AB13-0CF1-47A8-98D6-BE479E2D2610}" dt="2023-09-12T12:45:12.352" v="2543" actId="47"/>
          <pc:sldLayoutMkLst>
            <pc:docMk/>
            <pc:sldMasterMk cId="250088729" sldId="2147483691"/>
            <pc:sldLayoutMk cId="603327336" sldId="2147483768"/>
          </pc:sldLayoutMkLst>
        </pc:sldLayoutChg>
        <pc:sldLayoutChg chg="del">
          <pc:chgData name="Job Coenen" userId="39d21178-e980-40d1-ac56-45bbb0bcf1af" providerId="ADAL" clId="{89A9AB13-0CF1-47A8-98D6-BE479E2D2610}" dt="2023-09-12T12:59:10.135" v="2787" actId="47"/>
          <pc:sldLayoutMkLst>
            <pc:docMk/>
            <pc:sldMasterMk cId="250088729" sldId="2147483691"/>
            <pc:sldLayoutMk cId="2931442536" sldId="2147483769"/>
          </pc:sldLayoutMkLst>
        </pc:sldLayoutChg>
        <pc:sldLayoutChg chg="del">
          <pc:chgData name="Job Coenen" userId="39d21178-e980-40d1-ac56-45bbb0bcf1af" providerId="ADAL" clId="{89A9AB13-0CF1-47A8-98D6-BE479E2D2610}" dt="2023-09-12T12:47:04.213" v="2574" actId="47"/>
          <pc:sldLayoutMkLst>
            <pc:docMk/>
            <pc:sldMasterMk cId="250088729" sldId="2147483691"/>
            <pc:sldLayoutMk cId="1730272770" sldId="2147483773"/>
          </pc:sldLayoutMkLst>
        </pc:sldLayoutChg>
        <pc:sldLayoutChg chg="del">
          <pc:chgData name="Job Coenen" userId="39d21178-e980-40d1-ac56-45bbb0bcf1af" providerId="ADAL" clId="{89A9AB13-0CF1-47A8-98D6-BE479E2D2610}" dt="2023-09-12T12:47:19.468" v="2577" actId="47"/>
          <pc:sldLayoutMkLst>
            <pc:docMk/>
            <pc:sldMasterMk cId="250088729" sldId="2147483691"/>
            <pc:sldLayoutMk cId="3024157887" sldId="2147483775"/>
          </pc:sldLayoutMkLst>
        </pc:sldLayoutChg>
        <pc:sldLayoutChg chg="del">
          <pc:chgData name="Job Coenen" userId="39d21178-e980-40d1-ac56-45bbb0bcf1af" providerId="ADAL" clId="{89A9AB13-0CF1-47A8-98D6-BE479E2D2610}" dt="2023-09-12T12:47:29.019" v="2578" actId="47"/>
          <pc:sldLayoutMkLst>
            <pc:docMk/>
            <pc:sldMasterMk cId="250088729" sldId="2147483691"/>
            <pc:sldLayoutMk cId="940543182" sldId="2147483776"/>
          </pc:sldLayoutMkLst>
        </pc:sldLayoutChg>
        <pc:sldLayoutChg chg="del">
          <pc:chgData name="Job Coenen" userId="39d21178-e980-40d1-ac56-45bbb0bcf1af" providerId="ADAL" clId="{89A9AB13-0CF1-47A8-98D6-BE479E2D2610}" dt="2023-09-12T12:47:33.712" v="2579" actId="47"/>
          <pc:sldLayoutMkLst>
            <pc:docMk/>
            <pc:sldMasterMk cId="250088729" sldId="2147483691"/>
            <pc:sldLayoutMk cId="725909170" sldId="2147483777"/>
          </pc:sldLayoutMkLst>
        </pc:sldLayoutChg>
      </pc:sldMasterChg>
    </pc:docChg>
  </pc:docChgLst>
  <pc:docChgLst>
    <pc:chgData name="Job Coenen" userId="39d21178-e980-40d1-ac56-45bbb0bcf1af" providerId="ADAL" clId="{2C167A7A-7EA6-41E4-B2C1-D922770D4D8E}"/>
    <pc:docChg chg="undo custSel addSld delSld modSld sldOrd modMainMaster">
      <pc:chgData name="Job Coenen" userId="39d21178-e980-40d1-ac56-45bbb0bcf1af" providerId="ADAL" clId="{2C167A7A-7EA6-41E4-B2C1-D922770D4D8E}" dt="2023-03-15T09:54:08.693" v="1815" actId="20577"/>
      <pc:docMkLst>
        <pc:docMk/>
      </pc:docMkLst>
      <pc:sldChg chg="add del">
        <pc:chgData name="Job Coenen" userId="39d21178-e980-40d1-ac56-45bbb0bcf1af" providerId="ADAL" clId="{2C167A7A-7EA6-41E4-B2C1-D922770D4D8E}" dt="2023-03-09T09:06:23.790" v="526"/>
        <pc:sldMkLst>
          <pc:docMk/>
          <pc:sldMk cId="3049358443" sldId="345"/>
        </pc:sldMkLst>
      </pc:sldChg>
      <pc:sldChg chg="ord">
        <pc:chgData name="Job Coenen" userId="39d21178-e980-40d1-ac56-45bbb0bcf1af" providerId="ADAL" clId="{2C167A7A-7EA6-41E4-B2C1-D922770D4D8E}" dt="2023-03-14T12:09:30.081" v="1412"/>
        <pc:sldMkLst>
          <pc:docMk/>
          <pc:sldMk cId="2552670733" sldId="346"/>
        </pc:sldMkLst>
      </pc:sldChg>
      <pc:sldChg chg="addSp modSp mod ord">
        <pc:chgData name="Job Coenen" userId="39d21178-e980-40d1-ac56-45bbb0bcf1af" providerId="ADAL" clId="{2C167A7A-7EA6-41E4-B2C1-D922770D4D8E}" dt="2023-03-10T11:22:06.589" v="1081"/>
        <pc:sldMkLst>
          <pc:docMk/>
          <pc:sldMk cId="2066462224" sldId="369"/>
        </pc:sldMkLst>
        <pc:spChg chg="add">
          <ac:chgData name="Job Coenen" userId="39d21178-e980-40d1-ac56-45bbb0bcf1af" providerId="ADAL" clId="{2C167A7A-7EA6-41E4-B2C1-D922770D4D8E}" dt="2023-03-09T09:08:11.747" v="527"/>
          <ac:spMkLst>
            <pc:docMk/>
            <pc:sldMk cId="2066462224" sldId="369"/>
            <ac:spMk id="3" creationId="{640E1C61-064A-3F4E-A9D2-9A79D6AC5D87}"/>
          </ac:spMkLst>
        </pc:spChg>
        <pc:spChg chg="mod">
          <ac:chgData name="Job Coenen" userId="39d21178-e980-40d1-ac56-45bbb0bcf1af" providerId="ADAL" clId="{2C167A7A-7EA6-41E4-B2C1-D922770D4D8E}" dt="2023-03-09T09:03:34.863" v="525" actId="1076"/>
          <ac:spMkLst>
            <pc:docMk/>
            <pc:sldMk cId="2066462224" sldId="369"/>
            <ac:spMk id="5" creationId="{FC1BC865-FAC5-A1B6-4FB5-2F20212F39CC}"/>
          </ac:spMkLst>
        </pc:spChg>
      </pc:sldChg>
      <pc:sldChg chg="ord">
        <pc:chgData name="Job Coenen" userId="39d21178-e980-40d1-ac56-45bbb0bcf1af" providerId="ADAL" clId="{2C167A7A-7EA6-41E4-B2C1-D922770D4D8E}" dt="2023-03-09T09:11:18.427" v="572"/>
        <pc:sldMkLst>
          <pc:docMk/>
          <pc:sldMk cId="1482998068" sldId="373"/>
        </pc:sldMkLst>
      </pc:sldChg>
      <pc:sldChg chg="modSp mod">
        <pc:chgData name="Job Coenen" userId="39d21178-e980-40d1-ac56-45bbb0bcf1af" providerId="ADAL" clId="{2C167A7A-7EA6-41E4-B2C1-D922770D4D8E}" dt="2023-03-07T12:48:54.489" v="1" actId="1076"/>
        <pc:sldMkLst>
          <pc:docMk/>
          <pc:sldMk cId="2801771059" sldId="376"/>
        </pc:sldMkLst>
        <pc:spChg chg="mod">
          <ac:chgData name="Job Coenen" userId="39d21178-e980-40d1-ac56-45bbb0bcf1af" providerId="ADAL" clId="{2C167A7A-7EA6-41E4-B2C1-D922770D4D8E}" dt="2023-03-07T12:48:54.489" v="1" actId="1076"/>
          <ac:spMkLst>
            <pc:docMk/>
            <pc:sldMk cId="2801771059" sldId="376"/>
            <ac:spMk id="13314" creationId="{00000000-0000-0000-0000-000000000000}"/>
          </ac:spMkLst>
        </pc:spChg>
        <pc:grpChg chg="mod">
          <ac:chgData name="Job Coenen" userId="39d21178-e980-40d1-ac56-45bbb0bcf1af" providerId="ADAL" clId="{2C167A7A-7EA6-41E4-B2C1-D922770D4D8E}" dt="2023-03-07T12:48:52.121" v="0" actId="1076"/>
          <ac:grpSpMkLst>
            <pc:docMk/>
            <pc:sldMk cId="2801771059" sldId="376"/>
            <ac:grpSpMk id="10" creationId="{28E0D8A6-3EA7-88E2-1248-C1A0B0F65C09}"/>
          </ac:grpSpMkLst>
        </pc:grpChg>
      </pc:sldChg>
      <pc:sldChg chg="ord">
        <pc:chgData name="Job Coenen" userId="39d21178-e980-40d1-ac56-45bbb0bcf1af" providerId="ADAL" clId="{2C167A7A-7EA6-41E4-B2C1-D922770D4D8E}" dt="2023-03-09T09:11:18.427" v="572"/>
        <pc:sldMkLst>
          <pc:docMk/>
          <pc:sldMk cId="2149340952" sldId="392"/>
        </pc:sldMkLst>
      </pc:sldChg>
      <pc:sldChg chg="addSp delSp modSp mod ord">
        <pc:chgData name="Job Coenen" userId="39d21178-e980-40d1-ac56-45bbb0bcf1af" providerId="ADAL" clId="{2C167A7A-7EA6-41E4-B2C1-D922770D4D8E}" dt="2023-03-14T10:50:41.425" v="1409" actId="1076"/>
        <pc:sldMkLst>
          <pc:docMk/>
          <pc:sldMk cId="4043530743" sldId="401"/>
        </pc:sldMkLst>
        <pc:spChg chg="add mod">
          <ac:chgData name="Job Coenen" userId="39d21178-e980-40d1-ac56-45bbb0bcf1af" providerId="ADAL" clId="{2C167A7A-7EA6-41E4-B2C1-D922770D4D8E}" dt="2023-03-14T10:50:06.122" v="1397" actId="208"/>
          <ac:spMkLst>
            <pc:docMk/>
            <pc:sldMk cId="4043530743" sldId="401"/>
            <ac:spMk id="2" creationId="{44EDACAC-CB97-057D-091D-B44412178047}"/>
          </ac:spMkLst>
        </pc:spChg>
        <pc:spChg chg="mod">
          <ac:chgData name="Job Coenen" userId="39d21178-e980-40d1-ac56-45bbb0bcf1af" providerId="ADAL" clId="{2C167A7A-7EA6-41E4-B2C1-D922770D4D8E}" dt="2023-03-14T10:49:23.297" v="1392" actId="1076"/>
          <ac:spMkLst>
            <pc:docMk/>
            <pc:sldMk cId="4043530743" sldId="401"/>
            <ac:spMk id="19" creationId="{00000000-0000-0000-0000-000000000000}"/>
          </ac:spMkLst>
        </pc:spChg>
        <pc:spChg chg="del mod">
          <ac:chgData name="Job Coenen" userId="39d21178-e980-40d1-ac56-45bbb0bcf1af" providerId="ADAL" clId="{2C167A7A-7EA6-41E4-B2C1-D922770D4D8E}" dt="2023-03-14T10:49:20.084" v="1391" actId="478"/>
          <ac:spMkLst>
            <pc:docMk/>
            <pc:sldMk cId="4043530743" sldId="401"/>
            <ac:spMk id="20" creationId="{00000000-0000-0000-0000-000000000000}"/>
          </ac:spMkLst>
        </pc:spChg>
        <pc:spChg chg="add del mod">
          <ac:chgData name="Job Coenen" userId="39d21178-e980-40d1-ac56-45bbb0bcf1af" providerId="ADAL" clId="{2C167A7A-7EA6-41E4-B2C1-D922770D4D8E}" dt="2023-03-14T10:50:28.259" v="1403" actId="208"/>
          <ac:spMkLst>
            <pc:docMk/>
            <pc:sldMk cId="4043530743" sldId="401"/>
            <ac:spMk id="30" creationId="{00000000-0000-0000-0000-000000000000}"/>
          </ac:spMkLst>
        </pc:spChg>
        <pc:spChg chg="mod">
          <ac:chgData name="Job Coenen" userId="39d21178-e980-40d1-ac56-45bbb0bcf1af" providerId="ADAL" clId="{2C167A7A-7EA6-41E4-B2C1-D922770D4D8E}" dt="2023-03-14T10:50:28.259" v="1403" actId="208"/>
          <ac:spMkLst>
            <pc:docMk/>
            <pc:sldMk cId="4043530743" sldId="401"/>
            <ac:spMk id="31" creationId="{00000000-0000-0000-0000-000000000000}"/>
          </ac:spMkLst>
        </pc:spChg>
        <pc:spChg chg="mod">
          <ac:chgData name="Job Coenen" userId="39d21178-e980-40d1-ac56-45bbb0bcf1af" providerId="ADAL" clId="{2C167A7A-7EA6-41E4-B2C1-D922770D4D8E}" dt="2023-03-14T10:50:28.259" v="1403" actId="208"/>
          <ac:spMkLst>
            <pc:docMk/>
            <pc:sldMk cId="4043530743" sldId="401"/>
            <ac:spMk id="32" creationId="{00000000-0000-0000-0000-000000000000}"/>
          </ac:spMkLst>
        </pc:spChg>
        <pc:spChg chg="mod">
          <ac:chgData name="Job Coenen" userId="39d21178-e980-40d1-ac56-45bbb0bcf1af" providerId="ADAL" clId="{2C167A7A-7EA6-41E4-B2C1-D922770D4D8E}" dt="2023-03-14T10:50:36.817" v="1407" actId="1076"/>
          <ac:spMkLst>
            <pc:docMk/>
            <pc:sldMk cId="4043530743" sldId="401"/>
            <ac:spMk id="33" creationId="{00000000-0000-0000-0000-000000000000}"/>
          </ac:spMkLst>
        </pc:spChg>
        <pc:spChg chg="mod">
          <ac:chgData name="Job Coenen" userId="39d21178-e980-40d1-ac56-45bbb0bcf1af" providerId="ADAL" clId="{2C167A7A-7EA6-41E4-B2C1-D922770D4D8E}" dt="2023-03-14T10:50:41.425" v="1409" actId="1076"/>
          <ac:spMkLst>
            <pc:docMk/>
            <pc:sldMk cId="4043530743" sldId="401"/>
            <ac:spMk id="34" creationId="{00000000-0000-0000-0000-000000000000}"/>
          </ac:spMkLst>
        </pc:spChg>
        <pc:spChg chg="mod">
          <ac:chgData name="Job Coenen" userId="39d21178-e980-40d1-ac56-45bbb0bcf1af" providerId="ADAL" clId="{2C167A7A-7EA6-41E4-B2C1-D922770D4D8E}" dt="2023-03-14T10:50:40.169" v="1408" actId="1076"/>
          <ac:spMkLst>
            <pc:docMk/>
            <pc:sldMk cId="4043530743" sldId="401"/>
            <ac:spMk id="35" creationId="{00000000-0000-0000-0000-000000000000}"/>
          </ac:spMkLst>
        </pc:spChg>
      </pc:sldChg>
      <pc:sldChg chg="addSp delSp modSp new mod ord modAnim">
        <pc:chgData name="Job Coenen" userId="39d21178-e980-40d1-ac56-45bbb0bcf1af" providerId="ADAL" clId="{2C167A7A-7EA6-41E4-B2C1-D922770D4D8E}" dt="2023-03-14T10:25:33.930" v="1350" actId="20577"/>
        <pc:sldMkLst>
          <pc:docMk/>
          <pc:sldMk cId="3350885175" sldId="404"/>
        </pc:sldMkLst>
        <pc:spChg chg="del">
          <ac:chgData name="Job Coenen" userId="39d21178-e980-40d1-ac56-45bbb0bcf1af" providerId="ADAL" clId="{2C167A7A-7EA6-41E4-B2C1-D922770D4D8E}" dt="2023-03-07T13:18:32.407" v="64" actId="478"/>
          <ac:spMkLst>
            <pc:docMk/>
            <pc:sldMk cId="3350885175" sldId="404"/>
            <ac:spMk id="2" creationId="{A041B36E-DA38-189E-9505-CB7445F4C96C}"/>
          </ac:spMkLst>
        </pc:spChg>
        <pc:spChg chg="mod">
          <ac:chgData name="Job Coenen" userId="39d21178-e980-40d1-ac56-45bbb0bcf1af" providerId="ADAL" clId="{2C167A7A-7EA6-41E4-B2C1-D922770D4D8E}" dt="2023-03-14T10:25:33.930" v="1350" actId="20577"/>
          <ac:spMkLst>
            <pc:docMk/>
            <pc:sldMk cId="3350885175" sldId="404"/>
            <ac:spMk id="3" creationId="{B40EDED3-F442-D5D6-2F79-12A7398B2AE1}"/>
          </ac:spMkLst>
        </pc:spChg>
        <pc:spChg chg="add del mod">
          <ac:chgData name="Job Coenen" userId="39d21178-e980-40d1-ac56-45bbb0bcf1af" providerId="ADAL" clId="{2C167A7A-7EA6-41E4-B2C1-D922770D4D8E}" dt="2023-03-09T09:12:37.471" v="772" actId="478"/>
          <ac:spMkLst>
            <pc:docMk/>
            <pc:sldMk cId="3350885175" sldId="404"/>
            <ac:spMk id="7" creationId="{C79024D8-1318-322D-CF04-C636C385BF7A}"/>
          </ac:spMkLst>
        </pc:spChg>
        <pc:spChg chg="add del mod">
          <ac:chgData name="Job Coenen" userId="39d21178-e980-40d1-ac56-45bbb0bcf1af" providerId="ADAL" clId="{2C167A7A-7EA6-41E4-B2C1-D922770D4D8E}" dt="2023-03-09T09:12:37.471" v="772" actId="478"/>
          <ac:spMkLst>
            <pc:docMk/>
            <pc:sldMk cId="3350885175" sldId="404"/>
            <ac:spMk id="8" creationId="{BD016EC3-DE3F-479E-4F7B-7B638BD0CA1F}"/>
          </ac:spMkLst>
        </pc:spChg>
        <pc:spChg chg="add del mod">
          <ac:chgData name="Job Coenen" userId="39d21178-e980-40d1-ac56-45bbb0bcf1af" providerId="ADAL" clId="{2C167A7A-7EA6-41E4-B2C1-D922770D4D8E}" dt="2023-03-09T09:12:37.471" v="772" actId="478"/>
          <ac:spMkLst>
            <pc:docMk/>
            <pc:sldMk cId="3350885175" sldId="404"/>
            <ac:spMk id="9" creationId="{F8462F32-E565-F3B1-E56F-7796501D78A1}"/>
          </ac:spMkLst>
        </pc:spChg>
        <pc:spChg chg="add mod">
          <ac:chgData name="Job Coenen" userId="39d21178-e980-40d1-ac56-45bbb0bcf1af" providerId="ADAL" clId="{2C167A7A-7EA6-41E4-B2C1-D922770D4D8E}" dt="2023-03-09T09:14:23.930" v="803" actId="1076"/>
          <ac:spMkLst>
            <pc:docMk/>
            <pc:sldMk cId="3350885175" sldId="404"/>
            <ac:spMk id="11" creationId="{B59A5A7F-5D43-ECE5-C785-44D5893940C4}"/>
          </ac:spMkLst>
        </pc:spChg>
        <pc:picChg chg="add mod">
          <ac:chgData name="Job Coenen" userId="39d21178-e980-40d1-ac56-45bbb0bcf1af" providerId="ADAL" clId="{2C167A7A-7EA6-41E4-B2C1-D922770D4D8E}" dt="2023-03-09T09:13:57.568" v="778" actId="1076"/>
          <ac:picMkLst>
            <pc:docMk/>
            <pc:sldMk cId="3350885175" sldId="404"/>
            <ac:picMk id="2" creationId="{D5E7F443-EBFA-DE10-D264-164CB6DA5842}"/>
          </ac:picMkLst>
        </pc:picChg>
        <pc:picChg chg="add del mod">
          <ac:chgData name="Job Coenen" userId="39d21178-e980-40d1-ac56-45bbb0bcf1af" providerId="ADAL" clId="{2C167A7A-7EA6-41E4-B2C1-D922770D4D8E}" dt="2023-03-09T09:12:37.471" v="772" actId="478"/>
          <ac:picMkLst>
            <pc:docMk/>
            <pc:sldMk cId="3350885175" sldId="404"/>
            <ac:picMk id="4" creationId="{FC149F92-4405-B479-6657-EB920BEE578B}"/>
          </ac:picMkLst>
        </pc:picChg>
        <pc:picChg chg="add del mod">
          <ac:chgData name="Job Coenen" userId="39d21178-e980-40d1-ac56-45bbb0bcf1af" providerId="ADAL" clId="{2C167A7A-7EA6-41E4-B2C1-D922770D4D8E}" dt="2023-03-09T09:12:37.471" v="772" actId="478"/>
          <ac:picMkLst>
            <pc:docMk/>
            <pc:sldMk cId="3350885175" sldId="404"/>
            <ac:picMk id="5" creationId="{713E2F9B-B289-39A2-4994-4CEB899435FD}"/>
          </ac:picMkLst>
        </pc:picChg>
        <pc:picChg chg="add del mod">
          <ac:chgData name="Job Coenen" userId="39d21178-e980-40d1-ac56-45bbb0bcf1af" providerId="ADAL" clId="{2C167A7A-7EA6-41E4-B2C1-D922770D4D8E}" dt="2023-03-09T09:12:32.869" v="771" actId="478"/>
          <ac:picMkLst>
            <pc:docMk/>
            <pc:sldMk cId="3350885175" sldId="404"/>
            <ac:picMk id="6" creationId="{B52041D0-B370-D047-EC11-0859FE2D9775}"/>
          </ac:picMkLst>
        </pc:picChg>
      </pc:sldChg>
      <pc:sldChg chg="addSp modSp new mod modAnim modNotesTx">
        <pc:chgData name="Job Coenen" userId="39d21178-e980-40d1-ac56-45bbb0bcf1af" providerId="ADAL" clId="{2C167A7A-7EA6-41E4-B2C1-D922770D4D8E}" dt="2023-03-14T10:46:13.182" v="1352" actId="20577"/>
        <pc:sldMkLst>
          <pc:docMk/>
          <pc:sldMk cId="1103792085" sldId="405"/>
        </pc:sldMkLst>
        <pc:spChg chg="mod">
          <ac:chgData name="Job Coenen" userId="39d21178-e980-40d1-ac56-45bbb0bcf1af" providerId="ADAL" clId="{2C167A7A-7EA6-41E4-B2C1-D922770D4D8E}" dt="2023-03-07T13:38:22.477" v="465" actId="20577"/>
          <ac:spMkLst>
            <pc:docMk/>
            <pc:sldMk cId="1103792085" sldId="405"/>
            <ac:spMk id="3" creationId="{A7FFC3CE-D7EA-BAA3-FFDB-EFC52F12BA14}"/>
          </ac:spMkLst>
        </pc:spChg>
        <pc:spChg chg="add mod">
          <ac:chgData name="Job Coenen" userId="39d21178-e980-40d1-ac56-45bbb0bcf1af" providerId="ADAL" clId="{2C167A7A-7EA6-41E4-B2C1-D922770D4D8E}" dt="2023-03-07T13:22:55.905" v="164" actId="1076"/>
          <ac:spMkLst>
            <pc:docMk/>
            <pc:sldMk cId="1103792085" sldId="405"/>
            <ac:spMk id="5" creationId="{23FAC1D7-4C62-D8C2-64D8-6C7435DBCD62}"/>
          </ac:spMkLst>
        </pc:spChg>
        <pc:picChg chg="add mod">
          <ac:chgData name="Job Coenen" userId="39d21178-e980-40d1-ac56-45bbb0bcf1af" providerId="ADAL" clId="{2C167A7A-7EA6-41E4-B2C1-D922770D4D8E}" dt="2023-03-07T13:22:46.911" v="161" actId="1076"/>
          <ac:picMkLst>
            <pc:docMk/>
            <pc:sldMk cId="1103792085" sldId="405"/>
            <ac:picMk id="4" creationId="{EDA4BD54-21F9-19E9-37C3-455F8D84B8FE}"/>
          </ac:picMkLst>
        </pc:picChg>
      </pc:sldChg>
      <pc:sldChg chg="addSp delSp modSp add mod delAnim modAnim">
        <pc:chgData name="Job Coenen" userId="39d21178-e980-40d1-ac56-45bbb0bcf1af" providerId="ADAL" clId="{2C167A7A-7EA6-41E4-B2C1-D922770D4D8E}" dt="2023-03-07T13:34:22.229" v="269" actId="20577"/>
        <pc:sldMkLst>
          <pc:docMk/>
          <pc:sldMk cId="1443284621" sldId="406"/>
        </pc:sldMkLst>
        <pc:spChg chg="mod">
          <ac:chgData name="Job Coenen" userId="39d21178-e980-40d1-ac56-45bbb0bcf1af" providerId="ADAL" clId="{2C167A7A-7EA6-41E4-B2C1-D922770D4D8E}" dt="2023-03-07T13:34:22.229" v="269" actId="20577"/>
          <ac:spMkLst>
            <pc:docMk/>
            <pc:sldMk cId="1443284621" sldId="406"/>
            <ac:spMk id="3" creationId="{A7FFC3CE-D7EA-BAA3-FFDB-EFC52F12BA14}"/>
          </ac:spMkLst>
        </pc:spChg>
        <pc:spChg chg="del">
          <ac:chgData name="Job Coenen" userId="39d21178-e980-40d1-ac56-45bbb0bcf1af" providerId="ADAL" clId="{2C167A7A-7EA6-41E4-B2C1-D922770D4D8E}" dt="2023-03-07T13:23:35.996" v="168" actId="478"/>
          <ac:spMkLst>
            <pc:docMk/>
            <pc:sldMk cId="1443284621" sldId="406"/>
            <ac:spMk id="5" creationId="{23FAC1D7-4C62-D8C2-64D8-6C7435DBCD62}"/>
          </ac:spMkLst>
        </pc:spChg>
        <pc:spChg chg="add mod">
          <ac:chgData name="Job Coenen" userId="39d21178-e980-40d1-ac56-45bbb0bcf1af" providerId="ADAL" clId="{2C167A7A-7EA6-41E4-B2C1-D922770D4D8E}" dt="2023-03-07T13:24:30.753" v="185" actId="1076"/>
          <ac:spMkLst>
            <pc:docMk/>
            <pc:sldMk cId="1443284621" sldId="406"/>
            <ac:spMk id="8" creationId="{7DEED540-A9AD-606D-DDC9-8A647FA938A9}"/>
          </ac:spMkLst>
        </pc:spChg>
        <pc:spChg chg="add mod">
          <ac:chgData name="Job Coenen" userId="39d21178-e980-40d1-ac56-45bbb0bcf1af" providerId="ADAL" clId="{2C167A7A-7EA6-41E4-B2C1-D922770D4D8E}" dt="2023-03-07T13:24:28.247" v="183" actId="1076"/>
          <ac:spMkLst>
            <pc:docMk/>
            <pc:sldMk cId="1443284621" sldId="406"/>
            <ac:spMk id="9" creationId="{492660E3-EB86-995C-1256-3DE07B0AB0E4}"/>
          </ac:spMkLst>
        </pc:spChg>
        <pc:spChg chg="add mod">
          <ac:chgData name="Job Coenen" userId="39d21178-e980-40d1-ac56-45bbb0bcf1af" providerId="ADAL" clId="{2C167A7A-7EA6-41E4-B2C1-D922770D4D8E}" dt="2023-03-07T13:24:29.784" v="184" actId="1076"/>
          <ac:spMkLst>
            <pc:docMk/>
            <pc:sldMk cId="1443284621" sldId="406"/>
            <ac:spMk id="10" creationId="{AB46A257-7342-9261-C80B-6C1709A97715}"/>
          </ac:spMkLst>
        </pc:spChg>
        <pc:picChg chg="del">
          <ac:chgData name="Job Coenen" userId="39d21178-e980-40d1-ac56-45bbb0bcf1af" providerId="ADAL" clId="{2C167A7A-7EA6-41E4-B2C1-D922770D4D8E}" dt="2023-03-07T13:23:36.462" v="169" actId="478"/>
          <ac:picMkLst>
            <pc:docMk/>
            <pc:sldMk cId="1443284621" sldId="406"/>
            <ac:picMk id="4" creationId="{EDA4BD54-21F9-19E9-37C3-455F8D84B8FE}"/>
          </ac:picMkLst>
        </pc:picChg>
        <pc:picChg chg="add mod">
          <ac:chgData name="Job Coenen" userId="39d21178-e980-40d1-ac56-45bbb0bcf1af" providerId="ADAL" clId="{2C167A7A-7EA6-41E4-B2C1-D922770D4D8E}" dt="2023-03-07T13:23:59.273" v="175" actId="1076"/>
          <ac:picMkLst>
            <pc:docMk/>
            <pc:sldMk cId="1443284621" sldId="406"/>
            <ac:picMk id="6" creationId="{CEC36E23-FB08-28F6-8544-A2ABE72C2F9D}"/>
          </ac:picMkLst>
        </pc:picChg>
        <pc:picChg chg="add mod">
          <ac:chgData name="Job Coenen" userId="39d21178-e980-40d1-ac56-45bbb0bcf1af" providerId="ADAL" clId="{2C167A7A-7EA6-41E4-B2C1-D922770D4D8E}" dt="2023-03-07T13:24:00.352" v="176" actId="1076"/>
          <ac:picMkLst>
            <pc:docMk/>
            <pc:sldMk cId="1443284621" sldId="406"/>
            <ac:picMk id="7" creationId="{71529340-B349-53A2-AD43-1FF6B903FB13}"/>
          </ac:picMkLst>
        </pc:picChg>
      </pc:sldChg>
      <pc:sldChg chg="addSp delSp modSp add del modAnim">
        <pc:chgData name="Job Coenen" userId="39d21178-e980-40d1-ac56-45bbb0bcf1af" providerId="ADAL" clId="{2C167A7A-7EA6-41E4-B2C1-D922770D4D8E}" dt="2023-03-07T13:22:59.376" v="165" actId="47"/>
        <pc:sldMkLst>
          <pc:docMk/>
          <pc:sldMk cId="3039141103" sldId="406"/>
        </pc:sldMkLst>
        <pc:spChg chg="add mod">
          <ac:chgData name="Job Coenen" userId="39d21178-e980-40d1-ac56-45bbb0bcf1af" providerId="ADAL" clId="{2C167A7A-7EA6-41E4-B2C1-D922770D4D8E}" dt="2023-03-07T13:22:35.945" v="159"/>
          <ac:spMkLst>
            <pc:docMk/>
            <pc:sldMk cId="3039141103" sldId="406"/>
            <ac:spMk id="6" creationId="{4296592C-F305-695A-0A93-178E1DF6CA8D}"/>
          </ac:spMkLst>
        </pc:spChg>
        <pc:picChg chg="del">
          <ac:chgData name="Job Coenen" userId="39d21178-e980-40d1-ac56-45bbb0bcf1af" providerId="ADAL" clId="{2C167A7A-7EA6-41E4-B2C1-D922770D4D8E}" dt="2023-03-07T13:22:35.427" v="158" actId="478"/>
          <ac:picMkLst>
            <pc:docMk/>
            <pc:sldMk cId="3039141103" sldId="406"/>
            <ac:picMk id="4" creationId="{EDA4BD54-21F9-19E9-37C3-455F8D84B8FE}"/>
          </ac:picMkLst>
        </pc:picChg>
        <pc:picChg chg="add mod">
          <ac:chgData name="Job Coenen" userId="39d21178-e980-40d1-ac56-45bbb0bcf1af" providerId="ADAL" clId="{2C167A7A-7EA6-41E4-B2C1-D922770D4D8E}" dt="2023-03-07T13:22:35.945" v="159"/>
          <ac:picMkLst>
            <pc:docMk/>
            <pc:sldMk cId="3039141103" sldId="406"/>
            <ac:picMk id="5" creationId="{42DD6BF2-9651-4724-F9DF-D867A3801828}"/>
          </ac:picMkLst>
        </pc:picChg>
      </pc:sldChg>
      <pc:sldChg chg="addSp delSp modSp add mod delAnim modAnim">
        <pc:chgData name="Job Coenen" userId="39d21178-e980-40d1-ac56-45bbb0bcf1af" providerId="ADAL" clId="{2C167A7A-7EA6-41E4-B2C1-D922770D4D8E}" dt="2023-03-07T13:36:25.012" v="461" actId="20577"/>
        <pc:sldMkLst>
          <pc:docMk/>
          <pc:sldMk cId="190286478" sldId="407"/>
        </pc:sldMkLst>
        <pc:spChg chg="del">
          <ac:chgData name="Job Coenen" userId="39d21178-e980-40d1-ac56-45bbb0bcf1af" providerId="ADAL" clId="{2C167A7A-7EA6-41E4-B2C1-D922770D4D8E}" dt="2023-03-07T13:34:46.714" v="277" actId="478"/>
          <ac:spMkLst>
            <pc:docMk/>
            <pc:sldMk cId="190286478" sldId="407"/>
            <ac:spMk id="2" creationId="{C38547D5-BD52-B249-8EAE-D2F7EFCFEED9}"/>
          </ac:spMkLst>
        </pc:spChg>
        <pc:spChg chg="mod">
          <ac:chgData name="Job Coenen" userId="39d21178-e980-40d1-ac56-45bbb0bcf1af" providerId="ADAL" clId="{2C167A7A-7EA6-41E4-B2C1-D922770D4D8E}" dt="2023-03-07T13:36:03.108" v="396" actId="5793"/>
          <ac:spMkLst>
            <pc:docMk/>
            <pc:sldMk cId="190286478" sldId="407"/>
            <ac:spMk id="3" creationId="{A7FFC3CE-D7EA-BAA3-FFDB-EFC52F12BA14}"/>
          </ac:spMkLst>
        </pc:spChg>
        <pc:spChg chg="add mod">
          <ac:chgData name="Job Coenen" userId="39d21178-e980-40d1-ac56-45bbb0bcf1af" providerId="ADAL" clId="{2C167A7A-7EA6-41E4-B2C1-D922770D4D8E}" dt="2023-03-07T13:36:11.201" v="402" actId="14100"/>
          <ac:spMkLst>
            <pc:docMk/>
            <pc:sldMk cId="190286478" sldId="407"/>
            <ac:spMk id="5" creationId="{0A8B9050-3ECD-EE98-64F8-A56F66D2709F}"/>
          </ac:spMkLst>
        </pc:spChg>
        <pc:spChg chg="del">
          <ac:chgData name="Job Coenen" userId="39d21178-e980-40d1-ac56-45bbb0bcf1af" providerId="ADAL" clId="{2C167A7A-7EA6-41E4-B2C1-D922770D4D8E}" dt="2023-03-07T13:34:42.412" v="274" actId="478"/>
          <ac:spMkLst>
            <pc:docMk/>
            <pc:sldMk cId="190286478" sldId="407"/>
            <ac:spMk id="8" creationId="{7DEED540-A9AD-606D-DDC9-8A647FA938A9}"/>
          </ac:spMkLst>
        </pc:spChg>
        <pc:spChg chg="del">
          <ac:chgData name="Job Coenen" userId="39d21178-e980-40d1-ac56-45bbb0bcf1af" providerId="ADAL" clId="{2C167A7A-7EA6-41E4-B2C1-D922770D4D8E}" dt="2023-03-07T13:34:43.661" v="275" actId="478"/>
          <ac:spMkLst>
            <pc:docMk/>
            <pc:sldMk cId="190286478" sldId="407"/>
            <ac:spMk id="9" creationId="{492660E3-EB86-995C-1256-3DE07B0AB0E4}"/>
          </ac:spMkLst>
        </pc:spChg>
        <pc:spChg chg="del">
          <ac:chgData name="Job Coenen" userId="39d21178-e980-40d1-ac56-45bbb0bcf1af" providerId="ADAL" clId="{2C167A7A-7EA6-41E4-B2C1-D922770D4D8E}" dt="2023-03-07T13:34:44.329" v="276" actId="478"/>
          <ac:spMkLst>
            <pc:docMk/>
            <pc:sldMk cId="190286478" sldId="407"/>
            <ac:spMk id="10" creationId="{AB46A257-7342-9261-C80B-6C1709A97715}"/>
          </ac:spMkLst>
        </pc:spChg>
        <pc:spChg chg="add mod">
          <ac:chgData name="Job Coenen" userId="39d21178-e980-40d1-ac56-45bbb0bcf1af" providerId="ADAL" clId="{2C167A7A-7EA6-41E4-B2C1-D922770D4D8E}" dt="2023-03-07T13:36:25.012" v="461" actId="20577"/>
          <ac:spMkLst>
            <pc:docMk/>
            <pc:sldMk cId="190286478" sldId="407"/>
            <ac:spMk id="11" creationId="{C2CC1EF8-DBFD-A233-4C8A-6FF8DF235CB7}"/>
          </ac:spMkLst>
        </pc:spChg>
        <pc:spChg chg="add mod">
          <ac:chgData name="Job Coenen" userId="39d21178-e980-40d1-ac56-45bbb0bcf1af" providerId="ADAL" clId="{2C167A7A-7EA6-41E4-B2C1-D922770D4D8E}" dt="2023-03-07T13:35:34.113" v="296" actId="14100"/>
          <ac:spMkLst>
            <pc:docMk/>
            <pc:sldMk cId="190286478" sldId="407"/>
            <ac:spMk id="12" creationId="{872C8355-BC19-0271-FDF5-FE0FD51C8FE2}"/>
          </ac:spMkLst>
        </pc:spChg>
        <pc:spChg chg="add del mod">
          <ac:chgData name="Job Coenen" userId="39d21178-e980-40d1-ac56-45bbb0bcf1af" providerId="ADAL" clId="{2C167A7A-7EA6-41E4-B2C1-D922770D4D8E}" dt="2023-03-07T13:35:43.714" v="298" actId="478"/>
          <ac:spMkLst>
            <pc:docMk/>
            <pc:sldMk cId="190286478" sldId="407"/>
            <ac:spMk id="14" creationId="{7DA62302-E2A2-8CAC-A931-73176AC6580F}"/>
          </ac:spMkLst>
        </pc:spChg>
        <pc:picChg chg="add mod">
          <ac:chgData name="Job Coenen" userId="39d21178-e980-40d1-ac56-45bbb0bcf1af" providerId="ADAL" clId="{2C167A7A-7EA6-41E4-B2C1-D922770D4D8E}" dt="2023-03-07T13:35:05.152" v="283" actId="1076"/>
          <ac:picMkLst>
            <pc:docMk/>
            <pc:sldMk cId="190286478" sldId="407"/>
            <ac:picMk id="4" creationId="{AB21C610-66CA-9793-1A77-072013947016}"/>
          </ac:picMkLst>
        </pc:picChg>
        <pc:picChg chg="del">
          <ac:chgData name="Job Coenen" userId="39d21178-e980-40d1-ac56-45bbb0bcf1af" providerId="ADAL" clId="{2C167A7A-7EA6-41E4-B2C1-D922770D4D8E}" dt="2023-03-07T13:34:40.047" v="271" actId="478"/>
          <ac:picMkLst>
            <pc:docMk/>
            <pc:sldMk cId="190286478" sldId="407"/>
            <ac:picMk id="6" creationId="{CEC36E23-FB08-28F6-8544-A2ABE72C2F9D}"/>
          </ac:picMkLst>
        </pc:picChg>
        <pc:picChg chg="del mod">
          <ac:chgData name="Job Coenen" userId="39d21178-e980-40d1-ac56-45bbb0bcf1af" providerId="ADAL" clId="{2C167A7A-7EA6-41E4-B2C1-D922770D4D8E}" dt="2023-03-07T13:34:40.444" v="273" actId="478"/>
          <ac:picMkLst>
            <pc:docMk/>
            <pc:sldMk cId="190286478" sldId="407"/>
            <ac:picMk id="7" creationId="{71529340-B349-53A2-AD43-1FF6B903FB13}"/>
          </ac:picMkLst>
        </pc:picChg>
        <pc:picChg chg="add mod">
          <ac:chgData name="Job Coenen" userId="39d21178-e980-40d1-ac56-45bbb0bcf1af" providerId="ADAL" clId="{2C167A7A-7EA6-41E4-B2C1-D922770D4D8E}" dt="2023-03-07T13:35:02.640" v="282" actId="1076"/>
          <ac:picMkLst>
            <pc:docMk/>
            <pc:sldMk cId="190286478" sldId="407"/>
            <ac:picMk id="13" creationId="{7C590D12-648C-41FE-05BF-513661CDD883}"/>
          </ac:picMkLst>
        </pc:picChg>
      </pc:sldChg>
      <pc:sldChg chg="add del">
        <pc:chgData name="Job Coenen" userId="39d21178-e980-40d1-ac56-45bbb0bcf1af" providerId="ADAL" clId="{2C167A7A-7EA6-41E4-B2C1-D922770D4D8E}" dt="2023-03-07T13:21:33.888" v="86"/>
        <pc:sldMkLst>
          <pc:docMk/>
          <pc:sldMk cId="191701982" sldId="3036"/>
        </pc:sldMkLst>
      </pc:sldChg>
      <pc:sldChg chg="add del">
        <pc:chgData name="Job Coenen" userId="39d21178-e980-40d1-ac56-45bbb0bcf1af" providerId="ADAL" clId="{2C167A7A-7EA6-41E4-B2C1-D922770D4D8E}" dt="2023-03-07T13:21:33.888" v="86"/>
        <pc:sldMkLst>
          <pc:docMk/>
          <pc:sldMk cId="2270200075" sldId="3038"/>
        </pc:sldMkLst>
      </pc:sldChg>
      <pc:sldChg chg="modSp add mod modAnim">
        <pc:chgData name="Job Coenen" userId="39d21178-e980-40d1-ac56-45bbb0bcf1af" providerId="ADAL" clId="{2C167A7A-7EA6-41E4-B2C1-D922770D4D8E}" dt="2023-03-10T11:17:14.055" v="839"/>
        <pc:sldMkLst>
          <pc:docMk/>
          <pc:sldMk cId="3688050899" sldId="3049"/>
        </pc:sldMkLst>
        <pc:spChg chg="mod">
          <ac:chgData name="Job Coenen" userId="39d21178-e980-40d1-ac56-45bbb0bcf1af" providerId="ADAL" clId="{2C167A7A-7EA6-41E4-B2C1-D922770D4D8E}" dt="2023-03-10T11:17:04.888" v="838" actId="20577"/>
          <ac:spMkLst>
            <pc:docMk/>
            <pc:sldMk cId="3688050899" sldId="3049"/>
            <ac:spMk id="2" creationId="{5D7A6C39-E54B-4CC7-A0DC-E86E858CD7D4}"/>
          </ac:spMkLst>
        </pc:spChg>
        <pc:spChg chg="mod">
          <ac:chgData name="Job Coenen" userId="39d21178-e980-40d1-ac56-45bbb0bcf1af" providerId="ADAL" clId="{2C167A7A-7EA6-41E4-B2C1-D922770D4D8E}" dt="2023-03-10T11:16:46.345" v="819" actId="1076"/>
          <ac:spMkLst>
            <pc:docMk/>
            <pc:sldMk cId="3688050899" sldId="3049"/>
            <ac:spMk id="18" creationId="{A9A53835-E561-46AF-89BD-5AA630DB5781}"/>
          </ac:spMkLst>
        </pc:spChg>
        <pc:spChg chg="mod">
          <ac:chgData name="Job Coenen" userId="39d21178-e980-40d1-ac56-45bbb0bcf1af" providerId="ADAL" clId="{2C167A7A-7EA6-41E4-B2C1-D922770D4D8E}" dt="2023-03-10T11:16:46.345" v="819" actId="1076"/>
          <ac:spMkLst>
            <pc:docMk/>
            <pc:sldMk cId="3688050899" sldId="3049"/>
            <ac:spMk id="20" creationId="{1EB58292-F6A2-4F28-A27E-7C2609757160}"/>
          </ac:spMkLst>
        </pc:spChg>
        <pc:spChg chg="mod">
          <ac:chgData name="Job Coenen" userId="39d21178-e980-40d1-ac56-45bbb0bcf1af" providerId="ADAL" clId="{2C167A7A-7EA6-41E4-B2C1-D922770D4D8E}" dt="2023-03-10T11:16:46.345" v="819" actId="1076"/>
          <ac:spMkLst>
            <pc:docMk/>
            <pc:sldMk cId="3688050899" sldId="3049"/>
            <ac:spMk id="22" creationId="{350DABD6-9618-41C6-8B5F-B79B2FF7A719}"/>
          </ac:spMkLst>
        </pc:spChg>
        <pc:picChg chg="mod">
          <ac:chgData name="Job Coenen" userId="39d21178-e980-40d1-ac56-45bbb0bcf1af" providerId="ADAL" clId="{2C167A7A-7EA6-41E4-B2C1-D922770D4D8E}" dt="2023-03-10T11:16:46.345" v="819" actId="1076"/>
          <ac:picMkLst>
            <pc:docMk/>
            <pc:sldMk cId="3688050899" sldId="3049"/>
            <ac:picMk id="7" creationId="{D2D09171-9179-474E-918E-15D02D0B92C5}"/>
          </ac:picMkLst>
        </pc:picChg>
        <pc:picChg chg="mod">
          <ac:chgData name="Job Coenen" userId="39d21178-e980-40d1-ac56-45bbb0bcf1af" providerId="ADAL" clId="{2C167A7A-7EA6-41E4-B2C1-D922770D4D8E}" dt="2023-03-10T11:16:46.345" v="819" actId="1076"/>
          <ac:picMkLst>
            <pc:docMk/>
            <pc:sldMk cId="3688050899" sldId="3049"/>
            <ac:picMk id="11" creationId="{4A257A2D-682A-407A-A0D5-B7FE61ED588D}"/>
          </ac:picMkLst>
        </pc:picChg>
        <pc:picChg chg="mod">
          <ac:chgData name="Job Coenen" userId="39d21178-e980-40d1-ac56-45bbb0bcf1af" providerId="ADAL" clId="{2C167A7A-7EA6-41E4-B2C1-D922770D4D8E}" dt="2023-03-10T11:16:46.345" v="819" actId="1076"/>
          <ac:picMkLst>
            <pc:docMk/>
            <pc:sldMk cId="3688050899" sldId="3049"/>
            <ac:picMk id="15" creationId="{AE1218BE-9B1C-4688-AF58-7727BDE654AB}"/>
          </ac:picMkLst>
        </pc:picChg>
      </pc:sldChg>
      <pc:sldChg chg="add del">
        <pc:chgData name="Job Coenen" userId="39d21178-e980-40d1-ac56-45bbb0bcf1af" providerId="ADAL" clId="{2C167A7A-7EA6-41E4-B2C1-D922770D4D8E}" dt="2023-03-07T13:21:33.888" v="86"/>
        <pc:sldMkLst>
          <pc:docMk/>
          <pc:sldMk cId="1819049814" sldId="3058"/>
        </pc:sldMkLst>
      </pc:sldChg>
      <pc:sldChg chg="add del">
        <pc:chgData name="Job Coenen" userId="39d21178-e980-40d1-ac56-45bbb0bcf1af" providerId="ADAL" clId="{2C167A7A-7EA6-41E4-B2C1-D922770D4D8E}" dt="2023-03-07T13:21:33.888" v="86"/>
        <pc:sldMkLst>
          <pc:docMk/>
          <pc:sldMk cId="725781666" sldId="3067"/>
        </pc:sldMkLst>
      </pc:sldChg>
      <pc:sldChg chg="addSp delSp modSp add del mod ord setBg delAnim modAnim">
        <pc:chgData name="Job Coenen" userId="39d21178-e980-40d1-ac56-45bbb0bcf1af" providerId="ADAL" clId="{2C167A7A-7EA6-41E4-B2C1-D922770D4D8E}" dt="2023-03-14T12:09:11.079" v="1410" actId="47"/>
        <pc:sldMkLst>
          <pc:docMk/>
          <pc:sldMk cId="1520354660" sldId="3071"/>
        </pc:sldMkLst>
        <pc:spChg chg="add del mod">
          <ac:chgData name="Job Coenen" userId="39d21178-e980-40d1-ac56-45bbb0bcf1af" providerId="ADAL" clId="{2C167A7A-7EA6-41E4-B2C1-D922770D4D8E}" dt="2023-03-14T10:20:34.563" v="1248" actId="478"/>
          <ac:spMkLst>
            <pc:docMk/>
            <pc:sldMk cId="1520354660" sldId="3071"/>
            <ac:spMk id="3" creationId="{63495007-2163-EBC0-A45C-36DA3355C85F}"/>
          </ac:spMkLst>
        </pc:spChg>
        <pc:spChg chg="add del">
          <ac:chgData name="Job Coenen" userId="39d21178-e980-40d1-ac56-45bbb0bcf1af" providerId="ADAL" clId="{2C167A7A-7EA6-41E4-B2C1-D922770D4D8E}" dt="2023-03-14T10:20:33.267" v="1247" actId="478"/>
          <ac:spMkLst>
            <pc:docMk/>
            <pc:sldMk cId="1520354660" sldId="3071"/>
            <ac:spMk id="6" creationId="{3AAA7400-0EB0-9A0A-8F52-F4DCA29D1E48}"/>
          </ac:spMkLst>
        </pc:spChg>
        <pc:picChg chg="del">
          <ac:chgData name="Job Coenen" userId="39d21178-e980-40d1-ac56-45bbb0bcf1af" providerId="ADAL" clId="{2C167A7A-7EA6-41E4-B2C1-D922770D4D8E}" dt="2023-03-14T10:20:30.907" v="1245" actId="478"/>
          <ac:picMkLst>
            <pc:docMk/>
            <pc:sldMk cId="1520354660" sldId="3071"/>
            <ac:picMk id="4" creationId="{B4CB7C9F-AB7F-4E06-A7CD-28651F48918F}"/>
          </ac:picMkLst>
        </pc:picChg>
        <pc:picChg chg="add mod">
          <ac:chgData name="Job Coenen" userId="39d21178-e980-40d1-ac56-45bbb0bcf1af" providerId="ADAL" clId="{2C167A7A-7EA6-41E4-B2C1-D922770D4D8E}" dt="2023-03-14T10:21:03.253" v="1252" actId="1076"/>
          <ac:picMkLst>
            <pc:docMk/>
            <pc:sldMk cId="1520354660" sldId="3071"/>
            <ac:picMk id="7" creationId="{3ACFE70E-FA8D-D291-0396-A793370E7193}"/>
          </ac:picMkLst>
        </pc:picChg>
      </pc:sldChg>
      <pc:sldChg chg="modSp add mod">
        <pc:chgData name="Job Coenen" userId="39d21178-e980-40d1-ac56-45bbb0bcf1af" providerId="ADAL" clId="{2C167A7A-7EA6-41E4-B2C1-D922770D4D8E}" dt="2023-03-10T10:39:40.857" v="807"/>
        <pc:sldMkLst>
          <pc:docMk/>
          <pc:sldMk cId="3414349396" sldId="3072"/>
        </pc:sldMkLst>
        <pc:spChg chg="mod">
          <ac:chgData name="Job Coenen" userId="39d21178-e980-40d1-ac56-45bbb0bcf1af" providerId="ADAL" clId="{2C167A7A-7EA6-41E4-B2C1-D922770D4D8E}" dt="2023-03-10T10:39:40.857" v="807"/>
          <ac:spMkLst>
            <pc:docMk/>
            <pc:sldMk cId="3414349396" sldId="3072"/>
            <ac:spMk id="3" creationId="{B40EDED3-F442-D5D6-2F79-12A7398B2AE1}"/>
          </ac:spMkLst>
        </pc:spChg>
        <pc:picChg chg="mod">
          <ac:chgData name="Job Coenen" userId="39d21178-e980-40d1-ac56-45bbb0bcf1af" providerId="ADAL" clId="{2C167A7A-7EA6-41E4-B2C1-D922770D4D8E}" dt="2023-03-09T08:58:21.588" v="467" actId="207"/>
          <ac:picMkLst>
            <pc:docMk/>
            <pc:sldMk cId="3414349396" sldId="3072"/>
            <ac:picMk id="6" creationId="{B52041D0-B370-D047-EC11-0859FE2D9775}"/>
          </ac:picMkLst>
        </pc:picChg>
      </pc:sldChg>
      <pc:sldChg chg="modSp add mod ord">
        <pc:chgData name="Job Coenen" userId="39d21178-e980-40d1-ac56-45bbb0bcf1af" providerId="ADAL" clId="{2C167A7A-7EA6-41E4-B2C1-D922770D4D8E}" dt="2023-03-10T10:39:46.134" v="808"/>
        <pc:sldMkLst>
          <pc:docMk/>
          <pc:sldMk cId="155143609" sldId="3073"/>
        </pc:sldMkLst>
        <pc:spChg chg="mod">
          <ac:chgData name="Job Coenen" userId="39d21178-e980-40d1-ac56-45bbb0bcf1af" providerId="ADAL" clId="{2C167A7A-7EA6-41E4-B2C1-D922770D4D8E}" dt="2023-03-10T10:39:46.134" v="808"/>
          <ac:spMkLst>
            <pc:docMk/>
            <pc:sldMk cId="155143609" sldId="3073"/>
            <ac:spMk id="3" creationId="{B40EDED3-F442-D5D6-2F79-12A7398B2AE1}"/>
          </ac:spMkLst>
        </pc:spChg>
        <pc:picChg chg="mod">
          <ac:chgData name="Job Coenen" userId="39d21178-e980-40d1-ac56-45bbb0bcf1af" providerId="ADAL" clId="{2C167A7A-7EA6-41E4-B2C1-D922770D4D8E}" dt="2023-03-09T08:58:34.445" v="471" actId="207"/>
          <ac:picMkLst>
            <pc:docMk/>
            <pc:sldMk cId="155143609" sldId="3073"/>
            <ac:picMk id="5" creationId="{713E2F9B-B289-39A2-4994-4CEB899435FD}"/>
          </ac:picMkLst>
        </pc:picChg>
      </pc:sldChg>
      <pc:sldChg chg="add del">
        <pc:chgData name="Job Coenen" userId="39d21178-e980-40d1-ac56-45bbb0bcf1af" providerId="ADAL" clId="{2C167A7A-7EA6-41E4-B2C1-D922770D4D8E}" dt="2023-03-07T13:18:06.640" v="3"/>
        <pc:sldMkLst>
          <pc:docMk/>
          <pc:sldMk cId="233989807" sldId="3105"/>
        </pc:sldMkLst>
      </pc:sldChg>
      <pc:sldChg chg="delSp modSp add mod">
        <pc:chgData name="Job Coenen" userId="39d21178-e980-40d1-ac56-45bbb0bcf1af" providerId="ADAL" clId="{2C167A7A-7EA6-41E4-B2C1-D922770D4D8E}" dt="2023-03-10T11:16:29.783" v="816" actId="1076"/>
        <pc:sldMkLst>
          <pc:docMk/>
          <pc:sldMk cId="605702546" sldId="3110"/>
        </pc:sldMkLst>
        <pc:spChg chg="del">
          <ac:chgData name="Job Coenen" userId="39d21178-e980-40d1-ac56-45bbb0bcf1af" providerId="ADAL" clId="{2C167A7A-7EA6-41E4-B2C1-D922770D4D8E}" dt="2023-03-09T09:01:28.791" v="504" actId="478"/>
          <ac:spMkLst>
            <pc:docMk/>
            <pc:sldMk cId="605702546" sldId="3110"/>
            <ac:spMk id="5" creationId="{C992A325-46BA-4D18-9618-87819DD0E4AA}"/>
          </ac:spMkLst>
        </pc:spChg>
        <pc:spChg chg="mod">
          <ac:chgData name="Job Coenen" userId="39d21178-e980-40d1-ac56-45bbb0bcf1af" providerId="ADAL" clId="{2C167A7A-7EA6-41E4-B2C1-D922770D4D8E}" dt="2023-03-10T11:16:27.648" v="815" actId="1076"/>
          <ac:spMkLst>
            <pc:docMk/>
            <pc:sldMk cId="605702546" sldId="3110"/>
            <ac:spMk id="6" creationId="{7EE023C4-0088-4272-AF98-69CA3E9C6F73}"/>
          </ac:spMkLst>
        </pc:spChg>
        <pc:picChg chg="mod">
          <ac:chgData name="Job Coenen" userId="39d21178-e980-40d1-ac56-45bbb0bcf1af" providerId="ADAL" clId="{2C167A7A-7EA6-41E4-B2C1-D922770D4D8E}" dt="2023-03-10T11:16:29.783" v="816" actId="1076"/>
          <ac:picMkLst>
            <pc:docMk/>
            <pc:sldMk cId="605702546" sldId="3110"/>
            <ac:picMk id="1026" creationId="{32B8B7BA-DA9B-4815-8B41-B5B7AAD907BC}"/>
          </ac:picMkLst>
        </pc:picChg>
      </pc:sldChg>
      <pc:sldChg chg="delSp modSp add mod">
        <pc:chgData name="Job Coenen" userId="39d21178-e980-40d1-ac56-45bbb0bcf1af" providerId="ADAL" clId="{2C167A7A-7EA6-41E4-B2C1-D922770D4D8E}" dt="2023-03-10T11:17:30.683" v="844" actId="14100"/>
        <pc:sldMkLst>
          <pc:docMk/>
          <pc:sldMk cId="2271598957" sldId="3113"/>
        </pc:sldMkLst>
        <pc:spChg chg="del">
          <ac:chgData name="Job Coenen" userId="39d21178-e980-40d1-ac56-45bbb0bcf1af" providerId="ADAL" clId="{2C167A7A-7EA6-41E4-B2C1-D922770D4D8E}" dt="2023-03-09T09:01:44.224" v="509" actId="478"/>
          <ac:spMkLst>
            <pc:docMk/>
            <pc:sldMk cId="2271598957" sldId="3113"/>
            <ac:spMk id="4" creationId="{F0E0DFD5-8C15-442F-9C1B-1DF612A7B9CE}"/>
          </ac:spMkLst>
        </pc:spChg>
        <pc:spChg chg="mod">
          <ac:chgData name="Job Coenen" userId="39d21178-e980-40d1-ac56-45bbb0bcf1af" providerId="ADAL" clId="{2C167A7A-7EA6-41E4-B2C1-D922770D4D8E}" dt="2023-03-10T11:17:30.683" v="844" actId="14100"/>
          <ac:spMkLst>
            <pc:docMk/>
            <pc:sldMk cId="2271598957" sldId="3113"/>
            <ac:spMk id="5" creationId="{F58FAFCA-E395-4B1D-95F1-AE3FEE0F3E48}"/>
          </ac:spMkLst>
        </pc:spChg>
        <pc:picChg chg="mod">
          <ac:chgData name="Job Coenen" userId="39d21178-e980-40d1-ac56-45bbb0bcf1af" providerId="ADAL" clId="{2C167A7A-7EA6-41E4-B2C1-D922770D4D8E}" dt="2023-03-10T11:17:27.559" v="843" actId="14100"/>
          <ac:picMkLst>
            <pc:docMk/>
            <pc:sldMk cId="2271598957" sldId="3113"/>
            <ac:picMk id="4098" creationId="{B6C177E0-5F68-41A3-BAA8-0E5F10B380AD}"/>
          </ac:picMkLst>
        </pc:picChg>
      </pc:sldChg>
      <pc:sldChg chg="delSp modSp add mod">
        <pc:chgData name="Job Coenen" userId="39d21178-e980-40d1-ac56-45bbb0bcf1af" providerId="ADAL" clId="{2C167A7A-7EA6-41E4-B2C1-D922770D4D8E}" dt="2023-03-10T11:16:07.278" v="811" actId="1076"/>
        <pc:sldMkLst>
          <pc:docMk/>
          <pc:sldMk cId="763398919" sldId="3116"/>
        </pc:sldMkLst>
        <pc:spChg chg="del">
          <ac:chgData name="Job Coenen" userId="39d21178-e980-40d1-ac56-45bbb0bcf1af" providerId="ADAL" clId="{2C167A7A-7EA6-41E4-B2C1-D922770D4D8E}" dt="2023-03-09T09:01:08.091" v="498" actId="478"/>
          <ac:spMkLst>
            <pc:docMk/>
            <pc:sldMk cId="763398919" sldId="3116"/>
            <ac:spMk id="4" creationId="{19F50322-4555-4571-9BE0-AFC57CC232A2}"/>
          </ac:spMkLst>
        </pc:spChg>
        <pc:spChg chg="mod">
          <ac:chgData name="Job Coenen" userId="39d21178-e980-40d1-ac56-45bbb0bcf1af" providerId="ADAL" clId="{2C167A7A-7EA6-41E4-B2C1-D922770D4D8E}" dt="2023-03-10T11:16:07.278" v="811" actId="1076"/>
          <ac:spMkLst>
            <pc:docMk/>
            <pc:sldMk cId="763398919" sldId="3116"/>
            <ac:spMk id="5" creationId="{7D9D95A4-6447-4128-BAEC-1665304C19E1}"/>
          </ac:spMkLst>
        </pc:spChg>
        <pc:picChg chg="mod">
          <ac:chgData name="Job Coenen" userId="39d21178-e980-40d1-ac56-45bbb0bcf1af" providerId="ADAL" clId="{2C167A7A-7EA6-41E4-B2C1-D922770D4D8E}" dt="2023-03-10T11:16:03.829" v="810" actId="14100"/>
          <ac:picMkLst>
            <pc:docMk/>
            <pc:sldMk cId="763398919" sldId="3116"/>
            <ac:picMk id="7170" creationId="{6BDC5035-42C6-49F6-8016-64CF44EC8552}"/>
          </ac:picMkLst>
        </pc:picChg>
      </pc:sldChg>
      <pc:sldChg chg="modSp add mod">
        <pc:chgData name="Job Coenen" userId="39d21178-e980-40d1-ac56-45bbb0bcf1af" providerId="ADAL" clId="{2C167A7A-7EA6-41E4-B2C1-D922770D4D8E}" dt="2023-03-10T11:17:44.775" v="845" actId="207"/>
        <pc:sldMkLst>
          <pc:docMk/>
          <pc:sldMk cId="757193233" sldId="3117"/>
        </pc:sldMkLst>
        <pc:spChg chg="mod">
          <ac:chgData name="Job Coenen" userId="39d21178-e980-40d1-ac56-45bbb0bcf1af" providerId="ADAL" clId="{2C167A7A-7EA6-41E4-B2C1-D922770D4D8E}" dt="2023-03-09T09:02:04.391" v="516" actId="14100"/>
          <ac:spMkLst>
            <pc:docMk/>
            <pc:sldMk cId="757193233" sldId="3117"/>
            <ac:spMk id="2" creationId="{99FBE0CA-A089-4A41-AB95-51224BD66312}"/>
          </ac:spMkLst>
        </pc:spChg>
        <pc:spChg chg="mod">
          <ac:chgData name="Job Coenen" userId="39d21178-e980-40d1-ac56-45bbb0bcf1af" providerId="ADAL" clId="{2C167A7A-7EA6-41E4-B2C1-D922770D4D8E}" dt="2023-03-10T11:17:44.775" v="845" actId="207"/>
          <ac:spMkLst>
            <pc:docMk/>
            <pc:sldMk cId="757193233" sldId="3117"/>
            <ac:spMk id="90" creationId="{14757985-AE54-43BA-B1EA-BA3D4322B8BD}"/>
          </ac:spMkLst>
        </pc:spChg>
        <pc:spChg chg="mod">
          <ac:chgData name="Job Coenen" userId="39d21178-e980-40d1-ac56-45bbb0bcf1af" providerId="ADAL" clId="{2C167A7A-7EA6-41E4-B2C1-D922770D4D8E}" dt="2023-03-10T11:17:44.775" v="845" actId="207"/>
          <ac:spMkLst>
            <pc:docMk/>
            <pc:sldMk cId="757193233" sldId="3117"/>
            <ac:spMk id="91" creationId="{9956EAC6-28B6-4D7E-9FA7-7C0AB2BEB6AE}"/>
          </ac:spMkLst>
        </pc:spChg>
      </pc:sldChg>
      <pc:sldChg chg="addSp delSp modSp add setBg">
        <pc:chgData name="Job Coenen" userId="39d21178-e980-40d1-ac56-45bbb0bcf1af" providerId="ADAL" clId="{2C167A7A-7EA6-41E4-B2C1-D922770D4D8E}" dt="2023-03-14T10:14:25.137" v="1092"/>
        <pc:sldMkLst>
          <pc:docMk/>
          <pc:sldMk cId="4020093581" sldId="3118"/>
        </pc:sldMkLst>
        <pc:picChg chg="add del mod">
          <ac:chgData name="Job Coenen" userId="39d21178-e980-40d1-ac56-45bbb0bcf1af" providerId="ADAL" clId="{2C167A7A-7EA6-41E4-B2C1-D922770D4D8E}" dt="2023-03-14T10:14:25.137" v="1092"/>
          <ac:picMkLst>
            <pc:docMk/>
            <pc:sldMk cId="4020093581" sldId="3118"/>
            <ac:picMk id="2" creationId="{9B485EFC-1C63-D511-A10E-9E79A8B0ED8E}"/>
          </ac:picMkLst>
        </pc:picChg>
        <pc:picChg chg="add del mod">
          <ac:chgData name="Job Coenen" userId="39d21178-e980-40d1-ac56-45bbb0bcf1af" providerId="ADAL" clId="{2C167A7A-7EA6-41E4-B2C1-D922770D4D8E}" dt="2023-03-14T10:14:25.137" v="1092"/>
          <ac:picMkLst>
            <pc:docMk/>
            <pc:sldMk cId="4020093581" sldId="3118"/>
            <ac:picMk id="3" creationId="{C3D5FCE7-D9DD-1843-8531-86F4D62C7F3E}"/>
          </ac:picMkLst>
        </pc:picChg>
      </pc:sldChg>
      <pc:sldChg chg="add del">
        <pc:chgData name="Job Coenen" userId="39d21178-e980-40d1-ac56-45bbb0bcf1af" providerId="ADAL" clId="{2C167A7A-7EA6-41E4-B2C1-D922770D4D8E}" dt="2023-03-09T09:02:16.772" v="518" actId="47"/>
        <pc:sldMkLst>
          <pc:docMk/>
          <pc:sldMk cId="2285723737" sldId="3119"/>
        </pc:sldMkLst>
      </pc:sldChg>
      <pc:sldChg chg="modSp add mod ord">
        <pc:chgData name="Job Coenen" userId="39d21178-e980-40d1-ac56-45bbb0bcf1af" providerId="ADAL" clId="{2C167A7A-7EA6-41E4-B2C1-D922770D4D8E}" dt="2023-03-10T10:39:50.207" v="809"/>
        <pc:sldMkLst>
          <pc:docMk/>
          <pc:sldMk cId="3376301672" sldId="3119"/>
        </pc:sldMkLst>
        <pc:spChg chg="mod">
          <ac:chgData name="Job Coenen" userId="39d21178-e980-40d1-ac56-45bbb0bcf1af" providerId="ADAL" clId="{2C167A7A-7EA6-41E4-B2C1-D922770D4D8E}" dt="2023-03-10T10:39:50.207" v="809"/>
          <ac:spMkLst>
            <pc:docMk/>
            <pc:sldMk cId="3376301672" sldId="3119"/>
            <ac:spMk id="3" creationId="{B40EDED3-F442-D5D6-2F79-12A7398B2AE1}"/>
          </ac:spMkLst>
        </pc:spChg>
        <pc:picChg chg="mod">
          <ac:chgData name="Job Coenen" userId="39d21178-e980-40d1-ac56-45bbb0bcf1af" providerId="ADAL" clId="{2C167A7A-7EA6-41E4-B2C1-D922770D4D8E}" dt="2023-03-09T09:02:28.345" v="522" actId="207"/>
          <ac:picMkLst>
            <pc:docMk/>
            <pc:sldMk cId="3376301672" sldId="3119"/>
            <ac:picMk id="4" creationId="{FC149F92-4405-B479-6657-EB920BEE578B}"/>
          </ac:picMkLst>
        </pc:picChg>
      </pc:sldChg>
      <pc:sldChg chg="add del">
        <pc:chgData name="Job Coenen" userId="39d21178-e980-40d1-ac56-45bbb0bcf1af" providerId="ADAL" clId="{2C167A7A-7EA6-41E4-B2C1-D922770D4D8E}" dt="2023-03-07T13:21:33.888" v="86"/>
        <pc:sldMkLst>
          <pc:docMk/>
          <pc:sldMk cId="1944072583" sldId="3120"/>
        </pc:sldMkLst>
      </pc:sldChg>
      <pc:sldChg chg="addSp delSp modSp new mod">
        <pc:chgData name="Job Coenen" userId="39d21178-e980-40d1-ac56-45bbb0bcf1af" providerId="ADAL" clId="{2C167A7A-7EA6-41E4-B2C1-D922770D4D8E}" dt="2023-03-14T10:48:42.700" v="1388" actId="403"/>
        <pc:sldMkLst>
          <pc:docMk/>
          <pc:sldMk cId="3049823233" sldId="3120"/>
        </pc:sldMkLst>
        <pc:spChg chg="del">
          <ac:chgData name="Job Coenen" userId="39d21178-e980-40d1-ac56-45bbb0bcf1af" providerId="ADAL" clId="{2C167A7A-7EA6-41E4-B2C1-D922770D4D8E}" dt="2023-03-09T09:08:19.898" v="529" actId="478"/>
          <ac:spMkLst>
            <pc:docMk/>
            <pc:sldMk cId="3049823233" sldId="3120"/>
            <ac:spMk id="2" creationId="{829F2887-24BF-EA07-63AC-AB71BE220E64}"/>
          </ac:spMkLst>
        </pc:spChg>
        <pc:spChg chg="mod">
          <ac:chgData name="Job Coenen" userId="39d21178-e980-40d1-ac56-45bbb0bcf1af" providerId="ADAL" clId="{2C167A7A-7EA6-41E4-B2C1-D922770D4D8E}" dt="2023-03-14T10:48:42.700" v="1388" actId="403"/>
          <ac:spMkLst>
            <pc:docMk/>
            <pc:sldMk cId="3049823233" sldId="3120"/>
            <ac:spMk id="3" creationId="{D3B48935-CC81-6D3F-C1F4-D5C9D85F0066}"/>
          </ac:spMkLst>
        </pc:spChg>
        <pc:spChg chg="add del">
          <ac:chgData name="Job Coenen" userId="39d21178-e980-40d1-ac56-45bbb0bcf1af" providerId="ADAL" clId="{2C167A7A-7EA6-41E4-B2C1-D922770D4D8E}" dt="2023-03-09T09:08:22.828" v="531" actId="478"/>
          <ac:spMkLst>
            <pc:docMk/>
            <pc:sldMk cId="3049823233" sldId="3120"/>
            <ac:spMk id="4" creationId="{FBFA9B55-1368-030A-12EC-D289A6101004}"/>
          </ac:spMkLst>
        </pc:spChg>
        <pc:spChg chg="add del">
          <ac:chgData name="Job Coenen" userId="39d21178-e980-40d1-ac56-45bbb0bcf1af" providerId="ADAL" clId="{2C167A7A-7EA6-41E4-B2C1-D922770D4D8E}" dt="2023-03-09T09:08:47.028" v="533" actId="478"/>
          <ac:spMkLst>
            <pc:docMk/>
            <pc:sldMk cId="3049823233" sldId="3120"/>
            <ac:spMk id="5" creationId="{3609FF6E-D9A3-B351-769F-3FDF3B073FDF}"/>
          </ac:spMkLst>
        </pc:spChg>
        <pc:picChg chg="add mod">
          <ac:chgData name="Job Coenen" userId="39d21178-e980-40d1-ac56-45bbb0bcf1af" providerId="ADAL" clId="{2C167A7A-7EA6-41E4-B2C1-D922770D4D8E}" dt="2023-03-09T09:09:03.504" v="535" actId="1076"/>
          <ac:picMkLst>
            <pc:docMk/>
            <pc:sldMk cId="3049823233" sldId="3120"/>
            <ac:picMk id="7" creationId="{966AE2C1-5DFB-EA91-EDCD-BB39B906EDD1}"/>
          </ac:picMkLst>
        </pc:picChg>
      </pc:sldChg>
      <pc:sldChg chg="modSp add mod">
        <pc:chgData name="Job Coenen" userId="39d21178-e980-40d1-ac56-45bbb0bcf1af" providerId="ADAL" clId="{2C167A7A-7EA6-41E4-B2C1-D922770D4D8E}" dt="2023-03-09T09:12:14.675" v="766" actId="20577"/>
        <pc:sldMkLst>
          <pc:docMk/>
          <pc:sldMk cId="1825178355" sldId="3121"/>
        </pc:sldMkLst>
        <pc:spChg chg="mod">
          <ac:chgData name="Job Coenen" userId="39d21178-e980-40d1-ac56-45bbb0bcf1af" providerId="ADAL" clId="{2C167A7A-7EA6-41E4-B2C1-D922770D4D8E}" dt="2023-03-09T09:12:14.675" v="766" actId="20577"/>
          <ac:spMkLst>
            <pc:docMk/>
            <pc:sldMk cId="1825178355" sldId="3121"/>
            <ac:spMk id="3" creationId="{B40EDED3-F442-D5D6-2F79-12A7398B2AE1}"/>
          </ac:spMkLst>
        </pc:spChg>
      </pc:sldChg>
      <pc:sldChg chg="add del">
        <pc:chgData name="Job Coenen" userId="39d21178-e980-40d1-ac56-45bbb0bcf1af" providerId="ADAL" clId="{2C167A7A-7EA6-41E4-B2C1-D922770D4D8E}" dt="2023-03-09T09:12:21.719" v="768" actId="47"/>
        <pc:sldMkLst>
          <pc:docMk/>
          <pc:sldMk cId="1156275738" sldId="3122"/>
        </pc:sldMkLst>
      </pc:sldChg>
      <pc:sldChg chg="modSp add mod modShow">
        <pc:chgData name="Job Coenen" userId="39d21178-e980-40d1-ac56-45bbb0bcf1af" providerId="ADAL" clId="{2C167A7A-7EA6-41E4-B2C1-D922770D4D8E}" dt="2023-03-14T16:07:11.560" v="1644" actId="729"/>
        <pc:sldMkLst>
          <pc:docMk/>
          <pc:sldMk cId="2085445374" sldId="3122"/>
        </pc:sldMkLst>
        <pc:spChg chg="mod">
          <ac:chgData name="Job Coenen" userId="39d21178-e980-40d1-ac56-45bbb0bcf1af" providerId="ADAL" clId="{2C167A7A-7EA6-41E4-B2C1-D922770D4D8E}" dt="2023-03-09T09:14:36.108" v="805" actId="1076"/>
          <ac:spMkLst>
            <pc:docMk/>
            <pc:sldMk cId="2085445374" sldId="3122"/>
            <ac:spMk id="16386" creationId="{00000000-0000-0000-0000-000000000000}"/>
          </ac:spMkLst>
        </pc:spChg>
        <pc:spChg chg="mod">
          <ac:chgData name="Job Coenen" userId="39d21178-e980-40d1-ac56-45bbb0bcf1af" providerId="ADAL" clId="{2C167A7A-7EA6-41E4-B2C1-D922770D4D8E}" dt="2023-03-09T09:14:40.866" v="806" actId="1076"/>
          <ac:spMkLst>
            <pc:docMk/>
            <pc:sldMk cId="2085445374" sldId="3122"/>
            <ac:spMk id="16389" creationId="{00000000-0000-0000-0000-000000000000}"/>
          </ac:spMkLst>
        </pc:spChg>
      </pc:sldChg>
      <pc:sldChg chg="modSp add del mod">
        <pc:chgData name="Job Coenen" userId="39d21178-e980-40d1-ac56-45bbb0bcf1af" providerId="ADAL" clId="{2C167A7A-7EA6-41E4-B2C1-D922770D4D8E}" dt="2023-03-07T13:21:33.888" v="86"/>
        <pc:sldMkLst>
          <pc:docMk/>
          <pc:sldMk cId="3104560263" sldId="3122"/>
        </pc:sldMkLst>
        <pc:spChg chg="mod">
          <ac:chgData name="Job Coenen" userId="39d21178-e980-40d1-ac56-45bbb0bcf1af" providerId="ADAL" clId="{2C167A7A-7EA6-41E4-B2C1-D922770D4D8E}" dt="2023-03-07T13:21:33.888" v="86"/>
          <ac:spMkLst>
            <pc:docMk/>
            <pc:sldMk cId="3104560263" sldId="3122"/>
            <ac:spMk id="2" creationId="{0FB4BDAB-6398-47B5-967C-561BB1016A80}"/>
          </ac:spMkLst>
        </pc:spChg>
      </pc:sldChg>
      <pc:sldChg chg="delSp modSp new mod">
        <pc:chgData name="Job Coenen" userId="39d21178-e980-40d1-ac56-45bbb0bcf1af" providerId="ADAL" clId="{2C167A7A-7EA6-41E4-B2C1-D922770D4D8E}" dt="2023-03-10T11:19:41.107" v="995" actId="27636"/>
        <pc:sldMkLst>
          <pc:docMk/>
          <pc:sldMk cId="893289342" sldId="3123"/>
        </pc:sldMkLst>
        <pc:spChg chg="del">
          <ac:chgData name="Job Coenen" userId="39d21178-e980-40d1-ac56-45bbb0bcf1af" providerId="ADAL" clId="{2C167A7A-7EA6-41E4-B2C1-D922770D4D8E}" dt="2023-03-10T11:18:37.057" v="849" actId="478"/>
          <ac:spMkLst>
            <pc:docMk/>
            <pc:sldMk cId="893289342" sldId="3123"/>
            <ac:spMk id="2" creationId="{16DF0A66-0C54-8595-B40A-AC427FD06F2A}"/>
          </ac:spMkLst>
        </pc:spChg>
        <pc:spChg chg="mod">
          <ac:chgData name="Job Coenen" userId="39d21178-e980-40d1-ac56-45bbb0bcf1af" providerId="ADAL" clId="{2C167A7A-7EA6-41E4-B2C1-D922770D4D8E}" dt="2023-03-10T11:19:41.107" v="995" actId="27636"/>
          <ac:spMkLst>
            <pc:docMk/>
            <pc:sldMk cId="893289342" sldId="3123"/>
            <ac:spMk id="3" creationId="{90C9E080-961C-37E6-6D8E-20B72604628D}"/>
          </ac:spMkLst>
        </pc:spChg>
      </pc:sldChg>
      <pc:sldChg chg="delSp modSp new add del mod">
        <pc:chgData name="Job Coenen" userId="39d21178-e980-40d1-ac56-45bbb0bcf1af" providerId="ADAL" clId="{2C167A7A-7EA6-41E4-B2C1-D922770D4D8E}" dt="2023-03-14T12:56:24.430" v="1414" actId="2696"/>
        <pc:sldMkLst>
          <pc:docMk/>
          <pc:sldMk cId="517659870" sldId="3124"/>
        </pc:sldMkLst>
        <pc:spChg chg="del">
          <ac:chgData name="Job Coenen" userId="39d21178-e980-40d1-ac56-45bbb0bcf1af" providerId="ADAL" clId="{2C167A7A-7EA6-41E4-B2C1-D922770D4D8E}" dt="2023-03-14T10:12:01.252" v="1082" actId="478"/>
          <ac:spMkLst>
            <pc:docMk/>
            <pc:sldMk cId="517659870" sldId="3124"/>
            <ac:spMk id="2" creationId="{C865223C-5067-E4E9-BDCF-EE415D91B541}"/>
          </ac:spMkLst>
        </pc:spChg>
        <pc:spChg chg="mod">
          <ac:chgData name="Job Coenen" userId="39d21178-e980-40d1-ac56-45bbb0bcf1af" providerId="ADAL" clId="{2C167A7A-7EA6-41E4-B2C1-D922770D4D8E}" dt="2023-03-14T10:12:09.969" v="1090" actId="1076"/>
          <ac:spMkLst>
            <pc:docMk/>
            <pc:sldMk cId="517659870" sldId="3124"/>
            <ac:spMk id="3" creationId="{4CB185E6-45A8-572B-6EA1-B3D9BED4CE8D}"/>
          </ac:spMkLst>
        </pc:spChg>
      </pc:sldChg>
      <pc:sldChg chg="addSp delSp modSp new mod">
        <pc:chgData name="Job Coenen" userId="39d21178-e980-40d1-ac56-45bbb0bcf1af" providerId="ADAL" clId="{2C167A7A-7EA6-41E4-B2C1-D922770D4D8E}" dt="2023-03-10T11:21:44.120" v="1079" actId="20577"/>
        <pc:sldMkLst>
          <pc:docMk/>
          <pc:sldMk cId="4087620706" sldId="3125"/>
        </pc:sldMkLst>
        <pc:spChg chg="del">
          <ac:chgData name="Job Coenen" userId="39d21178-e980-40d1-ac56-45bbb0bcf1af" providerId="ADAL" clId="{2C167A7A-7EA6-41E4-B2C1-D922770D4D8E}" dt="2023-03-10T11:21:22.320" v="1023" actId="478"/>
          <ac:spMkLst>
            <pc:docMk/>
            <pc:sldMk cId="4087620706" sldId="3125"/>
            <ac:spMk id="2" creationId="{F83B7859-A908-C050-6660-A17C6011368F}"/>
          </ac:spMkLst>
        </pc:spChg>
        <pc:spChg chg="mod">
          <ac:chgData name="Job Coenen" userId="39d21178-e980-40d1-ac56-45bbb0bcf1af" providerId="ADAL" clId="{2C167A7A-7EA6-41E4-B2C1-D922770D4D8E}" dt="2023-03-10T11:21:44.120" v="1079" actId="20577"/>
          <ac:spMkLst>
            <pc:docMk/>
            <pc:sldMk cId="4087620706" sldId="3125"/>
            <ac:spMk id="3" creationId="{A9C11DAF-45C7-BD5C-8EA1-02CAFB7BDC03}"/>
          </ac:spMkLst>
        </pc:spChg>
        <pc:picChg chg="add mod">
          <ac:chgData name="Job Coenen" userId="39d21178-e980-40d1-ac56-45bbb0bcf1af" providerId="ADAL" clId="{2C167A7A-7EA6-41E4-B2C1-D922770D4D8E}" dt="2023-03-10T11:21:30.487" v="1027" actId="1076"/>
          <ac:picMkLst>
            <pc:docMk/>
            <pc:sldMk cId="4087620706" sldId="3125"/>
            <ac:picMk id="1026" creationId="{AC7B62FA-6A69-A123-B688-3FF83B37464A}"/>
          </ac:picMkLst>
        </pc:picChg>
      </pc:sldChg>
      <pc:sldChg chg="addSp delSp modSp add mod">
        <pc:chgData name="Job Coenen" userId="39d21178-e980-40d1-ac56-45bbb0bcf1af" providerId="ADAL" clId="{2C167A7A-7EA6-41E4-B2C1-D922770D4D8E}" dt="2023-03-14T10:23:44.791" v="1256"/>
        <pc:sldMkLst>
          <pc:docMk/>
          <pc:sldMk cId="2082353808" sldId="3126"/>
        </pc:sldMkLst>
        <pc:spChg chg="add mod">
          <ac:chgData name="Job Coenen" userId="39d21178-e980-40d1-ac56-45bbb0bcf1af" providerId="ADAL" clId="{2C167A7A-7EA6-41E4-B2C1-D922770D4D8E}" dt="2023-03-14T10:15:33.388" v="1244" actId="20577"/>
          <ac:spMkLst>
            <pc:docMk/>
            <pc:sldMk cId="2082353808" sldId="3126"/>
            <ac:spMk id="4" creationId="{B54E018C-9653-01E1-BF29-E40B57046BD8}"/>
          </ac:spMkLst>
        </pc:spChg>
        <pc:picChg chg="add mod">
          <ac:chgData name="Job Coenen" userId="39d21178-e980-40d1-ac56-45bbb0bcf1af" providerId="ADAL" clId="{2C167A7A-7EA6-41E4-B2C1-D922770D4D8E}" dt="2023-03-14T10:14:37.643" v="1097" actId="1076"/>
          <ac:picMkLst>
            <pc:docMk/>
            <pc:sldMk cId="2082353808" sldId="3126"/>
            <ac:picMk id="2" creationId="{2E67037C-E1AA-2E8E-AB6A-ECFD7B93D820}"/>
          </ac:picMkLst>
        </pc:picChg>
        <pc:picChg chg="add mod">
          <ac:chgData name="Job Coenen" userId="39d21178-e980-40d1-ac56-45bbb0bcf1af" providerId="ADAL" clId="{2C167A7A-7EA6-41E4-B2C1-D922770D4D8E}" dt="2023-03-14T10:14:41.955" v="1098" actId="1076"/>
          <ac:picMkLst>
            <pc:docMk/>
            <pc:sldMk cId="2082353808" sldId="3126"/>
            <ac:picMk id="3" creationId="{91BE160D-E756-CA3A-36A5-FB20B0950AE7}"/>
          </ac:picMkLst>
        </pc:picChg>
        <pc:picChg chg="add del mod">
          <ac:chgData name="Job Coenen" userId="39d21178-e980-40d1-ac56-45bbb0bcf1af" providerId="ADAL" clId="{2C167A7A-7EA6-41E4-B2C1-D922770D4D8E}" dt="2023-03-14T10:23:44.791" v="1256"/>
          <ac:picMkLst>
            <pc:docMk/>
            <pc:sldMk cId="2082353808" sldId="3126"/>
            <ac:picMk id="5" creationId="{5221B8B0-9E74-149F-1F78-906AD3C64351}"/>
          </ac:picMkLst>
        </pc:picChg>
        <pc:picChg chg="del">
          <ac:chgData name="Job Coenen" userId="39d21178-e980-40d1-ac56-45bbb0bcf1af" providerId="ADAL" clId="{2C167A7A-7EA6-41E4-B2C1-D922770D4D8E}" dt="2023-03-14T10:14:31.037" v="1094" actId="478"/>
          <ac:picMkLst>
            <pc:docMk/>
            <pc:sldMk cId="2082353808" sldId="3126"/>
            <ac:picMk id="1026" creationId="{4F0CA92D-A602-4238-B06E-35EA306350A7}"/>
          </ac:picMkLst>
        </pc:picChg>
      </pc:sldChg>
      <pc:sldChg chg="addSp delSp modSp new mod">
        <pc:chgData name="Job Coenen" userId="39d21178-e980-40d1-ac56-45bbb0bcf1af" providerId="ADAL" clId="{2C167A7A-7EA6-41E4-B2C1-D922770D4D8E}" dt="2023-03-14T10:48:00.984" v="1355" actId="1076"/>
        <pc:sldMkLst>
          <pc:docMk/>
          <pc:sldMk cId="1859940732" sldId="3127"/>
        </pc:sldMkLst>
        <pc:spChg chg="del">
          <ac:chgData name="Job Coenen" userId="39d21178-e980-40d1-ac56-45bbb0bcf1af" providerId="ADAL" clId="{2C167A7A-7EA6-41E4-B2C1-D922770D4D8E}" dt="2023-03-14T10:25:06.125" v="1320" actId="478"/>
          <ac:spMkLst>
            <pc:docMk/>
            <pc:sldMk cId="1859940732" sldId="3127"/>
            <ac:spMk id="2" creationId="{25EBA6E1-11A5-DB72-3F95-D50E34B2E093}"/>
          </ac:spMkLst>
        </pc:spChg>
        <pc:spChg chg="mod">
          <ac:chgData name="Job Coenen" userId="39d21178-e980-40d1-ac56-45bbb0bcf1af" providerId="ADAL" clId="{2C167A7A-7EA6-41E4-B2C1-D922770D4D8E}" dt="2023-03-14T10:25:13.537" v="1322" actId="1076"/>
          <ac:spMkLst>
            <pc:docMk/>
            <pc:sldMk cId="1859940732" sldId="3127"/>
            <ac:spMk id="3" creationId="{25D2564F-B522-737A-B523-029C1BA50EAC}"/>
          </ac:spMkLst>
        </pc:spChg>
        <pc:picChg chg="add del mod">
          <ac:chgData name="Job Coenen" userId="39d21178-e980-40d1-ac56-45bbb0bcf1af" providerId="ADAL" clId="{2C167A7A-7EA6-41E4-B2C1-D922770D4D8E}" dt="2023-03-14T10:24:43.363" v="1313" actId="478"/>
          <ac:picMkLst>
            <pc:docMk/>
            <pc:sldMk cId="1859940732" sldId="3127"/>
            <ac:picMk id="2050" creationId="{74E95FEF-E20E-821D-DB40-4156732369F1}"/>
          </ac:picMkLst>
        </pc:picChg>
        <pc:picChg chg="add del mod">
          <ac:chgData name="Job Coenen" userId="39d21178-e980-40d1-ac56-45bbb0bcf1af" providerId="ADAL" clId="{2C167A7A-7EA6-41E4-B2C1-D922770D4D8E}" dt="2023-03-14T10:25:02.492" v="1317" actId="478"/>
          <ac:picMkLst>
            <pc:docMk/>
            <pc:sldMk cId="1859940732" sldId="3127"/>
            <ac:picMk id="2052" creationId="{94C1EEB5-35E2-A2FD-C92A-79086360F61D}"/>
          </ac:picMkLst>
        </pc:picChg>
        <pc:picChg chg="add mod">
          <ac:chgData name="Job Coenen" userId="39d21178-e980-40d1-ac56-45bbb0bcf1af" providerId="ADAL" clId="{2C167A7A-7EA6-41E4-B2C1-D922770D4D8E}" dt="2023-03-14T10:48:00.984" v="1355" actId="1076"/>
          <ac:picMkLst>
            <pc:docMk/>
            <pc:sldMk cId="1859940732" sldId="3127"/>
            <ac:picMk id="2054" creationId="{2ECB625D-BA38-713E-5C9E-C829F84775EF}"/>
          </ac:picMkLst>
        </pc:picChg>
      </pc:sldChg>
      <pc:sldChg chg="modSp add mod ord">
        <pc:chgData name="Job Coenen" userId="39d21178-e980-40d1-ac56-45bbb0bcf1af" providerId="ADAL" clId="{2C167A7A-7EA6-41E4-B2C1-D922770D4D8E}" dt="2023-03-15T09:51:03.285" v="1813" actId="20577"/>
        <pc:sldMkLst>
          <pc:docMk/>
          <pc:sldMk cId="1738939240" sldId="3128"/>
        </pc:sldMkLst>
        <pc:spChg chg="mod">
          <ac:chgData name="Job Coenen" userId="39d21178-e980-40d1-ac56-45bbb0bcf1af" providerId="ADAL" clId="{2C167A7A-7EA6-41E4-B2C1-D922770D4D8E}" dt="2023-03-15T09:51:03.285" v="1813" actId="20577"/>
          <ac:spMkLst>
            <pc:docMk/>
            <pc:sldMk cId="1738939240" sldId="3128"/>
            <ac:spMk id="3" creationId="{4CB185E6-45A8-572B-6EA1-B3D9BED4CE8D}"/>
          </ac:spMkLst>
        </pc:spChg>
      </pc:sldChg>
      <pc:sldChg chg="addSp delSp add del mod">
        <pc:chgData name="Job Coenen" userId="39d21178-e980-40d1-ac56-45bbb0bcf1af" providerId="ADAL" clId="{2C167A7A-7EA6-41E4-B2C1-D922770D4D8E}" dt="2023-03-14T13:00:33.413" v="1639" actId="47"/>
        <pc:sldMkLst>
          <pc:docMk/>
          <pc:sldMk cId="940592136" sldId="3129"/>
        </pc:sldMkLst>
        <pc:spChg chg="add">
          <ac:chgData name="Job Coenen" userId="39d21178-e980-40d1-ac56-45bbb0bcf1af" providerId="ADAL" clId="{2C167A7A-7EA6-41E4-B2C1-D922770D4D8E}" dt="2023-03-14T12:58:57.054" v="1530" actId="22"/>
          <ac:spMkLst>
            <pc:docMk/>
            <pc:sldMk cId="940592136" sldId="3129"/>
            <ac:spMk id="4" creationId="{4789D788-ADB0-CCDF-AC71-D4AE87405C47}"/>
          </ac:spMkLst>
        </pc:spChg>
        <pc:picChg chg="del">
          <ac:chgData name="Job Coenen" userId="39d21178-e980-40d1-ac56-45bbb0bcf1af" providerId="ADAL" clId="{2C167A7A-7EA6-41E4-B2C1-D922770D4D8E}" dt="2023-03-14T12:58:56.448" v="1529" actId="478"/>
          <ac:picMkLst>
            <pc:docMk/>
            <pc:sldMk cId="940592136" sldId="3129"/>
            <ac:picMk id="3" creationId="{00000000-0000-0000-0000-000000000000}"/>
          </ac:picMkLst>
        </pc:picChg>
      </pc:sldChg>
      <pc:sldChg chg="delSp modSp add mod ord delAnim">
        <pc:chgData name="Job Coenen" userId="39d21178-e980-40d1-ac56-45bbb0bcf1af" providerId="ADAL" clId="{2C167A7A-7EA6-41E4-B2C1-D922770D4D8E}" dt="2023-03-14T13:00:37.897" v="1643" actId="20577"/>
        <pc:sldMkLst>
          <pc:docMk/>
          <pc:sldMk cId="839692922" sldId="3130"/>
        </pc:sldMkLst>
        <pc:spChg chg="mod">
          <ac:chgData name="Job Coenen" userId="39d21178-e980-40d1-ac56-45bbb0bcf1af" providerId="ADAL" clId="{2C167A7A-7EA6-41E4-B2C1-D922770D4D8E}" dt="2023-03-14T13:00:37.897" v="1643" actId="20577"/>
          <ac:spMkLst>
            <pc:docMk/>
            <pc:sldMk cId="839692922" sldId="3130"/>
            <ac:spMk id="2" creationId="{C38547D5-BD52-B249-8EAE-D2F7EFCFEED9}"/>
          </ac:spMkLst>
        </pc:spChg>
        <pc:spChg chg="mod">
          <ac:chgData name="Job Coenen" userId="39d21178-e980-40d1-ac56-45bbb0bcf1af" providerId="ADAL" clId="{2C167A7A-7EA6-41E4-B2C1-D922770D4D8E}" dt="2023-03-14T12:59:57.779" v="1632" actId="20577"/>
          <ac:spMkLst>
            <pc:docMk/>
            <pc:sldMk cId="839692922" sldId="3130"/>
            <ac:spMk id="3" creationId="{A7FFC3CE-D7EA-BAA3-FFDB-EFC52F12BA14}"/>
          </ac:spMkLst>
        </pc:spChg>
        <pc:spChg chg="del">
          <ac:chgData name="Job Coenen" userId="39d21178-e980-40d1-ac56-45bbb0bcf1af" providerId="ADAL" clId="{2C167A7A-7EA6-41E4-B2C1-D922770D4D8E}" dt="2023-03-14T13:00:10.146" v="1634" actId="478"/>
          <ac:spMkLst>
            <pc:docMk/>
            <pc:sldMk cId="839692922" sldId="3130"/>
            <ac:spMk id="5" creationId="{23FAC1D7-4C62-D8C2-64D8-6C7435DBCD62}"/>
          </ac:spMkLst>
        </pc:spChg>
        <pc:picChg chg="del">
          <ac:chgData name="Job Coenen" userId="39d21178-e980-40d1-ac56-45bbb0bcf1af" providerId="ADAL" clId="{2C167A7A-7EA6-41E4-B2C1-D922770D4D8E}" dt="2023-03-14T13:00:08.336" v="1633" actId="478"/>
          <ac:picMkLst>
            <pc:docMk/>
            <pc:sldMk cId="839692922" sldId="3130"/>
            <ac:picMk id="4" creationId="{EDA4BD54-21F9-19E9-37C3-455F8D84B8FE}"/>
          </ac:picMkLst>
        </pc:picChg>
      </pc:sldChg>
      <pc:sldChg chg="delSp add del">
        <pc:chgData name="Job Coenen" userId="39d21178-e980-40d1-ac56-45bbb0bcf1af" providerId="ADAL" clId="{2C167A7A-7EA6-41E4-B2C1-D922770D4D8E}" dt="2023-03-14T13:00:31.930" v="1638" actId="47"/>
        <pc:sldMkLst>
          <pc:docMk/>
          <pc:sldMk cId="262920269" sldId="3131"/>
        </pc:sldMkLst>
        <pc:picChg chg="del">
          <ac:chgData name="Job Coenen" userId="39d21178-e980-40d1-ac56-45bbb0bcf1af" providerId="ADAL" clId="{2C167A7A-7EA6-41E4-B2C1-D922770D4D8E}" dt="2023-03-14T13:00:14.196" v="1636" actId="478"/>
          <ac:picMkLst>
            <pc:docMk/>
            <pc:sldMk cId="262920269" sldId="3131"/>
            <ac:picMk id="4" creationId="{EDA4BD54-21F9-19E9-37C3-455F8D84B8FE}"/>
          </ac:picMkLst>
        </pc:picChg>
      </pc:sldChg>
      <pc:sldChg chg="delSp modSp new mod ord">
        <pc:chgData name="Job Coenen" userId="39d21178-e980-40d1-ac56-45bbb0bcf1af" providerId="ADAL" clId="{2C167A7A-7EA6-41E4-B2C1-D922770D4D8E}" dt="2023-03-15T09:54:08.693" v="1815" actId="20577"/>
        <pc:sldMkLst>
          <pc:docMk/>
          <pc:sldMk cId="1489495786" sldId="3131"/>
        </pc:sldMkLst>
        <pc:spChg chg="del">
          <ac:chgData name="Job Coenen" userId="39d21178-e980-40d1-ac56-45bbb0bcf1af" providerId="ADAL" clId="{2C167A7A-7EA6-41E4-B2C1-D922770D4D8E}" dt="2023-03-14T16:07:46.270" v="1778" actId="478"/>
          <ac:spMkLst>
            <pc:docMk/>
            <pc:sldMk cId="1489495786" sldId="3131"/>
            <ac:spMk id="2" creationId="{63B3C356-00E3-0C55-5C4D-672989D1E7B2}"/>
          </ac:spMkLst>
        </pc:spChg>
        <pc:spChg chg="mod">
          <ac:chgData name="Job Coenen" userId="39d21178-e980-40d1-ac56-45bbb0bcf1af" providerId="ADAL" clId="{2C167A7A-7EA6-41E4-B2C1-D922770D4D8E}" dt="2023-03-15T09:54:08.693" v="1815" actId="20577"/>
          <ac:spMkLst>
            <pc:docMk/>
            <pc:sldMk cId="1489495786" sldId="3131"/>
            <ac:spMk id="3" creationId="{DF0EFCDD-B4ED-6E80-E8E4-AED6828ACDB2}"/>
          </ac:spMkLst>
        </pc:spChg>
      </pc:sldChg>
      <pc:sldMasterChg chg="delSldLayout modSldLayout">
        <pc:chgData name="Job Coenen" userId="39d21178-e980-40d1-ac56-45bbb0bcf1af" providerId="ADAL" clId="{2C167A7A-7EA6-41E4-B2C1-D922770D4D8E}" dt="2023-03-15T09:53:01.750" v="1814" actId="478"/>
        <pc:sldMasterMkLst>
          <pc:docMk/>
          <pc:sldMasterMk cId="1090280327" sldId="2147483672"/>
        </pc:sldMasterMkLst>
        <pc:sldLayoutChg chg="del">
          <pc:chgData name="Job Coenen" userId="39d21178-e980-40d1-ac56-45bbb0bcf1af" providerId="ADAL" clId="{2C167A7A-7EA6-41E4-B2C1-D922770D4D8E}" dt="2023-03-14T12:09:11.079" v="1410" actId="47"/>
          <pc:sldLayoutMkLst>
            <pc:docMk/>
            <pc:sldMasterMk cId="1090280327" sldId="2147483672"/>
            <pc:sldLayoutMk cId="1401931926" sldId="2147483686"/>
          </pc:sldLayoutMkLst>
        </pc:sldLayoutChg>
        <pc:sldLayoutChg chg="delSp mod">
          <pc:chgData name="Job Coenen" userId="39d21178-e980-40d1-ac56-45bbb0bcf1af" providerId="ADAL" clId="{2C167A7A-7EA6-41E4-B2C1-D922770D4D8E}" dt="2023-03-15T09:53:01.750" v="1814" actId="478"/>
          <pc:sldLayoutMkLst>
            <pc:docMk/>
            <pc:sldMasterMk cId="1090280327" sldId="2147483672"/>
            <pc:sldLayoutMk cId="2928080212" sldId="2147483689"/>
          </pc:sldLayoutMkLst>
          <pc:picChg chg="del">
            <ac:chgData name="Job Coenen" userId="39d21178-e980-40d1-ac56-45bbb0bcf1af" providerId="ADAL" clId="{2C167A7A-7EA6-41E4-B2C1-D922770D4D8E}" dt="2023-03-15T09:53:01.750" v="1814" actId="478"/>
            <ac:picMkLst>
              <pc:docMk/>
              <pc:sldMasterMk cId="1090280327" sldId="2147483672"/>
              <pc:sldLayoutMk cId="2928080212" sldId="2147483689"/>
              <ac:picMk id="8" creationId="{8CC88717-5D49-B743-9C3C-B2A7F7B3B073}"/>
            </ac:picMkLst>
          </pc:picChg>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768BFF6-FDB9-4CBB-9B2C-F03813554766}"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6DEDC337-4982-44DA-A048-CE722C8B3703}">
      <dgm:prSet phldrT="[Tekst]" custT="1"/>
      <dgm:spPr>
        <a:solidFill>
          <a:schemeClr val="tx2"/>
        </a:solidFill>
      </dgm:spPr>
      <dgm:t>
        <a:bodyPr/>
        <a:lstStyle/>
        <a:p>
          <a:r>
            <a:rPr lang="nl-NL" sz="3200" dirty="0"/>
            <a:t>Directie</a:t>
          </a:r>
          <a:endParaRPr lang="en-US" sz="4000" dirty="0"/>
        </a:p>
      </dgm:t>
    </dgm:pt>
    <dgm:pt modelId="{8FE51BD5-E6D9-4878-AA5A-0B00A5A63D4D}" type="parTrans" cxnId="{BE107A4A-BB6E-46EE-AEC4-35E430C75998}">
      <dgm:prSet/>
      <dgm:spPr/>
      <dgm:t>
        <a:bodyPr/>
        <a:lstStyle/>
        <a:p>
          <a:endParaRPr lang="en-US"/>
        </a:p>
      </dgm:t>
    </dgm:pt>
    <dgm:pt modelId="{3E17C6C5-8D07-47D4-9747-63986EB6380C}" type="sibTrans" cxnId="{BE107A4A-BB6E-46EE-AEC4-35E430C75998}">
      <dgm:prSet/>
      <dgm:spPr/>
      <dgm:t>
        <a:bodyPr/>
        <a:lstStyle/>
        <a:p>
          <a:endParaRPr lang="en-US"/>
        </a:p>
      </dgm:t>
    </dgm:pt>
    <dgm:pt modelId="{6971CAA8-595E-4191-9A45-16B574235EA7}">
      <dgm:prSet phldrT="[Tekst]" custT="1"/>
      <dgm:spPr/>
      <dgm:t>
        <a:bodyPr/>
        <a:lstStyle/>
        <a:p>
          <a:r>
            <a:rPr lang="nl-NL" sz="2000" dirty="0"/>
            <a:t>Teamleider A</a:t>
          </a:r>
          <a:endParaRPr lang="en-US" sz="2000" dirty="0"/>
        </a:p>
      </dgm:t>
    </dgm:pt>
    <dgm:pt modelId="{5022D609-FF41-4A43-9537-7602835BEE9A}" type="parTrans" cxnId="{013FBFDF-CF3E-4661-A17D-A68099E43C74}">
      <dgm:prSet/>
      <dgm:spPr/>
      <dgm:t>
        <a:bodyPr/>
        <a:lstStyle/>
        <a:p>
          <a:endParaRPr lang="en-US"/>
        </a:p>
      </dgm:t>
    </dgm:pt>
    <dgm:pt modelId="{577D1B20-4386-49B9-A513-D3FAA0054123}" type="sibTrans" cxnId="{013FBFDF-CF3E-4661-A17D-A68099E43C74}">
      <dgm:prSet/>
      <dgm:spPr/>
      <dgm:t>
        <a:bodyPr/>
        <a:lstStyle/>
        <a:p>
          <a:endParaRPr lang="en-US"/>
        </a:p>
      </dgm:t>
    </dgm:pt>
    <dgm:pt modelId="{A1E72E25-2A0B-4B7E-90DC-D8BE5912026A}">
      <dgm:prSet phldrT="[Tekst]" custT="1"/>
      <dgm:spPr/>
      <dgm:t>
        <a:bodyPr/>
        <a:lstStyle/>
        <a:p>
          <a:r>
            <a:rPr lang="nl-NL" sz="2000" dirty="0"/>
            <a:t>Teamleider B</a:t>
          </a:r>
          <a:endParaRPr lang="en-US" sz="2000" dirty="0"/>
        </a:p>
      </dgm:t>
    </dgm:pt>
    <dgm:pt modelId="{27C505AB-27F7-4B82-9E4D-B876BED9B44D}" type="parTrans" cxnId="{06660D96-94A4-4A5F-877B-60BC99931919}">
      <dgm:prSet/>
      <dgm:spPr/>
      <dgm:t>
        <a:bodyPr/>
        <a:lstStyle/>
        <a:p>
          <a:endParaRPr lang="en-US"/>
        </a:p>
      </dgm:t>
    </dgm:pt>
    <dgm:pt modelId="{A1463B3E-98F0-4E12-9FAB-B8AF34EF4D04}" type="sibTrans" cxnId="{06660D96-94A4-4A5F-877B-60BC99931919}">
      <dgm:prSet/>
      <dgm:spPr/>
      <dgm:t>
        <a:bodyPr/>
        <a:lstStyle/>
        <a:p>
          <a:endParaRPr lang="en-US"/>
        </a:p>
      </dgm:t>
    </dgm:pt>
    <dgm:pt modelId="{36242D11-4B6F-4619-9A09-8C6496B9E571}">
      <dgm:prSet phldrT="[Tekst]" custT="1"/>
      <dgm:spPr/>
      <dgm:t>
        <a:bodyPr/>
        <a:lstStyle/>
        <a:p>
          <a:r>
            <a:rPr lang="nl-NL" sz="2000" dirty="0"/>
            <a:t>Teamleider C</a:t>
          </a:r>
          <a:endParaRPr lang="en-US" sz="2000" dirty="0"/>
        </a:p>
      </dgm:t>
    </dgm:pt>
    <dgm:pt modelId="{5D7DCDAB-4E57-4CB6-B448-82DBBD23E44F}" type="parTrans" cxnId="{A396D3B4-10AE-4413-816F-9681951F5AD8}">
      <dgm:prSet/>
      <dgm:spPr/>
      <dgm:t>
        <a:bodyPr/>
        <a:lstStyle/>
        <a:p>
          <a:endParaRPr lang="en-US"/>
        </a:p>
      </dgm:t>
    </dgm:pt>
    <dgm:pt modelId="{01981B3F-CF66-41A2-BF80-E6520D1620FA}" type="sibTrans" cxnId="{A396D3B4-10AE-4413-816F-9681951F5AD8}">
      <dgm:prSet/>
      <dgm:spPr/>
      <dgm:t>
        <a:bodyPr/>
        <a:lstStyle/>
        <a:p>
          <a:endParaRPr lang="en-US"/>
        </a:p>
      </dgm:t>
    </dgm:pt>
    <dgm:pt modelId="{6110E130-70A9-461D-A0D3-A0C1FA219958}">
      <dgm:prSet custT="1"/>
      <dgm:spPr>
        <a:solidFill>
          <a:schemeClr val="accent6">
            <a:lumMod val="75000"/>
          </a:schemeClr>
        </a:solidFill>
      </dgm:spPr>
      <dgm:t>
        <a:bodyPr/>
        <a:lstStyle/>
        <a:p>
          <a:r>
            <a:rPr lang="nl-NL" sz="2000" dirty="0"/>
            <a:t>Teamleden A1</a:t>
          </a:r>
          <a:endParaRPr lang="en-US" sz="2000" dirty="0"/>
        </a:p>
      </dgm:t>
    </dgm:pt>
    <dgm:pt modelId="{1AD6998F-4A65-44A0-83C6-07B7B5106A48}" type="parTrans" cxnId="{DAB30BBF-BD5F-4BF8-A73A-12852DBC2DA8}">
      <dgm:prSet/>
      <dgm:spPr/>
      <dgm:t>
        <a:bodyPr/>
        <a:lstStyle/>
        <a:p>
          <a:endParaRPr lang="en-US"/>
        </a:p>
      </dgm:t>
    </dgm:pt>
    <dgm:pt modelId="{3B2D3E6D-AE66-4B5A-ADBC-3D090F36C9EB}" type="sibTrans" cxnId="{DAB30BBF-BD5F-4BF8-A73A-12852DBC2DA8}">
      <dgm:prSet/>
      <dgm:spPr/>
      <dgm:t>
        <a:bodyPr/>
        <a:lstStyle/>
        <a:p>
          <a:endParaRPr lang="en-US"/>
        </a:p>
      </dgm:t>
    </dgm:pt>
    <dgm:pt modelId="{1BB5A7E8-BE0F-4D9F-9824-19B53C4862B2}">
      <dgm:prSet custT="1"/>
      <dgm:spPr>
        <a:solidFill>
          <a:schemeClr val="accent6">
            <a:lumMod val="75000"/>
          </a:schemeClr>
        </a:solidFill>
      </dgm:spPr>
      <dgm:t>
        <a:bodyPr/>
        <a:lstStyle/>
        <a:p>
          <a:r>
            <a:rPr lang="nl-NL" sz="2000" dirty="0"/>
            <a:t>Teamleden A2</a:t>
          </a:r>
          <a:endParaRPr lang="en-US" sz="2000" dirty="0"/>
        </a:p>
      </dgm:t>
    </dgm:pt>
    <dgm:pt modelId="{30350CBF-24EE-4DF8-952B-3FB8276BB38B}" type="parTrans" cxnId="{BCE60082-DD25-43C9-9E2A-BA3EC7362704}">
      <dgm:prSet/>
      <dgm:spPr/>
      <dgm:t>
        <a:bodyPr/>
        <a:lstStyle/>
        <a:p>
          <a:endParaRPr lang="en-US"/>
        </a:p>
      </dgm:t>
    </dgm:pt>
    <dgm:pt modelId="{0A86599A-B39E-477A-9D7F-A5B524C33D71}" type="sibTrans" cxnId="{BCE60082-DD25-43C9-9E2A-BA3EC7362704}">
      <dgm:prSet/>
      <dgm:spPr/>
      <dgm:t>
        <a:bodyPr/>
        <a:lstStyle/>
        <a:p>
          <a:endParaRPr lang="en-US"/>
        </a:p>
      </dgm:t>
    </dgm:pt>
    <dgm:pt modelId="{DE9709B3-E8CA-4A91-BFB4-04FC8E5FBE1A}">
      <dgm:prSet custT="1"/>
      <dgm:spPr>
        <a:solidFill>
          <a:schemeClr val="accent6">
            <a:lumMod val="75000"/>
          </a:schemeClr>
        </a:solidFill>
      </dgm:spPr>
      <dgm:t>
        <a:bodyPr/>
        <a:lstStyle/>
        <a:p>
          <a:r>
            <a:rPr lang="nl-NL" sz="2000" dirty="0"/>
            <a:t>Teamleden B1</a:t>
          </a:r>
          <a:endParaRPr lang="en-US" sz="2000" dirty="0"/>
        </a:p>
      </dgm:t>
    </dgm:pt>
    <dgm:pt modelId="{1F8ADF37-3858-41DE-9CC4-F7EE04695DC6}" type="parTrans" cxnId="{9AB78007-B017-4C04-BCEA-91C88C4FC49C}">
      <dgm:prSet/>
      <dgm:spPr/>
      <dgm:t>
        <a:bodyPr/>
        <a:lstStyle/>
        <a:p>
          <a:endParaRPr lang="en-US"/>
        </a:p>
      </dgm:t>
    </dgm:pt>
    <dgm:pt modelId="{05D7994E-C981-4D14-98C1-16DB421BD954}" type="sibTrans" cxnId="{9AB78007-B017-4C04-BCEA-91C88C4FC49C}">
      <dgm:prSet/>
      <dgm:spPr/>
      <dgm:t>
        <a:bodyPr/>
        <a:lstStyle/>
        <a:p>
          <a:endParaRPr lang="en-US"/>
        </a:p>
      </dgm:t>
    </dgm:pt>
    <dgm:pt modelId="{E9B04DD1-79FB-428E-B0C7-4E647EA5DA65}">
      <dgm:prSet custT="1"/>
      <dgm:spPr>
        <a:solidFill>
          <a:schemeClr val="accent6">
            <a:lumMod val="75000"/>
          </a:schemeClr>
        </a:solidFill>
      </dgm:spPr>
      <dgm:t>
        <a:bodyPr/>
        <a:lstStyle/>
        <a:p>
          <a:r>
            <a:rPr lang="nl-NL" sz="2000" dirty="0"/>
            <a:t>Teamleden B2</a:t>
          </a:r>
          <a:endParaRPr lang="en-US" sz="2000" dirty="0"/>
        </a:p>
      </dgm:t>
    </dgm:pt>
    <dgm:pt modelId="{ABE2FAAD-DE04-44B5-842B-E22B2183D76D}" type="parTrans" cxnId="{AB3D534F-A5AB-4D00-A90B-B0BFCABD6E8C}">
      <dgm:prSet/>
      <dgm:spPr/>
      <dgm:t>
        <a:bodyPr/>
        <a:lstStyle/>
        <a:p>
          <a:endParaRPr lang="en-US"/>
        </a:p>
      </dgm:t>
    </dgm:pt>
    <dgm:pt modelId="{949D926B-6E4D-4D1C-B26F-1A6791B644AA}" type="sibTrans" cxnId="{AB3D534F-A5AB-4D00-A90B-B0BFCABD6E8C}">
      <dgm:prSet/>
      <dgm:spPr/>
      <dgm:t>
        <a:bodyPr/>
        <a:lstStyle/>
        <a:p>
          <a:endParaRPr lang="en-US"/>
        </a:p>
      </dgm:t>
    </dgm:pt>
    <dgm:pt modelId="{04F04FA6-7F68-4FFE-8906-BAD7B3009606}">
      <dgm:prSet custT="1"/>
      <dgm:spPr>
        <a:solidFill>
          <a:schemeClr val="accent6">
            <a:lumMod val="75000"/>
          </a:schemeClr>
        </a:solidFill>
      </dgm:spPr>
      <dgm:t>
        <a:bodyPr/>
        <a:lstStyle/>
        <a:p>
          <a:r>
            <a:rPr lang="nl-NL" sz="2000" dirty="0"/>
            <a:t>Teamleden C1</a:t>
          </a:r>
          <a:endParaRPr lang="en-US" sz="2000" dirty="0"/>
        </a:p>
      </dgm:t>
    </dgm:pt>
    <dgm:pt modelId="{7BEEB881-C083-4B0D-B5E3-804426BCC506}" type="parTrans" cxnId="{2567B911-D0BC-4032-8797-C87E5B24C6BC}">
      <dgm:prSet/>
      <dgm:spPr/>
      <dgm:t>
        <a:bodyPr/>
        <a:lstStyle/>
        <a:p>
          <a:endParaRPr lang="en-US"/>
        </a:p>
      </dgm:t>
    </dgm:pt>
    <dgm:pt modelId="{C757CCDE-1F05-4078-89E9-851AE18FC6E4}" type="sibTrans" cxnId="{2567B911-D0BC-4032-8797-C87E5B24C6BC}">
      <dgm:prSet/>
      <dgm:spPr/>
      <dgm:t>
        <a:bodyPr/>
        <a:lstStyle/>
        <a:p>
          <a:endParaRPr lang="en-US"/>
        </a:p>
      </dgm:t>
    </dgm:pt>
    <dgm:pt modelId="{D6567916-8BD2-4DEA-BA90-82925501355C}">
      <dgm:prSet custT="1"/>
      <dgm:spPr>
        <a:solidFill>
          <a:schemeClr val="accent6">
            <a:lumMod val="75000"/>
          </a:schemeClr>
        </a:solidFill>
      </dgm:spPr>
      <dgm:t>
        <a:bodyPr/>
        <a:lstStyle/>
        <a:p>
          <a:r>
            <a:rPr lang="nl-NL" sz="2000" dirty="0"/>
            <a:t>Teamleden C2</a:t>
          </a:r>
          <a:endParaRPr lang="en-US" sz="2000" dirty="0"/>
        </a:p>
      </dgm:t>
    </dgm:pt>
    <dgm:pt modelId="{70CF2C9A-0A78-465A-B16A-405CF6013E73}" type="parTrans" cxnId="{E000414E-CD51-4551-9943-A5F7FCBB1EDB}">
      <dgm:prSet/>
      <dgm:spPr/>
      <dgm:t>
        <a:bodyPr/>
        <a:lstStyle/>
        <a:p>
          <a:endParaRPr lang="en-US"/>
        </a:p>
      </dgm:t>
    </dgm:pt>
    <dgm:pt modelId="{BF8F64CD-0B3D-4788-A41D-73E52362CA5F}" type="sibTrans" cxnId="{E000414E-CD51-4551-9943-A5F7FCBB1EDB}">
      <dgm:prSet/>
      <dgm:spPr/>
      <dgm:t>
        <a:bodyPr/>
        <a:lstStyle/>
        <a:p>
          <a:endParaRPr lang="en-US"/>
        </a:p>
      </dgm:t>
    </dgm:pt>
    <dgm:pt modelId="{34BDE1D5-250C-4579-9D86-A87C9CC1352C}" type="pres">
      <dgm:prSet presAssocID="{6768BFF6-FDB9-4CBB-9B2C-F03813554766}" presName="hierChild1" presStyleCnt="0">
        <dgm:presLayoutVars>
          <dgm:orgChart val="1"/>
          <dgm:chPref val="1"/>
          <dgm:dir/>
          <dgm:animOne val="branch"/>
          <dgm:animLvl val="lvl"/>
          <dgm:resizeHandles/>
        </dgm:presLayoutVars>
      </dgm:prSet>
      <dgm:spPr/>
    </dgm:pt>
    <dgm:pt modelId="{B572AEC4-651E-405E-8469-561AAFFE418A}" type="pres">
      <dgm:prSet presAssocID="{6DEDC337-4982-44DA-A048-CE722C8B3703}" presName="hierRoot1" presStyleCnt="0">
        <dgm:presLayoutVars>
          <dgm:hierBranch val="init"/>
        </dgm:presLayoutVars>
      </dgm:prSet>
      <dgm:spPr/>
    </dgm:pt>
    <dgm:pt modelId="{735DECBB-209B-4FCD-93BB-1085A41EC798}" type="pres">
      <dgm:prSet presAssocID="{6DEDC337-4982-44DA-A048-CE722C8B3703}" presName="rootComposite1" presStyleCnt="0"/>
      <dgm:spPr/>
    </dgm:pt>
    <dgm:pt modelId="{5E047548-577D-418E-BB3A-5006280FE0AA}" type="pres">
      <dgm:prSet presAssocID="{6DEDC337-4982-44DA-A048-CE722C8B3703}" presName="rootText1" presStyleLbl="node0" presStyleIdx="0" presStyleCnt="1">
        <dgm:presLayoutVars>
          <dgm:chPref val="3"/>
        </dgm:presLayoutVars>
      </dgm:prSet>
      <dgm:spPr/>
    </dgm:pt>
    <dgm:pt modelId="{33E37FF7-5DD8-4AC6-AE32-4151F4241F25}" type="pres">
      <dgm:prSet presAssocID="{6DEDC337-4982-44DA-A048-CE722C8B3703}" presName="rootConnector1" presStyleLbl="node1" presStyleIdx="0" presStyleCnt="0"/>
      <dgm:spPr/>
    </dgm:pt>
    <dgm:pt modelId="{AD5D6871-317D-4B09-A92D-CA696DE12BF9}" type="pres">
      <dgm:prSet presAssocID="{6DEDC337-4982-44DA-A048-CE722C8B3703}" presName="hierChild2" presStyleCnt="0"/>
      <dgm:spPr/>
    </dgm:pt>
    <dgm:pt modelId="{7BA02432-27CF-4AE9-930B-14CBDBB86B8B}" type="pres">
      <dgm:prSet presAssocID="{5022D609-FF41-4A43-9537-7602835BEE9A}" presName="Name37" presStyleLbl="parChTrans1D2" presStyleIdx="0" presStyleCnt="3"/>
      <dgm:spPr/>
    </dgm:pt>
    <dgm:pt modelId="{FF561F75-6494-4D24-9EAB-552E1903BFF1}" type="pres">
      <dgm:prSet presAssocID="{6971CAA8-595E-4191-9A45-16B574235EA7}" presName="hierRoot2" presStyleCnt="0">
        <dgm:presLayoutVars>
          <dgm:hierBranch val="init"/>
        </dgm:presLayoutVars>
      </dgm:prSet>
      <dgm:spPr/>
    </dgm:pt>
    <dgm:pt modelId="{4BE981DE-10D3-42C9-A6A7-33CB01475FE9}" type="pres">
      <dgm:prSet presAssocID="{6971CAA8-595E-4191-9A45-16B574235EA7}" presName="rootComposite" presStyleCnt="0"/>
      <dgm:spPr/>
    </dgm:pt>
    <dgm:pt modelId="{02E159CD-5E26-4BD2-8EC2-FEC081B283AC}" type="pres">
      <dgm:prSet presAssocID="{6971CAA8-595E-4191-9A45-16B574235EA7}" presName="rootText" presStyleLbl="node2" presStyleIdx="0" presStyleCnt="3" custScaleX="88308" custScaleY="88309">
        <dgm:presLayoutVars>
          <dgm:chPref val="3"/>
        </dgm:presLayoutVars>
      </dgm:prSet>
      <dgm:spPr/>
    </dgm:pt>
    <dgm:pt modelId="{9866F2A4-D76C-44A3-92B9-25A0C3069B3B}" type="pres">
      <dgm:prSet presAssocID="{6971CAA8-595E-4191-9A45-16B574235EA7}" presName="rootConnector" presStyleLbl="node2" presStyleIdx="0" presStyleCnt="3"/>
      <dgm:spPr/>
    </dgm:pt>
    <dgm:pt modelId="{1ECFFE6F-C146-44F2-BAF9-277260A64074}" type="pres">
      <dgm:prSet presAssocID="{6971CAA8-595E-4191-9A45-16B574235EA7}" presName="hierChild4" presStyleCnt="0"/>
      <dgm:spPr/>
    </dgm:pt>
    <dgm:pt modelId="{D0FA32DB-C165-45A6-95EC-C481C2AB96C8}" type="pres">
      <dgm:prSet presAssocID="{1AD6998F-4A65-44A0-83C6-07B7B5106A48}" presName="Name37" presStyleLbl="parChTrans1D3" presStyleIdx="0" presStyleCnt="6"/>
      <dgm:spPr/>
    </dgm:pt>
    <dgm:pt modelId="{799F6AB8-6369-4371-81E4-CDE7C17D3C3F}" type="pres">
      <dgm:prSet presAssocID="{6110E130-70A9-461D-A0D3-A0C1FA219958}" presName="hierRoot2" presStyleCnt="0">
        <dgm:presLayoutVars>
          <dgm:hierBranch val="init"/>
        </dgm:presLayoutVars>
      </dgm:prSet>
      <dgm:spPr/>
    </dgm:pt>
    <dgm:pt modelId="{340406F2-8F5B-49BB-AC7A-A20B7BFB86D3}" type="pres">
      <dgm:prSet presAssocID="{6110E130-70A9-461D-A0D3-A0C1FA219958}" presName="rootComposite" presStyleCnt="0"/>
      <dgm:spPr/>
    </dgm:pt>
    <dgm:pt modelId="{98E27C55-915F-4C0A-8A06-FFAD43080596}" type="pres">
      <dgm:prSet presAssocID="{6110E130-70A9-461D-A0D3-A0C1FA219958}" presName="rootText" presStyleLbl="node3" presStyleIdx="0" presStyleCnt="6" custScaleX="79263" custScaleY="68095">
        <dgm:presLayoutVars>
          <dgm:chPref val="3"/>
        </dgm:presLayoutVars>
      </dgm:prSet>
      <dgm:spPr/>
    </dgm:pt>
    <dgm:pt modelId="{F92020A9-0739-4B24-952A-96CC2C4A8584}" type="pres">
      <dgm:prSet presAssocID="{6110E130-70A9-461D-A0D3-A0C1FA219958}" presName="rootConnector" presStyleLbl="node3" presStyleIdx="0" presStyleCnt="6"/>
      <dgm:spPr/>
    </dgm:pt>
    <dgm:pt modelId="{5B097B64-AC28-412C-928F-E87E34B8B3AF}" type="pres">
      <dgm:prSet presAssocID="{6110E130-70A9-461D-A0D3-A0C1FA219958}" presName="hierChild4" presStyleCnt="0"/>
      <dgm:spPr/>
    </dgm:pt>
    <dgm:pt modelId="{D671A206-4A36-4701-94BA-BEAF81A2C6BC}" type="pres">
      <dgm:prSet presAssocID="{6110E130-70A9-461D-A0D3-A0C1FA219958}" presName="hierChild5" presStyleCnt="0"/>
      <dgm:spPr/>
    </dgm:pt>
    <dgm:pt modelId="{7FBFB677-CAFC-4F5E-914D-CCA45AC12E35}" type="pres">
      <dgm:prSet presAssocID="{30350CBF-24EE-4DF8-952B-3FB8276BB38B}" presName="Name37" presStyleLbl="parChTrans1D3" presStyleIdx="1" presStyleCnt="6"/>
      <dgm:spPr/>
    </dgm:pt>
    <dgm:pt modelId="{76665E26-2D21-49A4-9AA5-FE1F75AFBA8E}" type="pres">
      <dgm:prSet presAssocID="{1BB5A7E8-BE0F-4D9F-9824-19B53C4862B2}" presName="hierRoot2" presStyleCnt="0">
        <dgm:presLayoutVars>
          <dgm:hierBranch val="init"/>
        </dgm:presLayoutVars>
      </dgm:prSet>
      <dgm:spPr/>
    </dgm:pt>
    <dgm:pt modelId="{23E2D10B-76C9-4EEB-9757-193686BC99C5}" type="pres">
      <dgm:prSet presAssocID="{1BB5A7E8-BE0F-4D9F-9824-19B53C4862B2}" presName="rootComposite" presStyleCnt="0"/>
      <dgm:spPr/>
    </dgm:pt>
    <dgm:pt modelId="{F8894053-662F-4EDD-89F5-E4BC74C558A9}" type="pres">
      <dgm:prSet presAssocID="{1BB5A7E8-BE0F-4D9F-9824-19B53C4862B2}" presName="rootText" presStyleLbl="node3" presStyleIdx="1" presStyleCnt="6" custScaleX="79263" custScaleY="68095">
        <dgm:presLayoutVars>
          <dgm:chPref val="3"/>
        </dgm:presLayoutVars>
      </dgm:prSet>
      <dgm:spPr/>
    </dgm:pt>
    <dgm:pt modelId="{AF5BFE58-1528-41AD-8EE0-D8F5C8A0E5DB}" type="pres">
      <dgm:prSet presAssocID="{1BB5A7E8-BE0F-4D9F-9824-19B53C4862B2}" presName="rootConnector" presStyleLbl="node3" presStyleIdx="1" presStyleCnt="6"/>
      <dgm:spPr/>
    </dgm:pt>
    <dgm:pt modelId="{E2BC2C68-35A1-4C8C-99A1-EA15FC3C24A8}" type="pres">
      <dgm:prSet presAssocID="{1BB5A7E8-BE0F-4D9F-9824-19B53C4862B2}" presName="hierChild4" presStyleCnt="0"/>
      <dgm:spPr/>
    </dgm:pt>
    <dgm:pt modelId="{30A5EAE2-6383-41BD-8CCF-D971B9BF1AAF}" type="pres">
      <dgm:prSet presAssocID="{1BB5A7E8-BE0F-4D9F-9824-19B53C4862B2}" presName="hierChild5" presStyleCnt="0"/>
      <dgm:spPr/>
    </dgm:pt>
    <dgm:pt modelId="{C6FE3E54-3C77-4311-B7B9-67294B7B9D91}" type="pres">
      <dgm:prSet presAssocID="{6971CAA8-595E-4191-9A45-16B574235EA7}" presName="hierChild5" presStyleCnt="0"/>
      <dgm:spPr/>
    </dgm:pt>
    <dgm:pt modelId="{B30A672C-338B-49F4-9CBA-FFD0966FFC76}" type="pres">
      <dgm:prSet presAssocID="{27C505AB-27F7-4B82-9E4D-B876BED9B44D}" presName="Name37" presStyleLbl="parChTrans1D2" presStyleIdx="1" presStyleCnt="3"/>
      <dgm:spPr/>
    </dgm:pt>
    <dgm:pt modelId="{765C7811-4706-4964-8409-D58D7DDE683D}" type="pres">
      <dgm:prSet presAssocID="{A1E72E25-2A0B-4B7E-90DC-D8BE5912026A}" presName="hierRoot2" presStyleCnt="0">
        <dgm:presLayoutVars>
          <dgm:hierBranch val="init"/>
        </dgm:presLayoutVars>
      </dgm:prSet>
      <dgm:spPr/>
    </dgm:pt>
    <dgm:pt modelId="{49A2E266-D5F8-47F1-A8CA-AA81289DA984}" type="pres">
      <dgm:prSet presAssocID="{A1E72E25-2A0B-4B7E-90DC-D8BE5912026A}" presName="rootComposite" presStyleCnt="0"/>
      <dgm:spPr/>
    </dgm:pt>
    <dgm:pt modelId="{08F128D2-8464-45A7-B52A-F7A4BBEFFDE4}" type="pres">
      <dgm:prSet presAssocID="{A1E72E25-2A0B-4B7E-90DC-D8BE5912026A}" presName="rootText" presStyleLbl="node2" presStyleIdx="1" presStyleCnt="3" custScaleX="88308" custScaleY="88309">
        <dgm:presLayoutVars>
          <dgm:chPref val="3"/>
        </dgm:presLayoutVars>
      </dgm:prSet>
      <dgm:spPr/>
    </dgm:pt>
    <dgm:pt modelId="{D4DFFABC-C3B9-42B4-B978-4E79D64701CC}" type="pres">
      <dgm:prSet presAssocID="{A1E72E25-2A0B-4B7E-90DC-D8BE5912026A}" presName="rootConnector" presStyleLbl="node2" presStyleIdx="1" presStyleCnt="3"/>
      <dgm:spPr/>
    </dgm:pt>
    <dgm:pt modelId="{960BF63C-2DA0-4474-9DD1-A293E61488A2}" type="pres">
      <dgm:prSet presAssocID="{A1E72E25-2A0B-4B7E-90DC-D8BE5912026A}" presName="hierChild4" presStyleCnt="0"/>
      <dgm:spPr/>
    </dgm:pt>
    <dgm:pt modelId="{59CC0A07-A9F0-4E02-97F2-29FEC84CF6FC}" type="pres">
      <dgm:prSet presAssocID="{1F8ADF37-3858-41DE-9CC4-F7EE04695DC6}" presName="Name37" presStyleLbl="parChTrans1D3" presStyleIdx="2" presStyleCnt="6"/>
      <dgm:spPr/>
    </dgm:pt>
    <dgm:pt modelId="{E6D11D3F-F6D1-46FF-A331-B34E6893B9B7}" type="pres">
      <dgm:prSet presAssocID="{DE9709B3-E8CA-4A91-BFB4-04FC8E5FBE1A}" presName="hierRoot2" presStyleCnt="0">
        <dgm:presLayoutVars>
          <dgm:hierBranch val="init"/>
        </dgm:presLayoutVars>
      </dgm:prSet>
      <dgm:spPr/>
    </dgm:pt>
    <dgm:pt modelId="{05158424-2E37-4956-996F-94054B48329C}" type="pres">
      <dgm:prSet presAssocID="{DE9709B3-E8CA-4A91-BFB4-04FC8E5FBE1A}" presName="rootComposite" presStyleCnt="0"/>
      <dgm:spPr/>
    </dgm:pt>
    <dgm:pt modelId="{BE1B9A6A-ECEA-425E-AD2D-47FC4F4E4D70}" type="pres">
      <dgm:prSet presAssocID="{DE9709B3-E8CA-4A91-BFB4-04FC8E5FBE1A}" presName="rootText" presStyleLbl="node3" presStyleIdx="2" presStyleCnt="6" custScaleX="79263" custScaleY="68095">
        <dgm:presLayoutVars>
          <dgm:chPref val="3"/>
        </dgm:presLayoutVars>
      </dgm:prSet>
      <dgm:spPr/>
    </dgm:pt>
    <dgm:pt modelId="{54239709-921F-46D5-9C20-D94969D2EEB4}" type="pres">
      <dgm:prSet presAssocID="{DE9709B3-E8CA-4A91-BFB4-04FC8E5FBE1A}" presName="rootConnector" presStyleLbl="node3" presStyleIdx="2" presStyleCnt="6"/>
      <dgm:spPr/>
    </dgm:pt>
    <dgm:pt modelId="{433EE070-5ECB-4934-82E3-00FD3A12A367}" type="pres">
      <dgm:prSet presAssocID="{DE9709B3-E8CA-4A91-BFB4-04FC8E5FBE1A}" presName="hierChild4" presStyleCnt="0"/>
      <dgm:spPr/>
    </dgm:pt>
    <dgm:pt modelId="{B3DBDC53-509B-4FB0-8BD5-0181872CF2B6}" type="pres">
      <dgm:prSet presAssocID="{DE9709B3-E8CA-4A91-BFB4-04FC8E5FBE1A}" presName="hierChild5" presStyleCnt="0"/>
      <dgm:spPr/>
    </dgm:pt>
    <dgm:pt modelId="{BAA01B84-575F-48DB-B915-285A970AF514}" type="pres">
      <dgm:prSet presAssocID="{ABE2FAAD-DE04-44B5-842B-E22B2183D76D}" presName="Name37" presStyleLbl="parChTrans1D3" presStyleIdx="3" presStyleCnt="6"/>
      <dgm:spPr/>
    </dgm:pt>
    <dgm:pt modelId="{CA4B3B40-92F9-4231-A391-4880C9663AE0}" type="pres">
      <dgm:prSet presAssocID="{E9B04DD1-79FB-428E-B0C7-4E647EA5DA65}" presName="hierRoot2" presStyleCnt="0">
        <dgm:presLayoutVars>
          <dgm:hierBranch val="init"/>
        </dgm:presLayoutVars>
      </dgm:prSet>
      <dgm:spPr/>
    </dgm:pt>
    <dgm:pt modelId="{105E421B-56CE-4CEF-8E02-5C03BE9441DC}" type="pres">
      <dgm:prSet presAssocID="{E9B04DD1-79FB-428E-B0C7-4E647EA5DA65}" presName="rootComposite" presStyleCnt="0"/>
      <dgm:spPr/>
    </dgm:pt>
    <dgm:pt modelId="{3B03EADF-E47B-419E-BD57-3328DA624CF2}" type="pres">
      <dgm:prSet presAssocID="{E9B04DD1-79FB-428E-B0C7-4E647EA5DA65}" presName="rootText" presStyleLbl="node3" presStyleIdx="3" presStyleCnt="6" custScaleX="79263" custScaleY="68095">
        <dgm:presLayoutVars>
          <dgm:chPref val="3"/>
        </dgm:presLayoutVars>
      </dgm:prSet>
      <dgm:spPr/>
    </dgm:pt>
    <dgm:pt modelId="{F91E10D6-91B6-4EFF-A3B8-79FA47EB3344}" type="pres">
      <dgm:prSet presAssocID="{E9B04DD1-79FB-428E-B0C7-4E647EA5DA65}" presName="rootConnector" presStyleLbl="node3" presStyleIdx="3" presStyleCnt="6"/>
      <dgm:spPr/>
    </dgm:pt>
    <dgm:pt modelId="{4CD934CC-8A63-4B75-AFA0-1C8C1101F081}" type="pres">
      <dgm:prSet presAssocID="{E9B04DD1-79FB-428E-B0C7-4E647EA5DA65}" presName="hierChild4" presStyleCnt="0"/>
      <dgm:spPr/>
    </dgm:pt>
    <dgm:pt modelId="{D87E80E1-0FB5-4592-B035-641AC2DE5F2C}" type="pres">
      <dgm:prSet presAssocID="{E9B04DD1-79FB-428E-B0C7-4E647EA5DA65}" presName="hierChild5" presStyleCnt="0"/>
      <dgm:spPr/>
    </dgm:pt>
    <dgm:pt modelId="{21DB3EC6-D0E2-4BD8-90E1-353AEE028226}" type="pres">
      <dgm:prSet presAssocID="{A1E72E25-2A0B-4B7E-90DC-D8BE5912026A}" presName="hierChild5" presStyleCnt="0"/>
      <dgm:spPr/>
    </dgm:pt>
    <dgm:pt modelId="{FCC7C944-722E-4675-9EAB-0E3915F82EA7}" type="pres">
      <dgm:prSet presAssocID="{5D7DCDAB-4E57-4CB6-B448-82DBBD23E44F}" presName="Name37" presStyleLbl="parChTrans1D2" presStyleIdx="2" presStyleCnt="3"/>
      <dgm:spPr/>
    </dgm:pt>
    <dgm:pt modelId="{92E9F875-9E0A-45A7-993B-D724B313F834}" type="pres">
      <dgm:prSet presAssocID="{36242D11-4B6F-4619-9A09-8C6496B9E571}" presName="hierRoot2" presStyleCnt="0">
        <dgm:presLayoutVars>
          <dgm:hierBranch val="init"/>
        </dgm:presLayoutVars>
      </dgm:prSet>
      <dgm:spPr/>
    </dgm:pt>
    <dgm:pt modelId="{61024232-61DF-4D7D-A7D0-5D6280130616}" type="pres">
      <dgm:prSet presAssocID="{36242D11-4B6F-4619-9A09-8C6496B9E571}" presName="rootComposite" presStyleCnt="0"/>
      <dgm:spPr/>
    </dgm:pt>
    <dgm:pt modelId="{2CA47398-EF80-444C-8E10-38AB1A59836A}" type="pres">
      <dgm:prSet presAssocID="{36242D11-4B6F-4619-9A09-8C6496B9E571}" presName="rootText" presStyleLbl="node2" presStyleIdx="2" presStyleCnt="3" custScaleX="88308" custScaleY="88309">
        <dgm:presLayoutVars>
          <dgm:chPref val="3"/>
        </dgm:presLayoutVars>
      </dgm:prSet>
      <dgm:spPr/>
    </dgm:pt>
    <dgm:pt modelId="{17DBD813-523F-4E9E-B8DB-36DFEF0D54CC}" type="pres">
      <dgm:prSet presAssocID="{36242D11-4B6F-4619-9A09-8C6496B9E571}" presName="rootConnector" presStyleLbl="node2" presStyleIdx="2" presStyleCnt="3"/>
      <dgm:spPr/>
    </dgm:pt>
    <dgm:pt modelId="{711C3FDE-BE9B-4A8E-8761-7870F56ED40C}" type="pres">
      <dgm:prSet presAssocID="{36242D11-4B6F-4619-9A09-8C6496B9E571}" presName="hierChild4" presStyleCnt="0"/>
      <dgm:spPr/>
    </dgm:pt>
    <dgm:pt modelId="{32B23786-5590-4D28-B906-052C426BCCCE}" type="pres">
      <dgm:prSet presAssocID="{7BEEB881-C083-4B0D-B5E3-804426BCC506}" presName="Name37" presStyleLbl="parChTrans1D3" presStyleIdx="4" presStyleCnt="6"/>
      <dgm:spPr/>
    </dgm:pt>
    <dgm:pt modelId="{18B3908C-1B80-4035-B941-393199956AC4}" type="pres">
      <dgm:prSet presAssocID="{04F04FA6-7F68-4FFE-8906-BAD7B3009606}" presName="hierRoot2" presStyleCnt="0">
        <dgm:presLayoutVars>
          <dgm:hierBranch val="init"/>
        </dgm:presLayoutVars>
      </dgm:prSet>
      <dgm:spPr/>
    </dgm:pt>
    <dgm:pt modelId="{FC346661-F8C1-4D81-BF32-B4279136C7C0}" type="pres">
      <dgm:prSet presAssocID="{04F04FA6-7F68-4FFE-8906-BAD7B3009606}" presName="rootComposite" presStyleCnt="0"/>
      <dgm:spPr/>
    </dgm:pt>
    <dgm:pt modelId="{8DD7C16D-514F-436C-B08E-C07FD8F4DF62}" type="pres">
      <dgm:prSet presAssocID="{04F04FA6-7F68-4FFE-8906-BAD7B3009606}" presName="rootText" presStyleLbl="node3" presStyleIdx="4" presStyleCnt="6" custScaleX="79263" custScaleY="68095">
        <dgm:presLayoutVars>
          <dgm:chPref val="3"/>
        </dgm:presLayoutVars>
      </dgm:prSet>
      <dgm:spPr/>
    </dgm:pt>
    <dgm:pt modelId="{653DBF67-F52F-4838-BC91-16B0443A778C}" type="pres">
      <dgm:prSet presAssocID="{04F04FA6-7F68-4FFE-8906-BAD7B3009606}" presName="rootConnector" presStyleLbl="node3" presStyleIdx="4" presStyleCnt="6"/>
      <dgm:spPr/>
    </dgm:pt>
    <dgm:pt modelId="{D7DA4BAF-EBA0-4B40-900C-1A3A288413DF}" type="pres">
      <dgm:prSet presAssocID="{04F04FA6-7F68-4FFE-8906-BAD7B3009606}" presName="hierChild4" presStyleCnt="0"/>
      <dgm:spPr/>
    </dgm:pt>
    <dgm:pt modelId="{1AC5B261-6379-4A3D-8C5C-82773D0E000B}" type="pres">
      <dgm:prSet presAssocID="{04F04FA6-7F68-4FFE-8906-BAD7B3009606}" presName="hierChild5" presStyleCnt="0"/>
      <dgm:spPr/>
    </dgm:pt>
    <dgm:pt modelId="{7C4EE769-BB2C-4D4B-AB10-87301F6AE292}" type="pres">
      <dgm:prSet presAssocID="{70CF2C9A-0A78-465A-B16A-405CF6013E73}" presName="Name37" presStyleLbl="parChTrans1D3" presStyleIdx="5" presStyleCnt="6"/>
      <dgm:spPr/>
    </dgm:pt>
    <dgm:pt modelId="{27C048CB-3666-4E03-A11B-AC3B9DD80002}" type="pres">
      <dgm:prSet presAssocID="{D6567916-8BD2-4DEA-BA90-82925501355C}" presName="hierRoot2" presStyleCnt="0">
        <dgm:presLayoutVars>
          <dgm:hierBranch val="init"/>
        </dgm:presLayoutVars>
      </dgm:prSet>
      <dgm:spPr/>
    </dgm:pt>
    <dgm:pt modelId="{98523AC2-7016-4205-87E5-029884062F25}" type="pres">
      <dgm:prSet presAssocID="{D6567916-8BD2-4DEA-BA90-82925501355C}" presName="rootComposite" presStyleCnt="0"/>
      <dgm:spPr/>
    </dgm:pt>
    <dgm:pt modelId="{3C6CE83D-5FF4-4A12-9944-1B800A6782D3}" type="pres">
      <dgm:prSet presAssocID="{D6567916-8BD2-4DEA-BA90-82925501355C}" presName="rootText" presStyleLbl="node3" presStyleIdx="5" presStyleCnt="6" custScaleX="79263" custScaleY="68095">
        <dgm:presLayoutVars>
          <dgm:chPref val="3"/>
        </dgm:presLayoutVars>
      </dgm:prSet>
      <dgm:spPr/>
    </dgm:pt>
    <dgm:pt modelId="{7F1AD0B7-C8DF-4D6D-A0C5-D072667C6160}" type="pres">
      <dgm:prSet presAssocID="{D6567916-8BD2-4DEA-BA90-82925501355C}" presName="rootConnector" presStyleLbl="node3" presStyleIdx="5" presStyleCnt="6"/>
      <dgm:spPr/>
    </dgm:pt>
    <dgm:pt modelId="{89F405F8-D37B-4D48-9E95-83468A3B6B77}" type="pres">
      <dgm:prSet presAssocID="{D6567916-8BD2-4DEA-BA90-82925501355C}" presName="hierChild4" presStyleCnt="0"/>
      <dgm:spPr/>
    </dgm:pt>
    <dgm:pt modelId="{FEDB1411-F3E5-4113-AA92-2FCBDCABC1AC}" type="pres">
      <dgm:prSet presAssocID="{D6567916-8BD2-4DEA-BA90-82925501355C}" presName="hierChild5" presStyleCnt="0"/>
      <dgm:spPr/>
    </dgm:pt>
    <dgm:pt modelId="{14D71A66-AD90-4007-BFF6-6C9179BC8C2F}" type="pres">
      <dgm:prSet presAssocID="{36242D11-4B6F-4619-9A09-8C6496B9E571}" presName="hierChild5" presStyleCnt="0"/>
      <dgm:spPr/>
    </dgm:pt>
    <dgm:pt modelId="{4BA2FF17-3F8D-49A3-B06C-42175D2605D4}" type="pres">
      <dgm:prSet presAssocID="{6DEDC337-4982-44DA-A048-CE722C8B3703}" presName="hierChild3" presStyleCnt="0"/>
      <dgm:spPr/>
    </dgm:pt>
  </dgm:ptLst>
  <dgm:cxnLst>
    <dgm:cxn modelId="{9AB78007-B017-4C04-BCEA-91C88C4FC49C}" srcId="{A1E72E25-2A0B-4B7E-90DC-D8BE5912026A}" destId="{DE9709B3-E8CA-4A91-BFB4-04FC8E5FBE1A}" srcOrd="0" destOrd="0" parTransId="{1F8ADF37-3858-41DE-9CC4-F7EE04695DC6}" sibTransId="{05D7994E-C981-4D14-98C1-16DB421BD954}"/>
    <dgm:cxn modelId="{E8159F0E-11EC-4CEF-97B4-976B41023F01}" type="presOf" srcId="{E9B04DD1-79FB-428E-B0C7-4E647EA5DA65}" destId="{3B03EADF-E47B-419E-BD57-3328DA624CF2}" srcOrd="0" destOrd="0" presId="urn:microsoft.com/office/officeart/2005/8/layout/orgChart1"/>
    <dgm:cxn modelId="{2567B911-D0BC-4032-8797-C87E5B24C6BC}" srcId="{36242D11-4B6F-4619-9A09-8C6496B9E571}" destId="{04F04FA6-7F68-4FFE-8906-BAD7B3009606}" srcOrd="0" destOrd="0" parTransId="{7BEEB881-C083-4B0D-B5E3-804426BCC506}" sibTransId="{C757CCDE-1F05-4078-89E9-851AE18FC6E4}"/>
    <dgm:cxn modelId="{CDA2131A-3459-4F46-99C2-435B4A8BF2BE}" type="presOf" srcId="{1AD6998F-4A65-44A0-83C6-07B7B5106A48}" destId="{D0FA32DB-C165-45A6-95EC-C481C2AB96C8}" srcOrd="0" destOrd="0" presId="urn:microsoft.com/office/officeart/2005/8/layout/orgChart1"/>
    <dgm:cxn modelId="{D0AD442A-15B4-4D8A-B304-28642E7AAEDA}" type="presOf" srcId="{6DEDC337-4982-44DA-A048-CE722C8B3703}" destId="{5E047548-577D-418E-BB3A-5006280FE0AA}" srcOrd="0" destOrd="0" presId="urn:microsoft.com/office/officeart/2005/8/layout/orgChart1"/>
    <dgm:cxn modelId="{3AD4E137-7A56-406D-BE62-EEACEEF8EE98}" type="presOf" srcId="{E9B04DD1-79FB-428E-B0C7-4E647EA5DA65}" destId="{F91E10D6-91B6-4EFF-A3B8-79FA47EB3344}" srcOrd="1" destOrd="0" presId="urn:microsoft.com/office/officeart/2005/8/layout/orgChart1"/>
    <dgm:cxn modelId="{D615465D-4881-45E6-952D-BC6CB6294DAD}" type="presOf" srcId="{D6567916-8BD2-4DEA-BA90-82925501355C}" destId="{3C6CE83D-5FF4-4A12-9944-1B800A6782D3}" srcOrd="0" destOrd="0" presId="urn:microsoft.com/office/officeart/2005/8/layout/orgChart1"/>
    <dgm:cxn modelId="{235BF843-844F-4449-A955-9A3CBC281711}" type="presOf" srcId="{DE9709B3-E8CA-4A91-BFB4-04FC8E5FBE1A}" destId="{BE1B9A6A-ECEA-425E-AD2D-47FC4F4E4D70}" srcOrd="0" destOrd="0" presId="urn:microsoft.com/office/officeart/2005/8/layout/orgChart1"/>
    <dgm:cxn modelId="{187BAE48-ED7A-48F0-9D90-B3D07B63C7FE}" type="presOf" srcId="{70CF2C9A-0A78-465A-B16A-405CF6013E73}" destId="{7C4EE769-BB2C-4D4B-AB10-87301F6AE292}" srcOrd="0" destOrd="0" presId="urn:microsoft.com/office/officeart/2005/8/layout/orgChart1"/>
    <dgm:cxn modelId="{BE107A4A-BB6E-46EE-AEC4-35E430C75998}" srcId="{6768BFF6-FDB9-4CBB-9B2C-F03813554766}" destId="{6DEDC337-4982-44DA-A048-CE722C8B3703}" srcOrd="0" destOrd="0" parTransId="{8FE51BD5-E6D9-4878-AA5A-0B00A5A63D4D}" sibTransId="{3E17C6C5-8D07-47D4-9747-63986EB6380C}"/>
    <dgm:cxn modelId="{F0BADD6B-141B-4CDB-94ED-84A1D6D106CD}" type="presOf" srcId="{27C505AB-27F7-4B82-9E4D-B876BED9B44D}" destId="{B30A672C-338B-49F4-9CBA-FFD0966FFC76}" srcOrd="0" destOrd="0" presId="urn:microsoft.com/office/officeart/2005/8/layout/orgChart1"/>
    <dgm:cxn modelId="{8BAFE94C-B774-4375-9645-CC26EEDC8349}" type="presOf" srcId="{1BB5A7E8-BE0F-4D9F-9824-19B53C4862B2}" destId="{F8894053-662F-4EDD-89F5-E4BC74C558A9}" srcOrd="0" destOrd="0" presId="urn:microsoft.com/office/officeart/2005/8/layout/orgChart1"/>
    <dgm:cxn modelId="{E000414E-CD51-4551-9943-A5F7FCBB1EDB}" srcId="{36242D11-4B6F-4619-9A09-8C6496B9E571}" destId="{D6567916-8BD2-4DEA-BA90-82925501355C}" srcOrd="1" destOrd="0" parTransId="{70CF2C9A-0A78-465A-B16A-405CF6013E73}" sibTransId="{BF8F64CD-0B3D-4788-A41D-73E52362CA5F}"/>
    <dgm:cxn modelId="{AB3D534F-A5AB-4D00-A90B-B0BFCABD6E8C}" srcId="{A1E72E25-2A0B-4B7E-90DC-D8BE5912026A}" destId="{E9B04DD1-79FB-428E-B0C7-4E647EA5DA65}" srcOrd="1" destOrd="0" parTransId="{ABE2FAAD-DE04-44B5-842B-E22B2183D76D}" sibTransId="{949D926B-6E4D-4D1C-B26F-1A6791B644AA}"/>
    <dgm:cxn modelId="{8B544F78-741C-4151-8B7F-70C646B22C4D}" type="presOf" srcId="{6971CAA8-595E-4191-9A45-16B574235EA7}" destId="{02E159CD-5E26-4BD2-8EC2-FEC081B283AC}" srcOrd="0" destOrd="0" presId="urn:microsoft.com/office/officeart/2005/8/layout/orgChart1"/>
    <dgm:cxn modelId="{2AE3077C-CB98-48B9-B82C-31CF843F841D}" type="presOf" srcId="{1BB5A7E8-BE0F-4D9F-9824-19B53C4862B2}" destId="{AF5BFE58-1528-41AD-8EE0-D8F5C8A0E5DB}" srcOrd="1" destOrd="0" presId="urn:microsoft.com/office/officeart/2005/8/layout/orgChart1"/>
    <dgm:cxn modelId="{BCE60082-DD25-43C9-9E2A-BA3EC7362704}" srcId="{6971CAA8-595E-4191-9A45-16B574235EA7}" destId="{1BB5A7E8-BE0F-4D9F-9824-19B53C4862B2}" srcOrd="1" destOrd="0" parTransId="{30350CBF-24EE-4DF8-952B-3FB8276BB38B}" sibTransId="{0A86599A-B39E-477A-9D7F-A5B524C33D71}"/>
    <dgm:cxn modelId="{1BA22289-D03C-4B93-AE61-A973BB8CEE88}" type="presOf" srcId="{6971CAA8-595E-4191-9A45-16B574235EA7}" destId="{9866F2A4-D76C-44A3-92B9-25A0C3069B3B}" srcOrd="1" destOrd="0" presId="urn:microsoft.com/office/officeart/2005/8/layout/orgChart1"/>
    <dgm:cxn modelId="{60AF968C-6C85-4C26-B8E7-63EAB499201F}" type="presOf" srcId="{04F04FA6-7F68-4FFE-8906-BAD7B3009606}" destId="{653DBF67-F52F-4838-BC91-16B0443A778C}" srcOrd="1" destOrd="0" presId="urn:microsoft.com/office/officeart/2005/8/layout/orgChart1"/>
    <dgm:cxn modelId="{C4CAAF8E-DB36-4E62-87ED-77457121E220}" type="presOf" srcId="{36242D11-4B6F-4619-9A09-8C6496B9E571}" destId="{17DBD813-523F-4E9E-B8DB-36DFEF0D54CC}" srcOrd="1" destOrd="0" presId="urn:microsoft.com/office/officeart/2005/8/layout/orgChart1"/>
    <dgm:cxn modelId="{8601E695-6C42-4165-8472-704CC6124DF3}" type="presOf" srcId="{1F8ADF37-3858-41DE-9CC4-F7EE04695DC6}" destId="{59CC0A07-A9F0-4E02-97F2-29FEC84CF6FC}" srcOrd="0" destOrd="0" presId="urn:microsoft.com/office/officeart/2005/8/layout/orgChart1"/>
    <dgm:cxn modelId="{06660D96-94A4-4A5F-877B-60BC99931919}" srcId="{6DEDC337-4982-44DA-A048-CE722C8B3703}" destId="{A1E72E25-2A0B-4B7E-90DC-D8BE5912026A}" srcOrd="1" destOrd="0" parTransId="{27C505AB-27F7-4B82-9E4D-B876BED9B44D}" sibTransId="{A1463B3E-98F0-4E12-9FAB-B8AF34EF4D04}"/>
    <dgm:cxn modelId="{8CC41899-925B-4872-935C-7B1222715250}" type="presOf" srcId="{6768BFF6-FDB9-4CBB-9B2C-F03813554766}" destId="{34BDE1D5-250C-4579-9D86-A87C9CC1352C}" srcOrd="0" destOrd="0" presId="urn:microsoft.com/office/officeart/2005/8/layout/orgChart1"/>
    <dgm:cxn modelId="{AEC4E09A-732B-4D1C-BC87-DC9310F8F0CD}" type="presOf" srcId="{04F04FA6-7F68-4FFE-8906-BAD7B3009606}" destId="{8DD7C16D-514F-436C-B08E-C07FD8F4DF62}" srcOrd="0" destOrd="0" presId="urn:microsoft.com/office/officeart/2005/8/layout/orgChart1"/>
    <dgm:cxn modelId="{0EF0539B-8669-4308-B324-AF37671DD7B8}" type="presOf" srcId="{D6567916-8BD2-4DEA-BA90-82925501355C}" destId="{7F1AD0B7-C8DF-4D6D-A0C5-D072667C6160}" srcOrd="1" destOrd="0" presId="urn:microsoft.com/office/officeart/2005/8/layout/orgChart1"/>
    <dgm:cxn modelId="{AB6DA39B-6C2B-4D98-8FF1-2375A1A09D30}" type="presOf" srcId="{ABE2FAAD-DE04-44B5-842B-E22B2183D76D}" destId="{BAA01B84-575F-48DB-B915-285A970AF514}" srcOrd="0" destOrd="0" presId="urn:microsoft.com/office/officeart/2005/8/layout/orgChart1"/>
    <dgm:cxn modelId="{7B106FA9-EFF1-4F21-A10D-B95842E7477D}" type="presOf" srcId="{6110E130-70A9-461D-A0D3-A0C1FA219958}" destId="{F92020A9-0739-4B24-952A-96CC2C4A8584}" srcOrd="1" destOrd="0" presId="urn:microsoft.com/office/officeart/2005/8/layout/orgChart1"/>
    <dgm:cxn modelId="{08FCABA9-3B2C-44A7-8F09-BAF4D70DDEC9}" type="presOf" srcId="{5D7DCDAB-4E57-4CB6-B448-82DBBD23E44F}" destId="{FCC7C944-722E-4675-9EAB-0E3915F82EA7}" srcOrd="0" destOrd="0" presId="urn:microsoft.com/office/officeart/2005/8/layout/orgChart1"/>
    <dgm:cxn modelId="{6F06A5AC-EE0F-4DF4-9480-003E7BE2DA73}" type="presOf" srcId="{30350CBF-24EE-4DF8-952B-3FB8276BB38B}" destId="{7FBFB677-CAFC-4F5E-914D-CCA45AC12E35}" srcOrd="0" destOrd="0" presId="urn:microsoft.com/office/officeart/2005/8/layout/orgChart1"/>
    <dgm:cxn modelId="{8FDC74B1-9049-4E20-8391-0D75578F3AE5}" type="presOf" srcId="{7BEEB881-C083-4B0D-B5E3-804426BCC506}" destId="{32B23786-5590-4D28-B906-052C426BCCCE}" srcOrd="0" destOrd="0" presId="urn:microsoft.com/office/officeart/2005/8/layout/orgChart1"/>
    <dgm:cxn modelId="{A396D3B4-10AE-4413-816F-9681951F5AD8}" srcId="{6DEDC337-4982-44DA-A048-CE722C8B3703}" destId="{36242D11-4B6F-4619-9A09-8C6496B9E571}" srcOrd="2" destOrd="0" parTransId="{5D7DCDAB-4E57-4CB6-B448-82DBBD23E44F}" sibTransId="{01981B3F-CF66-41A2-BF80-E6520D1620FA}"/>
    <dgm:cxn modelId="{DAB30BBF-BD5F-4BF8-A73A-12852DBC2DA8}" srcId="{6971CAA8-595E-4191-9A45-16B574235EA7}" destId="{6110E130-70A9-461D-A0D3-A0C1FA219958}" srcOrd="0" destOrd="0" parTransId="{1AD6998F-4A65-44A0-83C6-07B7B5106A48}" sibTransId="{3B2D3E6D-AE66-4B5A-ADBC-3D090F36C9EB}"/>
    <dgm:cxn modelId="{960103C1-2197-43C3-B5BC-C58AEBA8ACEC}" type="presOf" srcId="{5022D609-FF41-4A43-9537-7602835BEE9A}" destId="{7BA02432-27CF-4AE9-930B-14CBDBB86B8B}" srcOrd="0" destOrd="0" presId="urn:microsoft.com/office/officeart/2005/8/layout/orgChart1"/>
    <dgm:cxn modelId="{E91123C3-A281-4526-B388-F133EFFAAF41}" type="presOf" srcId="{6DEDC337-4982-44DA-A048-CE722C8B3703}" destId="{33E37FF7-5DD8-4AC6-AE32-4151F4241F25}" srcOrd="1" destOrd="0" presId="urn:microsoft.com/office/officeart/2005/8/layout/orgChart1"/>
    <dgm:cxn modelId="{B784B0CA-9CD3-4362-B2D4-122374D74065}" type="presOf" srcId="{DE9709B3-E8CA-4A91-BFB4-04FC8E5FBE1A}" destId="{54239709-921F-46D5-9C20-D94969D2EEB4}" srcOrd="1" destOrd="0" presId="urn:microsoft.com/office/officeart/2005/8/layout/orgChart1"/>
    <dgm:cxn modelId="{A48DFECF-447A-43C7-B366-03C08ACD9770}" type="presOf" srcId="{A1E72E25-2A0B-4B7E-90DC-D8BE5912026A}" destId="{D4DFFABC-C3B9-42B4-B978-4E79D64701CC}" srcOrd="1" destOrd="0" presId="urn:microsoft.com/office/officeart/2005/8/layout/orgChart1"/>
    <dgm:cxn modelId="{78655DD2-160D-450F-98BD-6E644D6E14AF}" type="presOf" srcId="{A1E72E25-2A0B-4B7E-90DC-D8BE5912026A}" destId="{08F128D2-8464-45A7-B52A-F7A4BBEFFDE4}" srcOrd="0" destOrd="0" presId="urn:microsoft.com/office/officeart/2005/8/layout/orgChart1"/>
    <dgm:cxn modelId="{013FBFDF-CF3E-4661-A17D-A68099E43C74}" srcId="{6DEDC337-4982-44DA-A048-CE722C8B3703}" destId="{6971CAA8-595E-4191-9A45-16B574235EA7}" srcOrd="0" destOrd="0" parTransId="{5022D609-FF41-4A43-9537-7602835BEE9A}" sibTransId="{577D1B20-4386-49B9-A513-D3FAA0054123}"/>
    <dgm:cxn modelId="{96F446FC-597C-47B7-8962-8E43F1336F03}" type="presOf" srcId="{36242D11-4B6F-4619-9A09-8C6496B9E571}" destId="{2CA47398-EF80-444C-8E10-38AB1A59836A}" srcOrd="0" destOrd="0" presId="urn:microsoft.com/office/officeart/2005/8/layout/orgChart1"/>
    <dgm:cxn modelId="{F7F1A3FF-1905-49F7-B3F6-776C5E1D53DE}" type="presOf" srcId="{6110E130-70A9-461D-A0D3-A0C1FA219958}" destId="{98E27C55-915F-4C0A-8A06-FFAD43080596}" srcOrd="0" destOrd="0" presId="urn:microsoft.com/office/officeart/2005/8/layout/orgChart1"/>
    <dgm:cxn modelId="{5DE9F44A-91D7-4FD4-B74E-94DA90DC7B0B}" type="presParOf" srcId="{34BDE1D5-250C-4579-9D86-A87C9CC1352C}" destId="{B572AEC4-651E-405E-8469-561AAFFE418A}" srcOrd="0" destOrd="0" presId="urn:microsoft.com/office/officeart/2005/8/layout/orgChart1"/>
    <dgm:cxn modelId="{5EB1D1DB-3786-4DC8-868A-BFE5F85F76AC}" type="presParOf" srcId="{B572AEC4-651E-405E-8469-561AAFFE418A}" destId="{735DECBB-209B-4FCD-93BB-1085A41EC798}" srcOrd="0" destOrd="0" presId="urn:microsoft.com/office/officeart/2005/8/layout/orgChart1"/>
    <dgm:cxn modelId="{CCFB83D2-B279-45A3-B60E-AC532204592F}" type="presParOf" srcId="{735DECBB-209B-4FCD-93BB-1085A41EC798}" destId="{5E047548-577D-418E-BB3A-5006280FE0AA}" srcOrd="0" destOrd="0" presId="urn:microsoft.com/office/officeart/2005/8/layout/orgChart1"/>
    <dgm:cxn modelId="{03B60C9D-53AF-4569-B7FF-156FD8E7F70E}" type="presParOf" srcId="{735DECBB-209B-4FCD-93BB-1085A41EC798}" destId="{33E37FF7-5DD8-4AC6-AE32-4151F4241F25}" srcOrd="1" destOrd="0" presId="urn:microsoft.com/office/officeart/2005/8/layout/orgChart1"/>
    <dgm:cxn modelId="{D3D89F6F-0794-4F19-AC26-D0E95315B202}" type="presParOf" srcId="{B572AEC4-651E-405E-8469-561AAFFE418A}" destId="{AD5D6871-317D-4B09-A92D-CA696DE12BF9}" srcOrd="1" destOrd="0" presId="urn:microsoft.com/office/officeart/2005/8/layout/orgChart1"/>
    <dgm:cxn modelId="{D27EEAD9-23F0-40B8-9BCA-3232749D4FB8}" type="presParOf" srcId="{AD5D6871-317D-4B09-A92D-CA696DE12BF9}" destId="{7BA02432-27CF-4AE9-930B-14CBDBB86B8B}" srcOrd="0" destOrd="0" presId="urn:microsoft.com/office/officeart/2005/8/layout/orgChart1"/>
    <dgm:cxn modelId="{3BC6FD19-1398-43E1-8B15-C6BBD47C771E}" type="presParOf" srcId="{AD5D6871-317D-4B09-A92D-CA696DE12BF9}" destId="{FF561F75-6494-4D24-9EAB-552E1903BFF1}" srcOrd="1" destOrd="0" presId="urn:microsoft.com/office/officeart/2005/8/layout/orgChart1"/>
    <dgm:cxn modelId="{24AA0C73-0B19-4F92-A8EE-6AB219BADD5B}" type="presParOf" srcId="{FF561F75-6494-4D24-9EAB-552E1903BFF1}" destId="{4BE981DE-10D3-42C9-A6A7-33CB01475FE9}" srcOrd="0" destOrd="0" presId="urn:microsoft.com/office/officeart/2005/8/layout/orgChart1"/>
    <dgm:cxn modelId="{11BA9CF5-37E6-4928-AA28-4CFC07AFE1C7}" type="presParOf" srcId="{4BE981DE-10D3-42C9-A6A7-33CB01475FE9}" destId="{02E159CD-5E26-4BD2-8EC2-FEC081B283AC}" srcOrd="0" destOrd="0" presId="urn:microsoft.com/office/officeart/2005/8/layout/orgChart1"/>
    <dgm:cxn modelId="{9E165896-547B-4DE0-8931-C8CFC5139C66}" type="presParOf" srcId="{4BE981DE-10D3-42C9-A6A7-33CB01475FE9}" destId="{9866F2A4-D76C-44A3-92B9-25A0C3069B3B}" srcOrd="1" destOrd="0" presId="urn:microsoft.com/office/officeart/2005/8/layout/orgChart1"/>
    <dgm:cxn modelId="{21776B99-37B3-4018-92FE-90A3A0CDFFA7}" type="presParOf" srcId="{FF561F75-6494-4D24-9EAB-552E1903BFF1}" destId="{1ECFFE6F-C146-44F2-BAF9-277260A64074}" srcOrd="1" destOrd="0" presId="urn:microsoft.com/office/officeart/2005/8/layout/orgChart1"/>
    <dgm:cxn modelId="{78CFB4A9-5734-4D9C-9217-549D8DF74E13}" type="presParOf" srcId="{1ECFFE6F-C146-44F2-BAF9-277260A64074}" destId="{D0FA32DB-C165-45A6-95EC-C481C2AB96C8}" srcOrd="0" destOrd="0" presId="urn:microsoft.com/office/officeart/2005/8/layout/orgChart1"/>
    <dgm:cxn modelId="{98A0940F-6B04-48E6-909F-630F9B7AA087}" type="presParOf" srcId="{1ECFFE6F-C146-44F2-BAF9-277260A64074}" destId="{799F6AB8-6369-4371-81E4-CDE7C17D3C3F}" srcOrd="1" destOrd="0" presId="urn:microsoft.com/office/officeart/2005/8/layout/orgChart1"/>
    <dgm:cxn modelId="{397EE3DE-4563-47A4-AB07-86D6126C1D62}" type="presParOf" srcId="{799F6AB8-6369-4371-81E4-CDE7C17D3C3F}" destId="{340406F2-8F5B-49BB-AC7A-A20B7BFB86D3}" srcOrd="0" destOrd="0" presId="urn:microsoft.com/office/officeart/2005/8/layout/orgChart1"/>
    <dgm:cxn modelId="{AD1A0C13-F232-4A5E-AC35-F707F14F5F36}" type="presParOf" srcId="{340406F2-8F5B-49BB-AC7A-A20B7BFB86D3}" destId="{98E27C55-915F-4C0A-8A06-FFAD43080596}" srcOrd="0" destOrd="0" presId="urn:microsoft.com/office/officeart/2005/8/layout/orgChart1"/>
    <dgm:cxn modelId="{2A4A2C2D-43F0-4087-8D65-3C9C0BE03F02}" type="presParOf" srcId="{340406F2-8F5B-49BB-AC7A-A20B7BFB86D3}" destId="{F92020A9-0739-4B24-952A-96CC2C4A8584}" srcOrd="1" destOrd="0" presId="urn:microsoft.com/office/officeart/2005/8/layout/orgChart1"/>
    <dgm:cxn modelId="{570281B9-A72B-48A2-90CA-0C7B0C07B6EF}" type="presParOf" srcId="{799F6AB8-6369-4371-81E4-CDE7C17D3C3F}" destId="{5B097B64-AC28-412C-928F-E87E34B8B3AF}" srcOrd="1" destOrd="0" presId="urn:microsoft.com/office/officeart/2005/8/layout/orgChart1"/>
    <dgm:cxn modelId="{7AA39728-2982-4B05-B8C7-D681862DCC21}" type="presParOf" srcId="{799F6AB8-6369-4371-81E4-CDE7C17D3C3F}" destId="{D671A206-4A36-4701-94BA-BEAF81A2C6BC}" srcOrd="2" destOrd="0" presId="urn:microsoft.com/office/officeart/2005/8/layout/orgChart1"/>
    <dgm:cxn modelId="{A97F75C0-5C3F-4135-9C2E-FD4C1772BDEB}" type="presParOf" srcId="{1ECFFE6F-C146-44F2-BAF9-277260A64074}" destId="{7FBFB677-CAFC-4F5E-914D-CCA45AC12E35}" srcOrd="2" destOrd="0" presId="urn:microsoft.com/office/officeart/2005/8/layout/orgChart1"/>
    <dgm:cxn modelId="{9D1671A7-73DE-41F5-8E35-789A691CFAA5}" type="presParOf" srcId="{1ECFFE6F-C146-44F2-BAF9-277260A64074}" destId="{76665E26-2D21-49A4-9AA5-FE1F75AFBA8E}" srcOrd="3" destOrd="0" presId="urn:microsoft.com/office/officeart/2005/8/layout/orgChart1"/>
    <dgm:cxn modelId="{28C60691-6F32-466A-8D7E-B414176BAF3C}" type="presParOf" srcId="{76665E26-2D21-49A4-9AA5-FE1F75AFBA8E}" destId="{23E2D10B-76C9-4EEB-9757-193686BC99C5}" srcOrd="0" destOrd="0" presId="urn:microsoft.com/office/officeart/2005/8/layout/orgChart1"/>
    <dgm:cxn modelId="{34C7F3A6-C9B9-42E0-9C2B-7AF73AF6173C}" type="presParOf" srcId="{23E2D10B-76C9-4EEB-9757-193686BC99C5}" destId="{F8894053-662F-4EDD-89F5-E4BC74C558A9}" srcOrd="0" destOrd="0" presId="urn:microsoft.com/office/officeart/2005/8/layout/orgChart1"/>
    <dgm:cxn modelId="{12FB76B5-6569-47CF-BDC2-DED261CDF315}" type="presParOf" srcId="{23E2D10B-76C9-4EEB-9757-193686BC99C5}" destId="{AF5BFE58-1528-41AD-8EE0-D8F5C8A0E5DB}" srcOrd="1" destOrd="0" presId="urn:microsoft.com/office/officeart/2005/8/layout/orgChart1"/>
    <dgm:cxn modelId="{D1F8DB7F-0C1B-4925-AB96-B6066ACEB1B4}" type="presParOf" srcId="{76665E26-2D21-49A4-9AA5-FE1F75AFBA8E}" destId="{E2BC2C68-35A1-4C8C-99A1-EA15FC3C24A8}" srcOrd="1" destOrd="0" presId="urn:microsoft.com/office/officeart/2005/8/layout/orgChart1"/>
    <dgm:cxn modelId="{B6CE8F5E-CE6E-4C62-967D-49A91C034194}" type="presParOf" srcId="{76665E26-2D21-49A4-9AA5-FE1F75AFBA8E}" destId="{30A5EAE2-6383-41BD-8CCF-D971B9BF1AAF}" srcOrd="2" destOrd="0" presId="urn:microsoft.com/office/officeart/2005/8/layout/orgChart1"/>
    <dgm:cxn modelId="{2ADF9573-AC02-41BB-87EE-F33F80F01612}" type="presParOf" srcId="{FF561F75-6494-4D24-9EAB-552E1903BFF1}" destId="{C6FE3E54-3C77-4311-B7B9-67294B7B9D91}" srcOrd="2" destOrd="0" presId="urn:microsoft.com/office/officeart/2005/8/layout/orgChart1"/>
    <dgm:cxn modelId="{A63AC107-264F-4D01-88CE-7EBD4C31A573}" type="presParOf" srcId="{AD5D6871-317D-4B09-A92D-CA696DE12BF9}" destId="{B30A672C-338B-49F4-9CBA-FFD0966FFC76}" srcOrd="2" destOrd="0" presId="urn:microsoft.com/office/officeart/2005/8/layout/orgChart1"/>
    <dgm:cxn modelId="{22238D38-0B4E-4272-ADCF-32A1B299C468}" type="presParOf" srcId="{AD5D6871-317D-4B09-A92D-CA696DE12BF9}" destId="{765C7811-4706-4964-8409-D58D7DDE683D}" srcOrd="3" destOrd="0" presId="urn:microsoft.com/office/officeart/2005/8/layout/orgChart1"/>
    <dgm:cxn modelId="{B1F96A52-5130-4E07-ACE2-C6EF05CBE57B}" type="presParOf" srcId="{765C7811-4706-4964-8409-D58D7DDE683D}" destId="{49A2E266-D5F8-47F1-A8CA-AA81289DA984}" srcOrd="0" destOrd="0" presId="urn:microsoft.com/office/officeart/2005/8/layout/orgChart1"/>
    <dgm:cxn modelId="{2355D0B8-D41C-47EC-B4C4-8DF612E23740}" type="presParOf" srcId="{49A2E266-D5F8-47F1-A8CA-AA81289DA984}" destId="{08F128D2-8464-45A7-B52A-F7A4BBEFFDE4}" srcOrd="0" destOrd="0" presId="urn:microsoft.com/office/officeart/2005/8/layout/orgChart1"/>
    <dgm:cxn modelId="{5986D315-C9EB-47E8-83EF-55569349E192}" type="presParOf" srcId="{49A2E266-D5F8-47F1-A8CA-AA81289DA984}" destId="{D4DFFABC-C3B9-42B4-B978-4E79D64701CC}" srcOrd="1" destOrd="0" presId="urn:microsoft.com/office/officeart/2005/8/layout/orgChart1"/>
    <dgm:cxn modelId="{517A96E9-4CB7-4768-B5CF-0E27D5261937}" type="presParOf" srcId="{765C7811-4706-4964-8409-D58D7DDE683D}" destId="{960BF63C-2DA0-4474-9DD1-A293E61488A2}" srcOrd="1" destOrd="0" presId="urn:microsoft.com/office/officeart/2005/8/layout/orgChart1"/>
    <dgm:cxn modelId="{F60CD06C-6BB3-40BF-82E2-FBD40E22D120}" type="presParOf" srcId="{960BF63C-2DA0-4474-9DD1-A293E61488A2}" destId="{59CC0A07-A9F0-4E02-97F2-29FEC84CF6FC}" srcOrd="0" destOrd="0" presId="urn:microsoft.com/office/officeart/2005/8/layout/orgChart1"/>
    <dgm:cxn modelId="{24CF66B8-1EAF-4817-902A-4E4623CAE6AE}" type="presParOf" srcId="{960BF63C-2DA0-4474-9DD1-A293E61488A2}" destId="{E6D11D3F-F6D1-46FF-A331-B34E6893B9B7}" srcOrd="1" destOrd="0" presId="urn:microsoft.com/office/officeart/2005/8/layout/orgChart1"/>
    <dgm:cxn modelId="{A5F36F13-2EE9-412C-A33C-22B2400EF7F3}" type="presParOf" srcId="{E6D11D3F-F6D1-46FF-A331-B34E6893B9B7}" destId="{05158424-2E37-4956-996F-94054B48329C}" srcOrd="0" destOrd="0" presId="urn:microsoft.com/office/officeart/2005/8/layout/orgChart1"/>
    <dgm:cxn modelId="{10FB13B6-12BC-4C63-B7A9-DC637DBD0A57}" type="presParOf" srcId="{05158424-2E37-4956-996F-94054B48329C}" destId="{BE1B9A6A-ECEA-425E-AD2D-47FC4F4E4D70}" srcOrd="0" destOrd="0" presId="urn:microsoft.com/office/officeart/2005/8/layout/orgChart1"/>
    <dgm:cxn modelId="{15D12673-4C43-468C-8F05-2A6643F7B170}" type="presParOf" srcId="{05158424-2E37-4956-996F-94054B48329C}" destId="{54239709-921F-46D5-9C20-D94969D2EEB4}" srcOrd="1" destOrd="0" presId="urn:microsoft.com/office/officeart/2005/8/layout/orgChart1"/>
    <dgm:cxn modelId="{8FDE6B33-0ED2-47F4-A40C-E9EE3BD88ADD}" type="presParOf" srcId="{E6D11D3F-F6D1-46FF-A331-B34E6893B9B7}" destId="{433EE070-5ECB-4934-82E3-00FD3A12A367}" srcOrd="1" destOrd="0" presId="urn:microsoft.com/office/officeart/2005/8/layout/orgChart1"/>
    <dgm:cxn modelId="{AB4D54B6-4EF5-459D-BDDA-30124D97B26A}" type="presParOf" srcId="{E6D11D3F-F6D1-46FF-A331-B34E6893B9B7}" destId="{B3DBDC53-509B-4FB0-8BD5-0181872CF2B6}" srcOrd="2" destOrd="0" presId="urn:microsoft.com/office/officeart/2005/8/layout/orgChart1"/>
    <dgm:cxn modelId="{61F4D4A8-343D-4007-B026-09A1F54DBB93}" type="presParOf" srcId="{960BF63C-2DA0-4474-9DD1-A293E61488A2}" destId="{BAA01B84-575F-48DB-B915-285A970AF514}" srcOrd="2" destOrd="0" presId="urn:microsoft.com/office/officeart/2005/8/layout/orgChart1"/>
    <dgm:cxn modelId="{F01FD565-3061-4364-B81F-CD441A3A8DDF}" type="presParOf" srcId="{960BF63C-2DA0-4474-9DD1-A293E61488A2}" destId="{CA4B3B40-92F9-4231-A391-4880C9663AE0}" srcOrd="3" destOrd="0" presId="urn:microsoft.com/office/officeart/2005/8/layout/orgChart1"/>
    <dgm:cxn modelId="{F7F77F73-F169-4857-A45C-F68E0C3B761F}" type="presParOf" srcId="{CA4B3B40-92F9-4231-A391-4880C9663AE0}" destId="{105E421B-56CE-4CEF-8E02-5C03BE9441DC}" srcOrd="0" destOrd="0" presId="urn:microsoft.com/office/officeart/2005/8/layout/orgChart1"/>
    <dgm:cxn modelId="{3DD270E6-0095-4DA7-96F2-CCFCED7CFFA7}" type="presParOf" srcId="{105E421B-56CE-4CEF-8E02-5C03BE9441DC}" destId="{3B03EADF-E47B-419E-BD57-3328DA624CF2}" srcOrd="0" destOrd="0" presId="urn:microsoft.com/office/officeart/2005/8/layout/orgChart1"/>
    <dgm:cxn modelId="{373A66CB-AE5A-4962-9A59-10F970373005}" type="presParOf" srcId="{105E421B-56CE-4CEF-8E02-5C03BE9441DC}" destId="{F91E10D6-91B6-4EFF-A3B8-79FA47EB3344}" srcOrd="1" destOrd="0" presId="urn:microsoft.com/office/officeart/2005/8/layout/orgChart1"/>
    <dgm:cxn modelId="{A76E4E68-1578-4F18-9EA8-188938E53C50}" type="presParOf" srcId="{CA4B3B40-92F9-4231-A391-4880C9663AE0}" destId="{4CD934CC-8A63-4B75-AFA0-1C8C1101F081}" srcOrd="1" destOrd="0" presId="urn:microsoft.com/office/officeart/2005/8/layout/orgChart1"/>
    <dgm:cxn modelId="{07611BB5-C566-40CD-B68C-9CE5B7F4CC00}" type="presParOf" srcId="{CA4B3B40-92F9-4231-A391-4880C9663AE0}" destId="{D87E80E1-0FB5-4592-B035-641AC2DE5F2C}" srcOrd="2" destOrd="0" presId="urn:microsoft.com/office/officeart/2005/8/layout/orgChart1"/>
    <dgm:cxn modelId="{32DCCDFF-3E3E-4294-8C5A-FE25FEB86586}" type="presParOf" srcId="{765C7811-4706-4964-8409-D58D7DDE683D}" destId="{21DB3EC6-D0E2-4BD8-90E1-353AEE028226}" srcOrd="2" destOrd="0" presId="urn:microsoft.com/office/officeart/2005/8/layout/orgChart1"/>
    <dgm:cxn modelId="{87D96AC9-42DA-4174-8E9D-0BA022D4C185}" type="presParOf" srcId="{AD5D6871-317D-4B09-A92D-CA696DE12BF9}" destId="{FCC7C944-722E-4675-9EAB-0E3915F82EA7}" srcOrd="4" destOrd="0" presId="urn:microsoft.com/office/officeart/2005/8/layout/orgChart1"/>
    <dgm:cxn modelId="{046B90DE-E5FF-4EF3-A77C-08CC3DDCB66D}" type="presParOf" srcId="{AD5D6871-317D-4B09-A92D-CA696DE12BF9}" destId="{92E9F875-9E0A-45A7-993B-D724B313F834}" srcOrd="5" destOrd="0" presId="urn:microsoft.com/office/officeart/2005/8/layout/orgChart1"/>
    <dgm:cxn modelId="{51F1D661-240F-4C02-9377-FD8554F1D083}" type="presParOf" srcId="{92E9F875-9E0A-45A7-993B-D724B313F834}" destId="{61024232-61DF-4D7D-A7D0-5D6280130616}" srcOrd="0" destOrd="0" presId="urn:microsoft.com/office/officeart/2005/8/layout/orgChart1"/>
    <dgm:cxn modelId="{168A006A-CEEE-42BA-8A42-B60C79D26917}" type="presParOf" srcId="{61024232-61DF-4D7D-A7D0-5D6280130616}" destId="{2CA47398-EF80-444C-8E10-38AB1A59836A}" srcOrd="0" destOrd="0" presId="urn:microsoft.com/office/officeart/2005/8/layout/orgChart1"/>
    <dgm:cxn modelId="{CA6DE742-DDCF-4F01-B7A1-5CD6691B1CA5}" type="presParOf" srcId="{61024232-61DF-4D7D-A7D0-5D6280130616}" destId="{17DBD813-523F-4E9E-B8DB-36DFEF0D54CC}" srcOrd="1" destOrd="0" presId="urn:microsoft.com/office/officeart/2005/8/layout/orgChart1"/>
    <dgm:cxn modelId="{D9B1ACE2-AE80-4022-B33F-265F5D2B7709}" type="presParOf" srcId="{92E9F875-9E0A-45A7-993B-D724B313F834}" destId="{711C3FDE-BE9B-4A8E-8761-7870F56ED40C}" srcOrd="1" destOrd="0" presId="urn:microsoft.com/office/officeart/2005/8/layout/orgChart1"/>
    <dgm:cxn modelId="{230D978C-16BB-41D7-B26C-F5E085B78817}" type="presParOf" srcId="{711C3FDE-BE9B-4A8E-8761-7870F56ED40C}" destId="{32B23786-5590-4D28-B906-052C426BCCCE}" srcOrd="0" destOrd="0" presId="urn:microsoft.com/office/officeart/2005/8/layout/orgChart1"/>
    <dgm:cxn modelId="{885B726D-E6E2-4335-AA99-AA731182407B}" type="presParOf" srcId="{711C3FDE-BE9B-4A8E-8761-7870F56ED40C}" destId="{18B3908C-1B80-4035-B941-393199956AC4}" srcOrd="1" destOrd="0" presId="urn:microsoft.com/office/officeart/2005/8/layout/orgChart1"/>
    <dgm:cxn modelId="{294052EE-DD98-4DBD-9AFB-466FA5A43099}" type="presParOf" srcId="{18B3908C-1B80-4035-B941-393199956AC4}" destId="{FC346661-F8C1-4D81-BF32-B4279136C7C0}" srcOrd="0" destOrd="0" presId="urn:microsoft.com/office/officeart/2005/8/layout/orgChart1"/>
    <dgm:cxn modelId="{B94C5791-AC40-45CB-9FFE-EE8671DD4F47}" type="presParOf" srcId="{FC346661-F8C1-4D81-BF32-B4279136C7C0}" destId="{8DD7C16D-514F-436C-B08E-C07FD8F4DF62}" srcOrd="0" destOrd="0" presId="urn:microsoft.com/office/officeart/2005/8/layout/orgChart1"/>
    <dgm:cxn modelId="{11E9B8A4-E9EA-4B82-887E-58121D973E24}" type="presParOf" srcId="{FC346661-F8C1-4D81-BF32-B4279136C7C0}" destId="{653DBF67-F52F-4838-BC91-16B0443A778C}" srcOrd="1" destOrd="0" presId="urn:microsoft.com/office/officeart/2005/8/layout/orgChart1"/>
    <dgm:cxn modelId="{B3930911-1EC9-4EEE-9883-22E918EFF9EC}" type="presParOf" srcId="{18B3908C-1B80-4035-B941-393199956AC4}" destId="{D7DA4BAF-EBA0-4B40-900C-1A3A288413DF}" srcOrd="1" destOrd="0" presId="urn:microsoft.com/office/officeart/2005/8/layout/orgChart1"/>
    <dgm:cxn modelId="{89AE0348-0AC9-4F12-AA57-E8C62C493705}" type="presParOf" srcId="{18B3908C-1B80-4035-B941-393199956AC4}" destId="{1AC5B261-6379-4A3D-8C5C-82773D0E000B}" srcOrd="2" destOrd="0" presId="urn:microsoft.com/office/officeart/2005/8/layout/orgChart1"/>
    <dgm:cxn modelId="{41175DEF-9D80-40E0-AE2B-E783E495D0FA}" type="presParOf" srcId="{711C3FDE-BE9B-4A8E-8761-7870F56ED40C}" destId="{7C4EE769-BB2C-4D4B-AB10-87301F6AE292}" srcOrd="2" destOrd="0" presId="urn:microsoft.com/office/officeart/2005/8/layout/orgChart1"/>
    <dgm:cxn modelId="{A3CF0140-4A36-4F08-A90F-0256F4329B28}" type="presParOf" srcId="{711C3FDE-BE9B-4A8E-8761-7870F56ED40C}" destId="{27C048CB-3666-4E03-A11B-AC3B9DD80002}" srcOrd="3" destOrd="0" presId="urn:microsoft.com/office/officeart/2005/8/layout/orgChart1"/>
    <dgm:cxn modelId="{1FDE228E-0AA5-43BA-A0D9-A1B77D878428}" type="presParOf" srcId="{27C048CB-3666-4E03-A11B-AC3B9DD80002}" destId="{98523AC2-7016-4205-87E5-029884062F25}" srcOrd="0" destOrd="0" presId="urn:microsoft.com/office/officeart/2005/8/layout/orgChart1"/>
    <dgm:cxn modelId="{B6137069-961A-4B67-899D-81BE3D4F1B64}" type="presParOf" srcId="{98523AC2-7016-4205-87E5-029884062F25}" destId="{3C6CE83D-5FF4-4A12-9944-1B800A6782D3}" srcOrd="0" destOrd="0" presId="urn:microsoft.com/office/officeart/2005/8/layout/orgChart1"/>
    <dgm:cxn modelId="{BB996BF4-34E1-489A-A129-31D9D1A124D8}" type="presParOf" srcId="{98523AC2-7016-4205-87E5-029884062F25}" destId="{7F1AD0B7-C8DF-4D6D-A0C5-D072667C6160}" srcOrd="1" destOrd="0" presId="urn:microsoft.com/office/officeart/2005/8/layout/orgChart1"/>
    <dgm:cxn modelId="{560954A6-09CC-4E33-AA6B-437EFA5A9102}" type="presParOf" srcId="{27C048CB-3666-4E03-A11B-AC3B9DD80002}" destId="{89F405F8-D37B-4D48-9E95-83468A3B6B77}" srcOrd="1" destOrd="0" presId="urn:microsoft.com/office/officeart/2005/8/layout/orgChart1"/>
    <dgm:cxn modelId="{926150F6-1D7E-4742-B2ED-06B95C67ABD9}" type="presParOf" srcId="{27C048CB-3666-4E03-A11B-AC3B9DD80002}" destId="{FEDB1411-F3E5-4113-AA92-2FCBDCABC1AC}" srcOrd="2" destOrd="0" presId="urn:microsoft.com/office/officeart/2005/8/layout/orgChart1"/>
    <dgm:cxn modelId="{AE88C504-81FF-4D81-B028-0EAC333B97E4}" type="presParOf" srcId="{92E9F875-9E0A-45A7-993B-D724B313F834}" destId="{14D71A66-AD90-4007-BFF6-6C9179BC8C2F}" srcOrd="2" destOrd="0" presId="urn:microsoft.com/office/officeart/2005/8/layout/orgChart1"/>
    <dgm:cxn modelId="{101F5FAE-4950-4E1C-A5B1-56EBB9985DF1}" type="presParOf" srcId="{B572AEC4-651E-405E-8469-561AAFFE418A}" destId="{4BA2FF17-3F8D-49A3-B06C-42175D2605D4}" srcOrd="2" destOrd="0" presId="urn:microsoft.com/office/officeart/2005/8/layout/orgChart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768BFF6-FDB9-4CBB-9B2C-F03813554766}"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6DEDC337-4982-44DA-A048-CE722C8B3703}">
      <dgm:prSet phldrT="[Tekst]" custT="1"/>
      <dgm:spPr>
        <a:solidFill>
          <a:schemeClr val="tx2"/>
        </a:solidFill>
      </dgm:spPr>
      <dgm:t>
        <a:bodyPr/>
        <a:lstStyle/>
        <a:p>
          <a:r>
            <a:rPr lang="nl-NL" sz="2400" dirty="0"/>
            <a:t>Directie</a:t>
          </a:r>
          <a:endParaRPr lang="en-US" sz="3200" dirty="0"/>
        </a:p>
      </dgm:t>
    </dgm:pt>
    <dgm:pt modelId="{8FE51BD5-E6D9-4878-AA5A-0B00A5A63D4D}" type="parTrans" cxnId="{BE107A4A-BB6E-46EE-AEC4-35E430C75998}">
      <dgm:prSet/>
      <dgm:spPr/>
      <dgm:t>
        <a:bodyPr/>
        <a:lstStyle/>
        <a:p>
          <a:endParaRPr lang="en-US" sz="1600"/>
        </a:p>
      </dgm:t>
    </dgm:pt>
    <dgm:pt modelId="{3E17C6C5-8D07-47D4-9747-63986EB6380C}" type="sibTrans" cxnId="{BE107A4A-BB6E-46EE-AEC4-35E430C75998}">
      <dgm:prSet/>
      <dgm:spPr/>
      <dgm:t>
        <a:bodyPr/>
        <a:lstStyle/>
        <a:p>
          <a:endParaRPr lang="en-US" sz="1600"/>
        </a:p>
      </dgm:t>
    </dgm:pt>
    <dgm:pt modelId="{6971CAA8-595E-4191-9A45-16B574235EA7}">
      <dgm:prSet phldrT="[Tekst]" custT="1"/>
      <dgm:spPr/>
      <dgm:t>
        <a:bodyPr/>
        <a:lstStyle/>
        <a:p>
          <a:r>
            <a:rPr lang="nl-NL" sz="1800" dirty="0"/>
            <a:t>Afdeling A</a:t>
          </a:r>
          <a:endParaRPr lang="en-US" sz="1800" dirty="0"/>
        </a:p>
      </dgm:t>
    </dgm:pt>
    <dgm:pt modelId="{5022D609-FF41-4A43-9537-7602835BEE9A}" type="parTrans" cxnId="{013FBFDF-CF3E-4661-A17D-A68099E43C74}">
      <dgm:prSet/>
      <dgm:spPr/>
      <dgm:t>
        <a:bodyPr/>
        <a:lstStyle/>
        <a:p>
          <a:endParaRPr lang="en-US" sz="1600"/>
        </a:p>
      </dgm:t>
    </dgm:pt>
    <dgm:pt modelId="{577D1B20-4386-49B9-A513-D3FAA0054123}" type="sibTrans" cxnId="{013FBFDF-CF3E-4661-A17D-A68099E43C74}">
      <dgm:prSet/>
      <dgm:spPr/>
      <dgm:t>
        <a:bodyPr/>
        <a:lstStyle/>
        <a:p>
          <a:endParaRPr lang="en-US" sz="1600"/>
        </a:p>
      </dgm:t>
    </dgm:pt>
    <dgm:pt modelId="{A1E72E25-2A0B-4B7E-90DC-D8BE5912026A}">
      <dgm:prSet phldrT="[Tekst]" custT="1"/>
      <dgm:spPr/>
      <dgm:t>
        <a:bodyPr/>
        <a:lstStyle/>
        <a:p>
          <a:r>
            <a:rPr lang="nl-NL" sz="1800" dirty="0"/>
            <a:t>Afdeling B</a:t>
          </a:r>
          <a:endParaRPr lang="en-US" sz="1800" dirty="0"/>
        </a:p>
      </dgm:t>
    </dgm:pt>
    <dgm:pt modelId="{27C505AB-27F7-4B82-9E4D-B876BED9B44D}" type="parTrans" cxnId="{06660D96-94A4-4A5F-877B-60BC99931919}">
      <dgm:prSet/>
      <dgm:spPr/>
      <dgm:t>
        <a:bodyPr/>
        <a:lstStyle/>
        <a:p>
          <a:endParaRPr lang="en-US" sz="1600"/>
        </a:p>
      </dgm:t>
    </dgm:pt>
    <dgm:pt modelId="{A1463B3E-98F0-4E12-9FAB-B8AF34EF4D04}" type="sibTrans" cxnId="{06660D96-94A4-4A5F-877B-60BC99931919}">
      <dgm:prSet/>
      <dgm:spPr/>
      <dgm:t>
        <a:bodyPr/>
        <a:lstStyle/>
        <a:p>
          <a:endParaRPr lang="en-US" sz="1600"/>
        </a:p>
      </dgm:t>
    </dgm:pt>
    <dgm:pt modelId="{36242D11-4B6F-4619-9A09-8C6496B9E571}">
      <dgm:prSet phldrT="[Tekst]" custT="1"/>
      <dgm:spPr/>
      <dgm:t>
        <a:bodyPr/>
        <a:lstStyle/>
        <a:p>
          <a:r>
            <a:rPr lang="nl-NL" sz="1800" dirty="0"/>
            <a:t>Afdeling C</a:t>
          </a:r>
          <a:endParaRPr lang="en-US" sz="1800" dirty="0"/>
        </a:p>
      </dgm:t>
    </dgm:pt>
    <dgm:pt modelId="{5D7DCDAB-4E57-4CB6-B448-82DBBD23E44F}" type="parTrans" cxnId="{A396D3B4-10AE-4413-816F-9681951F5AD8}">
      <dgm:prSet/>
      <dgm:spPr/>
      <dgm:t>
        <a:bodyPr/>
        <a:lstStyle/>
        <a:p>
          <a:endParaRPr lang="en-US" sz="1600"/>
        </a:p>
      </dgm:t>
    </dgm:pt>
    <dgm:pt modelId="{01981B3F-CF66-41A2-BF80-E6520D1620FA}" type="sibTrans" cxnId="{A396D3B4-10AE-4413-816F-9681951F5AD8}">
      <dgm:prSet/>
      <dgm:spPr/>
      <dgm:t>
        <a:bodyPr/>
        <a:lstStyle/>
        <a:p>
          <a:endParaRPr lang="en-US" sz="1600"/>
        </a:p>
      </dgm:t>
    </dgm:pt>
    <dgm:pt modelId="{6110E130-70A9-461D-A0D3-A0C1FA219958}">
      <dgm:prSet custT="1"/>
      <dgm:spPr>
        <a:solidFill>
          <a:schemeClr val="accent6">
            <a:lumMod val="75000"/>
          </a:schemeClr>
        </a:solidFill>
      </dgm:spPr>
      <dgm:t>
        <a:bodyPr/>
        <a:lstStyle/>
        <a:p>
          <a:r>
            <a:rPr lang="nl-NL" sz="1800" dirty="0"/>
            <a:t>TeamA1</a:t>
          </a:r>
          <a:endParaRPr lang="en-US" sz="1800" dirty="0"/>
        </a:p>
      </dgm:t>
    </dgm:pt>
    <dgm:pt modelId="{1AD6998F-4A65-44A0-83C6-07B7B5106A48}" type="parTrans" cxnId="{DAB30BBF-BD5F-4BF8-A73A-12852DBC2DA8}">
      <dgm:prSet/>
      <dgm:spPr/>
      <dgm:t>
        <a:bodyPr/>
        <a:lstStyle/>
        <a:p>
          <a:endParaRPr lang="en-US" sz="1600"/>
        </a:p>
      </dgm:t>
    </dgm:pt>
    <dgm:pt modelId="{3B2D3E6D-AE66-4B5A-ADBC-3D090F36C9EB}" type="sibTrans" cxnId="{DAB30BBF-BD5F-4BF8-A73A-12852DBC2DA8}">
      <dgm:prSet/>
      <dgm:spPr/>
      <dgm:t>
        <a:bodyPr/>
        <a:lstStyle/>
        <a:p>
          <a:endParaRPr lang="en-US" sz="1600"/>
        </a:p>
      </dgm:t>
    </dgm:pt>
    <dgm:pt modelId="{1BB5A7E8-BE0F-4D9F-9824-19B53C4862B2}">
      <dgm:prSet custT="1"/>
      <dgm:spPr>
        <a:solidFill>
          <a:schemeClr val="accent6">
            <a:lumMod val="75000"/>
          </a:schemeClr>
        </a:solidFill>
      </dgm:spPr>
      <dgm:t>
        <a:bodyPr/>
        <a:lstStyle/>
        <a:p>
          <a:r>
            <a:rPr lang="nl-NL" sz="1800" dirty="0"/>
            <a:t>Team A2</a:t>
          </a:r>
          <a:endParaRPr lang="en-US" sz="1800" dirty="0"/>
        </a:p>
      </dgm:t>
    </dgm:pt>
    <dgm:pt modelId="{30350CBF-24EE-4DF8-952B-3FB8276BB38B}" type="parTrans" cxnId="{BCE60082-DD25-43C9-9E2A-BA3EC7362704}">
      <dgm:prSet/>
      <dgm:spPr/>
      <dgm:t>
        <a:bodyPr/>
        <a:lstStyle/>
        <a:p>
          <a:endParaRPr lang="en-US" sz="1600"/>
        </a:p>
      </dgm:t>
    </dgm:pt>
    <dgm:pt modelId="{0A86599A-B39E-477A-9D7F-A5B524C33D71}" type="sibTrans" cxnId="{BCE60082-DD25-43C9-9E2A-BA3EC7362704}">
      <dgm:prSet/>
      <dgm:spPr/>
      <dgm:t>
        <a:bodyPr/>
        <a:lstStyle/>
        <a:p>
          <a:endParaRPr lang="en-US" sz="1600"/>
        </a:p>
      </dgm:t>
    </dgm:pt>
    <dgm:pt modelId="{DE9709B3-E8CA-4A91-BFB4-04FC8E5FBE1A}">
      <dgm:prSet custT="1"/>
      <dgm:spPr>
        <a:solidFill>
          <a:schemeClr val="accent6">
            <a:lumMod val="75000"/>
          </a:schemeClr>
        </a:solidFill>
      </dgm:spPr>
      <dgm:t>
        <a:bodyPr/>
        <a:lstStyle/>
        <a:p>
          <a:r>
            <a:rPr lang="nl-NL" sz="1800" dirty="0"/>
            <a:t>Team B1</a:t>
          </a:r>
          <a:endParaRPr lang="en-US" sz="1800" dirty="0"/>
        </a:p>
      </dgm:t>
    </dgm:pt>
    <dgm:pt modelId="{1F8ADF37-3858-41DE-9CC4-F7EE04695DC6}" type="parTrans" cxnId="{9AB78007-B017-4C04-BCEA-91C88C4FC49C}">
      <dgm:prSet/>
      <dgm:spPr/>
      <dgm:t>
        <a:bodyPr/>
        <a:lstStyle/>
        <a:p>
          <a:endParaRPr lang="en-US" sz="1600"/>
        </a:p>
      </dgm:t>
    </dgm:pt>
    <dgm:pt modelId="{05D7994E-C981-4D14-98C1-16DB421BD954}" type="sibTrans" cxnId="{9AB78007-B017-4C04-BCEA-91C88C4FC49C}">
      <dgm:prSet/>
      <dgm:spPr/>
      <dgm:t>
        <a:bodyPr/>
        <a:lstStyle/>
        <a:p>
          <a:endParaRPr lang="en-US" sz="1600"/>
        </a:p>
      </dgm:t>
    </dgm:pt>
    <dgm:pt modelId="{E9B04DD1-79FB-428E-B0C7-4E647EA5DA65}">
      <dgm:prSet custT="1"/>
      <dgm:spPr>
        <a:solidFill>
          <a:schemeClr val="accent6">
            <a:lumMod val="75000"/>
          </a:schemeClr>
        </a:solidFill>
      </dgm:spPr>
      <dgm:t>
        <a:bodyPr/>
        <a:lstStyle/>
        <a:p>
          <a:r>
            <a:rPr lang="nl-NL" sz="1800" dirty="0"/>
            <a:t>Team B2</a:t>
          </a:r>
          <a:endParaRPr lang="en-US" sz="1800" dirty="0"/>
        </a:p>
      </dgm:t>
    </dgm:pt>
    <dgm:pt modelId="{ABE2FAAD-DE04-44B5-842B-E22B2183D76D}" type="parTrans" cxnId="{AB3D534F-A5AB-4D00-A90B-B0BFCABD6E8C}">
      <dgm:prSet/>
      <dgm:spPr/>
      <dgm:t>
        <a:bodyPr/>
        <a:lstStyle/>
        <a:p>
          <a:endParaRPr lang="en-US" sz="1600"/>
        </a:p>
      </dgm:t>
    </dgm:pt>
    <dgm:pt modelId="{949D926B-6E4D-4D1C-B26F-1A6791B644AA}" type="sibTrans" cxnId="{AB3D534F-A5AB-4D00-A90B-B0BFCABD6E8C}">
      <dgm:prSet/>
      <dgm:spPr/>
      <dgm:t>
        <a:bodyPr/>
        <a:lstStyle/>
        <a:p>
          <a:endParaRPr lang="en-US" sz="1600"/>
        </a:p>
      </dgm:t>
    </dgm:pt>
    <dgm:pt modelId="{04F04FA6-7F68-4FFE-8906-BAD7B3009606}">
      <dgm:prSet custT="1"/>
      <dgm:spPr>
        <a:solidFill>
          <a:schemeClr val="accent6">
            <a:lumMod val="75000"/>
          </a:schemeClr>
        </a:solidFill>
      </dgm:spPr>
      <dgm:t>
        <a:bodyPr/>
        <a:lstStyle/>
        <a:p>
          <a:r>
            <a:rPr lang="nl-NL" sz="1800" dirty="0"/>
            <a:t>Team C1</a:t>
          </a:r>
          <a:endParaRPr lang="en-US" sz="1800" dirty="0"/>
        </a:p>
      </dgm:t>
    </dgm:pt>
    <dgm:pt modelId="{7BEEB881-C083-4B0D-B5E3-804426BCC506}" type="parTrans" cxnId="{2567B911-D0BC-4032-8797-C87E5B24C6BC}">
      <dgm:prSet/>
      <dgm:spPr/>
      <dgm:t>
        <a:bodyPr/>
        <a:lstStyle/>
        <a:p>
          <a:endParaRPr lang="en-US" sz="1600"/>
        </a:p>
      </dgm:t>
    </dgm:pt>
    <dgm:pt modelId="{C757CCDE-1F05-4078-89E9-851AE18FC6E4}" type="sibTrans" cxnId="{2567B911-D0BC-4032-8797-C87E5B24C6BC}">
      <dgm:prSet/>
      <dgm:spPr/>
      <dgm:t>
        <a:bodyPr/>
        <a:lstStyle/>
        <a:p>
          <a:endParaRPr lang="en-US" sz="1600"/>
        </a:p>
      </dgm:t>
    </dgm:pt>
    <dgm:pt modelId="{D6567916-8BD2-4DEA-BA90-82925501355C}">
      <dgm:prSet custT="1"/>
      <dgm:spPr>
        <a:solidFill>
          <a:schemeClr val="accent6">
            <a:lumMod val="75000"/>
          </a:schemeClr>
        </a:solidFill>
      </dgm:spPr>
      <dgm:t>
        <a:bodyPr/>
        <a:lstStyle/>
        <a:p>
          <a:r>
            <a:rPr lang="nl-NL" sz="1800" dirty="0"/>
            <a:t>Team C2</a:t>
          </a:r>
          <a:endParaRPr lang="en-US" sz="1800" dirty="0"/>
        </a:p>
      </dgm:t>
    </dgm:pt>
    <dgm:pt modelId="{70CF2C9A-0A78-465A-B16A-405CF6013E73}" type="parTrans" cxnId="{E000414E-CD51-4551-9943-A5F7FCBB1EDB}">
      <dgm:prSet/>
      <dgm:spPr/>
      <dgm:t>
        <a:bodyPr/>
        <a:lstStyle/>
        <a:p>
          <a:endParaRPr lang="en-US" sz="1600"/>
        </a:p>
      </dgm:t>
    </dgm:pt>
    <dgm:pt modelId="{BF8F64CD-0B3D-4788-A41D-73E52362CA5F}" type="sibTrans" cxnId="{E000414E-CD51-4551-9943-A5F7FCBB1EDB}">
      <dgm:prSet/>
      <dgm:spPr/>
      <dgm:t>
        <a:bodyPr/>
        <a:lstStyle/>
        <a:p>
          <a:endParaRPr lang="en-US" sz="1600"/>
        </a:p>
      </dgm:t>
    </dgm:pt>
    <dgm:pt modelId="{34BDE1D5-250C-4579-9D86-A87C9CC1352C}" type="pres">
      <dgm:prSet presAssocID="{6768BFF6-FDB9-4CBB-9B2C-F03813554766}" presName="hierChild1" presStyleCnt="0">
        <dgm:presLayoutVars>
          <dgm:orgChart val="1"/>
          <dgm:chPref val="1"/>
          <dgm:dir/>
          <dgm:animOne val="branch"/>
          <dgm:animLvl val="lvl"/>
          <dgm:resizeHandles/>
        </dgm:presLayoutVars>
      </dgm:prSet>
      <dgm:spPr/>
    </dgm:pt>
    <dgm:pt modelId="{B572AEC4-651E-405E-8469-561AAFFE418A}" type="pres">
      <dgm:prSet presAssocID="{6DEDC337-4982-44DA-A048-CE722C8B3703}" presName="hierRoot1" presStyleCnt="0">
        <dgm:presLayoutVars>
          <dgm:hierBranch val="init"/>
        </dgm:presLayoutVars>
      </dgm:prSet>
      <dgm:spPr/>
    </dgm:pt>
    <dgm:pt modelId="{735DECBB-209B-4FCD-93BB-1085A41EC798}" type="pres">
      <dgm:prSet presAssocID="{6DEDC337-4982-44DA-A048-CE722C8B3703}" presName="rootComposite1" presStyleCnt="0"/>
      <dgm:spPr/>
    </dgm:pt>
    <dgm:pt modelId="{5E047548-577D-418E-BB3A-5006280FE0AA}" type="pres">
      <dgm:prSet presAssocID="{6DEDC337-4982-44DA-A048-CE722C8B3703}" presName="rootText1" presStyleLbl="node0" presStyleIdx="0" presStyleCnt="1">
        <dgm:presLayoutVars>
          <dgm:chPref val="3"/>
        </dgm:presLayoutVars>
      </dgm:prSet>
      <dgm:spPr/>
    </dgm:pt>
    <dgm:pt modelId="{33E37FF7-5DD8-4AC6-AE32-4151F4241F25}" type="pres">
      <dgm:prSet presAssocID="{6DEDC337-4982-44DA-A048-CE722C8B3703}" presName="rootConnector1" presStyleLbl="node1" presStyleIdx="0" presStyleCnt="0"/>
      <dgm:spPr/>
    </dgm:pt>
    <dgm:pt modelId="{AD5D6871-317D-4B09-A92D-CA696DE12BF9}" type="pres">
      <dgm:prSet presAssocID="{6DEDC337-4982-44DA-A048-CE722C8B3703}" presName="hierChild2" presStyleCnt="0"/>
      <dgm:spPr/>
    </dgm:pt>
    <dgm:pt modelId="{7BA02432-27CF-4AE9-930B-14CBDBB86B8B}" type="pres">
      <dgm:prSet presAssocID="{5022D609-FF41-4A43-9537-7602835BEE9A}" presName="Name37" presStyleLbl="parChTrans1D2" presStyleIdx="0" presStyleCnt="3"/>
      <dgm:spPr/>
    </dgm:pt>
    <dgm:pt modelId="{FF561F75-6494-4D24-9EAB-552E1903BFF1}" type="pres">
      <dgm:prSet presAssocID="{6971CAA8-595E-4191-9A45-16B574235EA7}" presName="hierRoot2" presStyleCnt="0">
        <dgm:presLayoutVars>
          <dgm:hierBranch val="init"/>
        </dgm:presLayoutVars>
      </dgm:prSet>
      <dgm:spPr/>
    </dgm:pt>
    <dgm:pt modelId="{4BE981DE-10D3-42C9-A6A7-33CB01475FE9}" type="pres">
      <dgm:prSet presAssocID="{6971CAA8-595E-4191-9A45-16B574235EA7}" presName="rootComposite" presStyleCnt="0"/>
      <dgm:spPr/>
    </dgm:pt>
    <dgm:pt modelId="{02E159CD-5E26-4BD2-8EC2-FEC081B283AC}" type="pres">
      <dgm:prSet presAssocID="{6971CAA8-595E-4191-9A45-16B574235EA7}" presName="rootText" presStyleLbl="node2" presStyleIdx="0" presStyleCnt="3" custScaleX="88308" custScaleY="88309">
        <dgm:presLayoutVars>
          <dgm:chPref val="3"/>
        </dgm:presLayoutVars>
      </dgm:prSet>
      <dgm:spPr/>
    </dgm:pt>
    <dgm:pt modelId="{9866F2A4-D76C-44A3-92B9-25A0C3069B3B}" type="pres">
      <dgm:prSet presAssocID="{6971CAA8-595E-4191-9A45-16B574235EA7}" presName="rootConnector" presStyleLbl="node2" presStyleIdx="0" presStyleCnt="3"/>
      <dgm:spPr/>
    </dgm:pt>
    <dgm:pt modelId="{1ECFFE6F-C146-44F2-BAF9-277260A64074}" type="pres">
      <dgm:prSet presAssocID="{6971CAA8-595E-4191-9A45-16B574235EA7}" presName="hierChild4" presStyleCnt="0"/>
      <dgm:spPr/>
    </dgm:pt>
    <dgm:pt modelId="{D0FA32DB-C165-45A6-95EC-C481C2AB96C8}" type="pres">
      <dgm:prSet presAssocID="{1AD6998F-4A65-44A0-83C6-07B7B5106A48}" presName="Name37" presStyleLbl="parChTrans1D3" presStyleIdx="0" presStyleCnt="6"/>
      <dgm:spPr/>
    </dgm:pt>
    <dgm:pt modelId="{799F6AB8-6369-4371-81E4-CDE7C17D3C3F}" type="pres">
      <dgm:prSet presAssocID="{6110E130-70A9-461D-A0D3-A0C1FA219958}" presName="hierRoot2" presStyleCnt="0">
        <dgm:presLayoutVars>
          <dgm:hierBranch val="init"/>
        </dgm:presLayoutVars>
      </dgm:prSet>
      <dgm:spPr/>
    </dgm:pt>
    <dgm:pt modelId="{340406F2-8F5B-49BB-AC7A-A20B7BFB86D3}" type="pres">
      <dgm:prSet presAssocID="{6110E130-70A9-461D-A0D3-A0C1FA219958}" presName="rootComposite" presStyleCnt="0"/>
      <dgm:spPr/>
    </dgm:pt>
    <dgm:pt modelId="{98E27C55-915F-4C0A-8A06-FFAD43080596}" type="pres">
      <dgm:prSet presAssocID="{6110E130-70A9-461D-A0D3-A0C1FA219958}" presName="rootText" presStyleLbl="node3" presStyleIdx="0" presStyleCnt="6" custScaleX="79263" custScaleY="68095">
        <dgm:presLayoutVars>
          <dgm:chPref val="3"/>
        </dgm:presLayoutVars>
      </dgm:prSet>
      <dgm:spPr/>
    </dgm:pt>
    <dgm:pt modelId="{F92020A9-0739-4B24-952A-96CC2C4A8584}" type="pres">
      <dgm:prSet presAssocID="{6110E130-70A9-461D-A0D3-A0C1FA219958}" presName="rootConnector" presStyleLbl="node3" presStyleIdx="0" presStyleCnt="6"/>
      <dgm:spPr/>
    </dgm:pt>
    <dgm:pt modelId="{5B097B64-AC28-412C-928F-E87E34B8B3AF}" type="pres">
      <dgm:prSet presAssocID="{6110E130-70A9-461D-A0D3-A0C1FA219958}" presName="hierChild4" presStyleCnt="0"/>
      <dgm:spPr/>
    </dgm:pt>
    <dgm:pt modelId="{D671A206-4A36-4701-94BA-BEAF81A2C6BC}" type="pres">
      <dgm:prSet presAssocID="{6110E130-70A9-461D-A0D3-A0C1FA219958}" presName="hierChild5" presStyleCnt="0"/>
      <dgm:spPr/>
    </dgm:pt>
    <dgm:pt modelId="{7FBFB677-CAFC-4F5E-914D-CCA45AC12E35}" type="pres">
      <dgm:prSet presAssocID="{30350CBF-24EE-4DF8-952B-3FB8276BB38B}" presName="Name37" presStyleLbl="parChTrans1D3" presStyleIdx="1" presStyleCnt="6"/>
      <dgm:spPr/>
    </dgm:pt>
    <dgm:pt modelId="{76665E26-2D21-49A4-9AA5-FE1F75AFBA8E}" type="pres">
      <dgm:prSet presAssocID="{1BB5A7E8-BE0F-4D9F-9824-19B53C4862B2}" presName="hierRoot2" presStyleCnt="0">
        <dgm:presLayoutVars>
          <dgm:hierBranch val="init"/>
        </dgm:presLayoutVars>
      </dgm:prSet>
      <dgm:spPr/>
    </dgm:pt>
    <dgm:pt modelId="{23E2D10B-76C9-4EEB-9757-193686BC99C5}" type="pres">
      <dgm:prSet presAssocID="{1BB5A7E8-BE0F-4D9F-9824-19B53C4862B2}" presName="rootComposite" presStyleCnt="0"/>
      <dgm:spPr/>
    </dgm:pt>
    <dgm:pt modelId="{F8894053-662F-4EDD-89F5-E4BC74C558A9}" type="pres">
      <dgm:prSet presAssocID="{1BB5A7E8-BE0F-4D9F-9824-19B53C4862B2}" presName="rootText" presStyleLbl="node3" presStyleIdx="1" presStyleCnt="6" custScaleX="79263" custScaleY="68095">
        <dgm:presLayoutVars>
          <dgm:chPref val="3"/>
        </dgm:presLayoutVars>
      </dgm:prSet>
      <dgm:spPr/>
    </dgm:pt>
    <dgm:pt modelId="{AF5BFE58-1528-41AD-8EE0-D8F5C8A0E5DB}" type="pres">
      <dgm:prSet presAssocID="{1BB5A7E8-BE0F-4D9F-9824-19B53C4862B2}" presName="rootConnector" presStyleLbl="node3" presStyleIdx="1" presStyleCnt="6"/>
      <dgm:spPr/>
    </dgm:pt>
    <dgm:pt modelId="{E2BC2C68-35A1-4C8C-99A1-EA15FC3C24A8}" type="pres">
      <dgm:prSet presAssocID="{1BB5A7E8-BE0F-4D9F-9824-19B53C4862B2}" presName="hierChild4" presStyleCnt="0"/>
      <dgm:spPr/>
    </dgm:pt>
    <dgm:pt modelId="{30A5EAE2-6383-41BD-8CCF-D971B9BF1AAF}" type="pres">
      <dgm:prSet presAssocID="{1BB5A7E8-BE0F-4D9F-9824-19B53C4862B2}" presName="hierChild5" presStyleCnt="0"/>
      <dgm:spPr/>
    </dgm:pt>
    <dgm:pt modelId="{C6FE3E54-3C77-4311-B7B9-67294B7B9D91}" type="pres">
      <dgm:prSet presAssocID="{6971CAA8-595E-4191-9A45-16B574235EA7}" presName="hierChild5" presStyleCnt="0"/>
      <dgm:spPr/>
    </dgm:pt>
    <dgm:pt modelId="{B30A672C-338B-49F4-9CBA-FFD0966FFC76}" type="pres">
      <dgm:prSet presAssocID="{27C505AB-27F7-4B82-9E4D-B876BED9B44D}" presName="Name37" presStyleLbl="parChTrans1D2" presStyleIdx="1" presStyleCnt="3"/>
      <dgm:spPr/>
    </dgm:pt>
    <dgm:pt modelId="{765C7811-4706-4964-8409-D58D7DDE683D}" type="pres">
      <dgm:prSet presAssocID="{A1E72E25-2A0B-4B7E-90DC-D8BE5912026A}" presName="hierRoot2" presStyleCnt="0">
        <dgm:presLayoutVars>
          <dgm:hierBranch val="init"/>
        </dgm:presLayoutVars>
      </dgm:prSet>
      <dgm:spPr/>
    </dgm:pt>
    <dgm:pt modelId="{49A2E266-D5F8-47F1-A8CA-AA81289DA984}" type="pres">
      <dgm:prSet presAssocID="{A1E72E25-2A0B-4B7E-90DC-D8BE5912026A}" presName="rootComposite" presStyleCnt="0"/>
      <dgm:spPr/>
    </dgm:pt>
    <dgm:pt modelId="{08F128D2-8464-45A7-B52A-F7A4BBEFFDE4}" type="pres">
      <dgm:prSet presAssocID="{A1E72E25-2A0B-4B7E-90DC-D8BE5912026A}" presName="rootText" presStyleLbl="node2" presStyleIdx="1" presStyleCnt="3" custScaleX="88308" custScaleY="88309">
        <dgm:presLayoutVars>
          <dgm:chPref val="3"/>
        </dgm:presLayoutVars>
      </dgm:prSet>
      <dgm:spPr/>
    </dgm:pt>
    <dgm:pt modelId="{D4DFFABC-C3B9-42B4-B978-4E79D64701CC}" type="pres">
      <dgm:prSet presAssocID="{A1E72E25-2A0B-4B7E-90DC-D8BE5912026A}" presName="rootConnector" presStyleLbl="node2" presStyleIdx="1" presStyleCnt="3"/>
      <dgm:spPr/>
    </dgm:pt>
    <dgm:pt modelId="{960BF63C-2DA0-4474-9DD1-A293E61488A2}" type="pres">
      <dgm:prSet presAssocID="{A1E72E25-2A0B-4B7E-90DC-D8BE5912026A}" presName="hierChild4" presStyleCnt="0"/>
      <dgm:spPr/>
    </dgm:pt>
    <dgm:pt modelId="{59CC0A07-A9F0-4E02-97F2-29FEC84CF6FC}" type="pres">
      <dgm:prSet presAssocID="{1F8ADF37-3858-41DE-9CC4-F7EE04695DC6}" presName="Name37" presStyleLbl="parChTrans1D3" presStyleIdx="2" presStyleCnt="6"/>
      <dgm:spPr/>
    </dgm:pt>
    <dgm:pt modelId="{E6D11D3F-F6D1-46FF-A331-B34E6893B9B7}" type="pres">
      <dgm:prSet presAssocID="{DE9709B3-E8CA-4A91-BFB4-04FC8E5FBE1A}" presName="hierRoot2" presStyleCnt="0">
        <dgm:presLayoutVars>
          <dgm:hierBranch val="init"/>
        </dgm:presLayoutVars>
      </dgm:prSet>
      <dgm:spPr/>
    </dgm:pt>
    <dgm:pt modelId="{05158424-2E37-4956-996F-94054B48329C}" type="pres">
      <dgm:prSet presAssocID="{DE9709B3-E8CA-4A91-BFB4-04FC8E5FBE1A}" presName="rootComposite" presStyleCnt="0"/>
      <dgm:spPr/>
    </dgm:pt>
    <dgm:pt modelId="{BE1B9A6A-ECEA-425E-AD2D-47FC4F4E4D70}" type="pres">
      <dgm:prSet presAssocID="{DE9709B3-E8CA-4A91-BFB4-04FC8E5FBE1A}" presName="rootText" presStyleLbl="node3" presStyleIdx="2" presStyleCnt="6" custScaleX="79263" custScaleY="68095">
        <dgm:presLayoutVars>
          <dgm:chPref val="3"/>
        </dgm:presLayoutVars>
      </dgm:prSet>
      <dgm:spPr/>
    </dgm:pt>
    <dgm:pt modelId="{54239709-921F-46D5-9C20-D94969D2EEB4}" type="pres">
      <dgm:prSet presAssocID="{DE9709B3-E8CA-4A91-BFB4-04FC8E5FBE1A}" presName="rootConnector" presStyleLbl="node3" presStyleIdx="2" presStyleCnt="6"/>
      <dgm:spPr/>
    </dgm:pt>
    <dgm:pt modelId="{433EE070-5ECB-4934-82E3-00FD3A12A367}" type="pres">
      <dgm:prSet presAssocID="{DE9709B3-E8CA-4A91-BFB4-04FC8E5FBE1A}" presName="hierChild4" presStyleCnt="0"/>
      <dgm:spPr/>
    </dgm:pt>
    <dgm:pt modelId="{B3DBDC53-509B-4FB0-8BD5-0181872CF2B6}" type="pres">
      <dgm:prSet presAssocID="{DE9709B3-E8CA-4A91-BFB4-04FC8E5FBE1A}" presName="hierChild5" presStyleCnt="0"/>
      <dgm:spPr/>
    </dgm:pt>
    <dgm:pt modelId="{BAA01B84-575F-48DB-B915-285A970AF514}" type="pres">
      <dgm:prSet presAssocID="{ABE2FAAD-DE04-44B5-842B-E22B2183D76D}" presName="Name37" presStyleLbl="parChTrans1D3" presStyleIdx="3" presStyleCnt="6"/>
      <dgm:spPr/>
    </dgm:pt>
    <dgm:pt modelId="{CA4B3B40-92F9-4231-A391-4880C9663AE0}" type="pres">
      <dgm:prSet presAssocID="{E9B04DD1-79FB-428E-B0C7-4E647EA5DA65}" presName="hierRoot2" presStyleCnt="0">
        <dgm:presLayoutVars>
          <dgm:hierBranch val="init"/>
        </dgm:presLayoutVars>
      </dgm:prSet>
      <dgm:spPr/>
    </dgm:pt>
    <dgm:pt modelId="{105E421B-56CE-4CEF-8E02-5C03BE9441DC}" type="pres">
      <dgm:prSet presAssocID="{E9B04DD1-79FB-428E-B0C7-4E647EA5DA65}" presName="rootComposite" presStyleCnt="0"/>
      <dgm:spPr/>
    </dgm:pt>
    <dgm:pt modelId="{3B03EADF-E47B-419E-BD57-3328DA624CF2}" type="pres">
      <dgm:prSet presAssocID="{E9B04DD1-79FB-428E-B0C7-4E647EA5DA65}" presName="rootText" presStyleLbl="node3" presStyleIdx="3" presStyleCnt="6" custScaleX="79263" custScaleY="68095">
        <dgm:presLayoutVars>
          <dgm:chPref val="3"/>
        </dgm:presLayoutVars>
      </dgm:prSet>
      <dgm:spPr/>
    </dgm:pt>
    <dgm:pt modelId="{F91E10D6-91B6-4EFF-A3B8-79FA47EB3344}" type="pres">
      <dgm:prSet presAssocID="{E9B04DD1-79FB-428E-B0C7-4E647EA5DA65}" presName="rootConnector" presStyleLbl="node3" presStyleIdx="3" presStyleCnt="6"/>
      <dgm:spPr/>
    </dgm:pt>
    <dgm:pt modelId="{4CD934CC-8A63-4B75-AFA0-1C8C1101F081}" type="pres">
      <dgm:prSet presAssocID="{E9B04DD1-79FB-428E-B0C7-4E647EA5DA65}" presName="hierChild4" presStyleCnt="0"/>
      <dgm:spPr/>
    </dgm:pt>
    <dgm:pt modelId="{D87E80E1-0FB5-4592-B035-641AC2DE5F2C}" type="pres">
      <dgm:prSet presAssocID="{E9B04DD1-79FB-428E-B0C7-4E647EA5DA65}" presName="hierChild5" presStyleCnt="0"/>
      <dgm:spPr/>
    </dgm:pt>
    <dgm:pt modelId="{21DB3EC6-D0E2-4BD8-90E1-353AEE028226}" type="pres">
      <dgm:prSet presAssocID="{A1E72E25-2A0B-4B7E-90DC-D8BE5912026A}" presName="hierChild5" presStyleCnt="0"/>
      <dgm:spPr/>
    </dgm:pt>
    <dgm:pt modelId="{FCC7C944-722E-4675-9EAB-0E3915F82EA7}" type="pres">
      <dgm:prSet presAssocID="{5D7DCDAB-4E57-4CB6-B448-82DBBD23E44F}" presName="Name37" presStyleLbl="parChTrans1D2" presStyleIdx="2" presStyleCnt="3"/>
      <dgm:spPr/>
    </dgm:pt>
    <dgm:pt modelId="{92E9F875-9E0A-45A7-993B-D724B313F834}" type="pres">
      <dgm:prSet presAssocID="{36242D11-4B6F-4619-9A09-8C6496B9E571}" presName="hierRoot2" presStyleCnt="0">
        <dgm:presLayoutVars>
          <dgm:hierBranch val="init"/>
        </dgm:presLayoutVars>
      </dgm:prSet>
      <dgm:spPr/>
    </dgm:pt>
    <dgm:pt modelId="{61024232-61DF-4D7D-A7D0-5D6280130616}" type="pres">
      <dgm:prSet presAssocID="{36242D11-4B6F-4619-9A09-8C6496B9E571}" presName="rootComposite" presStyleCnt="0"/>
      <dgm:spPr/>
    </dgm:pt>
    <dgm:pt modelId="{2CA47398-EF80-444C-8E10-38AB1A59836A}" type="pres">
      <dgm:prSet presAssocID="{36242D11-4B6F-4619-9A09-8C6496B9E571}" presName="rootText" presStyleLbl="node2" presStyleIdx="2" presStyleCnt="3" custScaleX="88308" custScaleY="88309">
        <dgm:presLayoutVars>
          <dgm:chPref val="3"/>
        </dgm:presLayoutVars>
      </dgm:prSet>
      <dgm:spPr/>
    </dgm:pt>
    <dgm:pt modelId="{17DBD813-523F-4E9E-B8DB-36DFEF0D54CC}" type="pres">
      <dgm:prSet presAssocID="{36242D11-4B6F-4619-9A09-8C6496B9E571}" presName="rootConnector" presStyleLbl="node2" presStyleIdx="2" presStyleCnt="3"/>
      <dgm:spPr/>
    </dgm:pt>
    <dgm:pt modelId="{711C3FDE-BE9B-4A8E-8761-7870F56ED40C}" type="pres">
      <dgm:prSet presAssocID="{36242D11-4B6F-4619-9A09-8C6496B9E571}" presName="hierChild4" presStyleCnt="0"/>
      <dgm:spPr/>
    </dgm:pt>
    <dgm:pt modelId="{32B23786-5590-4D28-B906-052C426BCCCE}" type="pres">
      <dgm:prSet presAssocID="{7BEEB881-C083-4B0D-B5E3-804426BCC506}" presName="Name37" presStyleLbl="parChTrans1D3" presStyleIdx="4" presStyleCnt="6"/>
      <dgm:spPr/>
    </dgm:pt>
    <dgm:pt modelId="{18B3908C-1B80-4035-B941-393199956AC4}" type="pres">
      <dgm:prSet presAssocID="{04F04FA6-7F68-4FFE-8906-BAD7B3009606}" presName="hierRoot2" presStyleCnt="0">
        <dgm:presLayoutVars>
          <dgm:hierBranch val="init"/>
        </dgm:presLayoutVars>
      </dgm:prSet>
      <dgm:spPr/>
    </dgm:pt>
    <dgm:pt modelId="{FC346661-F8C1-4D81-BF32-B4279136C7C0}" type="pres">
      <dgm:prSet presAssocID="{04F04FA6-7F68-4FFE-8906-BAD7B3009606}" presName="rootComposite" presStyleCnt="0"/>
      <dgm:spPr/>
    </dgm:pt>
    <dgm:pt modelId="{8DD7C16D-514F-436C-B08E-C07FD8F4DF62}" type="pres">
      <dgm:prSet presAssocID="{04F04FA6-7F68-4FFE-8906-BAD7B3009606}" presName="rootText" presStyleLbl="node3" presStyleIdx="4" presStyleCnt="6" custScaleX="79263" custScaleY="68095">
        <dgm:presLayoutVars>
          <dgm:chPref val="3"/>
        </dgm:presLayoutVars>
      </dgm:prSet>
      <dgm:spPr/>
    </dgm:pt>
    <dgm:pt modelId="{653DBF67-F52F-4838-BC91-16B0443A778C}" type="pres">
      <dgm:prSet presAssocID="{04F04FA6-7F68-4FFE-8906-BAD7B3009606}" presName="rootConnector" presStyleLbl="node3" presStyleIdx="4" presStyleCnt="6"/>
      <dgm:spPr/>
    </dgm:pt>
    <dgm:pt modelId="{D7DA4BAF-EBA0-4B40-900C-1A3A288413DF}" type="pres">
      <dgm:prSet presAssocID="{04F04FA6-7F68-4FFE-8906-BAD7B3009606}" presName="hierChild4" presStyleCnt="0"/>
      <dgm:spPr/>
    </dgm:pt>
    <dgm:pt modelId="{1AC5B261-6379-4A3D-8C5C-82773D0E000B}" type="pres">
      <dgm:prSet presAssocID="{04F04FA6-7F68-4FFE-8906-BAD7B3009606}" presName="hierChild5" presStyleCnt="0"/>
      <dgm:spPr/>
    </dgm:pt>
    <dgm:pt modelId="{7C4EE769-BB2C-4D4B-AB10-87301F6AE292}" type="pres">
      <dgm:prSet presAssocID="{70CF2C9A-0A78-465A-B16A-405CF6013E73}" presName="Name37" presStyleLbl="parChTrans1D3" presStyleIdx="5" presStyleCnt="6"/>
      <dgm:spPr/>
    </dgm:pt>
    <dgm:pt modelId="{27C048CB-3666-4E03-A11B-AC3B9DD80002}" type="pres">
      <dgm:prSet presAssocID="{D6567916-8BD2-4DEA-BA90-82925501355C}" presName="hierRoot2" presStyleCnt="0">
        <dgm:presLayoutVars>
          <dgm:hierBranch val="init"/>
        </dgm:presLayoutVars>
      </dgm:prSet>
      <dgm:spPr/>
    </dgm:pt>
    <dgm:pt modelId="{98523AC2-7016-4205-87E5-029884062F25}" type="pres">
      <dgm:prSet presAssocID="{D6567916-8BD2-4DEA-BA90-82925501355C}" presName="rootComposite" presStyleCnt="0"/>
      <dgm:spPr/>
    </dgm:pt>
    <dgm:pt modelId="{3C6CE83D-5FF4-4A12-9944-1B800A6782D3}" type="pres">
      <dgm:prSet presAssocID="{D6567916-8BD2-4DEA-BA90-82925501355C}" presName="rootText" presStyleLbl="node3" presStyleIdx="5" presStyleCnt="6" custScaleX="79263" custScaleY="68095">
        <dgm:presLayoutVars>
          <dgm:chPref val="3"/>
        </dgm:presLayoutVars>
      </dgm:prSet>
      <dgm:spPr/>
    </dgm:pt>
    <dgm:pt modelId="{7F1AD0B7-C8DF-4D6D-A0C5-D072667C6160}" type="pres">
      <dgm:prSet presAssocID="{D6567916-8BD2-4DEA-BA90-82925501355C}" presName="rootConnector" presStyleLbl="node3" presStyleIdx="5" presStyleCnt="6"/>
      <dgm:spPr/>
    </dgm:pt>
    <dgm:pt modelId="{89F405F8-D37B-4D48-9E95-83468A3B6B77}" type="pres">
      <dgm:prSet presAssocID="{D6567916-8BD2-4DEA-BA90-82925501355C}" presName="hierChild4" presStyleCnt="0"/>
      <dgm:spPr/>
    </dgm:pt>
    <dgm:pt modelId="{FEDB1411-F3E5-4113-AA92-2FCBDCABC1AC}" type="pres">
      <dgm:prSet presAssocID="{D6567916-8BD2-4DEA-BA90-82925501355C}" presName="hierChild5" presStyleCnt="0"/>
      <dgm:spPr/>
    </dgm:pt>
    <dgm:pt modelId="{14D71A66-AD90-4007-BFF6-6C9179BC8C2F}" type="pres">
      <dgm:prSet presAssocID="{36242D11-4B6F-4619-9A09-8C6496B9E571}" presName="hierChild5" presStyleCnt="0"/>
      <dgm:spPr/>
    </dgm:pt>
    <dgm:pt modelId="{4BA2FF17-3F8D-49A3-B06C-42175D2605D4}" type="pres">
      <dgm:prSet presAssocID="{6DEDC337-4982-44DA-A048-CE722C8B3703}" presName="hierChild3" presStyleCnt="0"/>
      <dgm:spPr/>
    </dgm:pt>
  </dgm:ptLst>
  <dgm:cxnLst>
    <dgm:cxn modelId="{9AB78007-B017-4C04-BCEA-91C88C4FC49C}" srcId="{A1E72E25-2A0B-4B7E-90DC-D8BE5912026A}" destId="{DE9709B3-E8CA-4A91-BFB4-04FC8E5FBE1A}" srcOrd="0" destOrd="0" parTransId="{1F8ADF37-3858-41DE-9CC4-F7EE04695DC6}" sibTransId="{05D7994E-C981-4D14-98C1-16DB421BD954}"/>
    <dgm:cxn modelId="{E8159F0E-11EC-4CEF-97B4-976B41023F01}" type="presOf" srcId="{E9B04DD1-79FB-428E-B0C7-4E647EA5DA65}" destId="{3B03EADF-E47B-419E-BD57-3328DA624CF2}" srcOrd="0" destOrd="0" presId="urn:microsoft.com/office/officeart/2005/8/layout/orgChart1"/>
    <dgm:cxn modelId="{2567B911-D0BC-4032-8797-C87E5B24C6BC}" srcId="{36242D11-4B6F-4619-9A09-8C6496B9E571}" destId="{04F04FA6-7F68-4FFE-8906-BAD7B3009606}" srcOrd="0" destOrd="0" parTransId="{7BEEB881-C083-4B0D-B5E3-804426BCC506}" sibTransId="{C757CCDE-1F05-4078-89E9-851AE18FC6E4}"/>
    <dgm:cxn modelId="{CDA2131A-3459-4F46-99C2-435B4A8BF2BE}" type="presOf" srcId="{1AD6998F-4A65-44A0-83C6-07B7B5106A48}" destId="{D0FA32DB-C165-45A6-95EC-C481C2AB96C8}" srcOrd="0" destOrd="0" presId="urn:microsoft.com/office/officeart/2005/8/layout/orgChart1"/>
    <dgm:cxn modelId="{D0AD442A-15B4-4D8A-B304-28642E7AAEDA}" type="presOf" srcId="{6DEDC337-4982-44DA-A048-CE722C8B3703}" destId="{5E047548-577D-418E-BB3A-5006280FE0AA}" srcOrd="0" destOrd="0" presId="urn:microsoft.com/office/officeart/2005/8/layout/orgChart1"/>
    <dgm:cxn modelId="{3AD4E137-7A56-406D-BE62-EEACEEF8EE98}" type="presOf" srcId="{E9B04DD1-79FB-428E-B0C7-4E647EA5DA65}" destId="{F91E10D6-91B6-4EFF-A3B8-79FA47EB3344}" srcOrd="1" destOrd="0" presId="urn:microsoft.com/office/officeart/2005/8/layout/orgChart1"/>
    <dgm:cxn modelId="{D615465D-4881-45E6-952D-BC6CB6294DAD}" type="presOf" srcId="{D6567916-8BD2-4DEA-BA90-82925501355C}" destId="{3C6CE83D-5FF4-4A12-9944-1B800A6782D3}" srcOrd="0" destOrd="0" presId="urn:microsoft.com/office/officeart/2005/8/layout/orgChart1"/>
    <dgm:cxn modelId="{235BF843-844F-4449-A955-9A3CBC281711}" type="presOf" srcId="{DE9709B3-E8CA-4A91-BFB4-04FC8E5FBE1A}" destId="{BE1B9A6A-ECEA-425E-AD2D-47FC4F4E4D70}" srcOrd="0" destOrd="0" presId="urn:microsoft.com/office/officeart/2005/8/layout/orgChart1"/>
    <dgm:cxn modelId="{187BAE48-ED7A-48F0-9D90-B3D07B63C7FE}" type="presOf" srcId="{70CF2C9A-0A78-465A-B16A-405CF6013E73}" destId="{7C4EE769-BB2C-4D4B-AB10-87301F6AE292}" srcOrd="0" destOrd="0" presId="urn:microsoft.com/office/officeart/2005/8/layout/orgChart1"/>
    <dgm:cxn modelId="{BE107A4A-BB6E-46EE-AEC4-35E430C75998}" srcId="{6768BFF6-FDB9-4CBB-9B2C-F03813554766}" destId="{6DEDC337-4982-44DA-A048-CE722C8B3703}" srcOrd="0" destOrd="0" parTransId="{8FE51BD5-E6D9-4878-AA5A-0B00A5A63D4D}" sibTransId="{3E17C6C5-8D07-47D4-9747-63986EB6380C}"/>
    <dgm:cxn modelId="{F0BADD6B-141B-4CDB-94ED-84A1D6D106CD}" type="presOf" srcId="{27C505AB-27F7-4B82-9E4D-B876BED9B44D}" destId="{B30A672C-338B-49F4-9CBA-FFD0966FFC76}" srcOrd="0" destOrd="0" presId="urn:microsoft.com/office/officeart/2005/8/layout/orgChart1"/>
    <dgm:cxn modelId="{8BAFE94C-B774-4375-9645-CC26EEDC8349}" type="presOf" srcId="{1BB5A7E8-BE0F-4D9F-9824-19B53C4862B2}" destId="{F8894053-662F-4EDD-89F5-E4BC74C558A9}" srcOrd="0" destOrd="0" presId="urn:microsoft.com/office/officeart/2005/8/layout/orgChart1"/>
    <dgm:cxn modelId="{E000414E-CD51-4551-9943-A5F7FCBB1EDB}" srcId="{36242D11-4B6F-4619-9A09-8C6496B9E571}" destId="{D6567916-8BD2-4DEA-BA90-82925501355C}" srcOrd="1" destOrd="0" parTransId="{70CF2C9A-0A78-465A-B16A-405CF6013E73}" sibTransId="{BF8F64CD-0B3D-4788-A41D-73E52362CA5F}"/>
    <dgm:cxn modelId="{AB3D534F-A5AB-4D00-A90B-B0BFCABD6E8C}" srcId="{A1E72E25-2A0B-4B7E-90DC-D8BE5912026A}" destId="{E9B04DD1-79FB-428E-B0C7-4E647EA5DA65}" srcOrd="1" destOrd="0" parTransId="{ABE2FAAD-DE04-44B5-842B-E22B2183D76D}" sibTransId="{949D926B-6E4D-4D1C-B26F-1A6791B644AA}"/>
    <dgm:cxn modelId="{8B544F78-741C-4151-8B7F-70C646B22C4D}" type="presOf" srcId="{6971CAA8-595E-4191-9A45-16B574235EA7}" destId="{02E159CD-5E26-4BD2-8EC2-FEC081B283AC}" srcOrd="0" destOrd="0" presId="urn:microsoft.com/office/officeart/2005/8/layout/orgChart1"/>
    <dgm:cxn modelId="{2AE3077C-CB98-48B9-B82C-31CF843F841D}" type="presOf" srcId="{1BB5A7E8-BE0F-4D9F-9824-19B53C4862B2}" destId="{AF5BFE58-1528-41AD-8EE0-D8F5C8A0E5DB}" srcOrd="1" destOrd="0" presId="urn:microsoft.com/office/officeart/2005/8/layout/orgChart1"/>
    <dgm:cxn modelId="{BCE60082-DD25-43C9-9E2A-BA3EC7362704}" srcId="{6971CAA8-595E-4191-9A45-16B574235EA7}" destId="{1BB5A7E8-BE0F-4D9F-9824-19B53C4862B2}" srcOrd="1" destOrd="0" parTransId="{30350CBF-24EE-4DF8-952B-3FB8276BB38B}" sibTransId="{0A86599A-B39E-477A-9D7F-A5B524C33D71}"/>
    <dgm:cxn modelId="{1BA22289-D03C-4B93-AE61-A973BB8CEE88}" type="presOf" srcId="{6971CAA8-595E-4191-9A45-16B574235EA7}" destId="{9866F2A4-D76C-44A3-92B9-25A0C3069B3B}" srcOrd="1" destOrd="0" presId="urn:microsoft.com/office/officeart/2005/8/layout/orgChart1"/>
    <dgm:cxn modelId="{60AF968C-6C85-4C26-B8E7-63EAB499201F}" type="presOf" srcId="{04F04FA6-7F68-4FFE-8906-BAD7B3009606}" destId="{653DBF67-F52F-4838-BC91-16B0443A778C}" srcOrd="1" destOrd="0" presId="urn:microsoft.com/office/officeart/2005/8/layout/orgChart1"/>
    <dgm:cxn modelId="{C4CAAF8E-DB36-4E62-87ED-77457121E220}" type="presOf" srcId="{36242D11-4B6F-4619-9A09-8C6496B9E571}" destId="{17DBD813-523F-4E9E-B8DB-36DFEF0D54CC}" srcOrd="1" destOrd="0" presId="urn:microsoft.com/office/officeart/2005/8/layout/orgChart1"/>
    <dgm:cxn modelId="{8601E695-6C42-4165-8472-704CC6124DF3}" type="presOf" srcId="{1F8ADF37-3858-41DE-9CC4-F7EE04695DC6}" destId="{59CC0A07-A9F0-4E02-97F2-29FEC84CF6FC}" srcOrd="0" destOrd="0" presId="urn:microsoft.com/office/officeart/2005/8/layout/orgChart1"/>
    <dgm:cxn modelId="{06660D96-94A4-4A5F-877B-60BC99931919}" srcId="{6DEDC337-4982-44DA-A048-CE722C8B3703}" destId="{A1E72E25-2A0B-4B7E-90DC-D8BE5912026A}" srcOrd="1" destOrd="0" parTransId="{27C505AB-27F7-4B82-9E4D-B876BED9B44D}" sibTransId="{A1463B3E-98F0-4E12-9FAB-B8AF34EF4D04}"/>
    <dgm:cxn modelId="{8CC41899-925B-4872-935C-7B1222715250}" type="presOf" srcId="{6768BFF6-FDB9-4CBB-9B2C-F03813554766}" destId="{34BDE1D5-250C-4579-9D86-A87C9CC1352C}" srcOrd="0" destOrd="0" presId="urn:microsoft.com/office/officeart/2005/8/layout/orgChart1"/>
    <dgm:cxn modelId="{AEC4E09A-732B-4D1C-BC87-DC9310F8F0CD}" type="presOf" srcId="{04F04FA6-7F68-4FFE-8906-BAD7B3009606}" destId="{8DD7C16D-514F-436C-B08E-C07FD8F4DF62}" srcOrd="0" destOrd="0" presId="urn:microsoft.com/office/officeart/2005/8/layout/orgChart1"/>
    <dgm:cxn modelId="{0EF0539B-8669-4308-B324-AF37671DD7B8}" type="presOf" srcId="{D6567916-8BD2-4DEA-BA90-82925501355C}" destId="{7F1AD0B7-C8DF-4D6D-A0C5-D072667C6160}" srcOrd="1" destOrd="0" presId="urn:microsoft.com/office/officeart/2005/8/layout/orgChart1"/>
    <dgm:cxn modelId="{AB6DA39B-6C2B-4D98-8FF1-2375A1A09D30}" type="presOf" srcId="{ABE2FAAD-DE04-44B5-842B-E22B2183D76D}" destId="{BAA01B84-575F-48DB-B915-285A970AF514}" srcOrd="0" destOrd="0" presId="urn:microsoft.com/office/officeart/2005/8/layout/orgChart1"/>
    <dgm:cxn modelId="{7B106FA9-EFF1-4F21-A10D-B95842E7477D}" type="presOf" srcId="{6110E130-70A9-461D-A0D3-A0C1FA219958}" destId="{F92020A9-0739-4B24-952A-96CC2C4A8584}" srcOrd="1" destOrd="0" presId="urn:microsoft.com/office/officeart/2005/8/layout/orgChart1"/>
    <dgm:cxn modelId="{08FCABA9-3B2C-44A7-8F09-BAF4D70DDEC9}" type="presOf" srcId="{5D7DCDAB-4E57-4CB6-B448-82DBBD23E44F}" destId="{FCC7C944-722E-4675-9EAB-0E3915F82EA7}" srcOrd="0" destOrd="0" presId="urn:microsoft.com/office/officeart/2005/8/layout/orgChart1"/>
    <dgm:cxn modelId="{6F06A5AC-EE0F-4DF4-9480-003E7BE2DA73}" type="presOf" srcId="{30350CBF-24EE-4DF8-952B-3FB8276BB38B}" destId="{7FBFB677-CAFC-4F5E-914D-CCA45AC12E35}" srcOrd="0" destOrd="0" presId="urn:microsoft.com/office/officeart/2005/8/layout/orgChart1"/>
    <dgm:cxn modelId="{8FDC74B1-9049-4E20-8391-0D75578F3AE5}" type="presOf" srcId="{7BEEB881-C083-4B0D-B5E3-804426BCC506}" destId="{32B23786-5590-4D28-B906-052C426BCCCE}" srcOrd="0" destOrd="0" presId="urn:microsoft.com/office/officeart/2005/8/layout/orgChart1"/>
    <dgm:cxn modelId="{A396D3B4-10AE-4413-816F-9681951F5AD8}" srcId="{6DEDC337-4982-44DA-A048-CE722C8B3703}" destId="{36242D11-4B6F-4619-9A09-8C6496B9E571}" srcOrd="2" destOrd="0" parTransId="{5D7DCDAB-4E57-4CB6-B448-82DBBD23E44F}" sibTransId="{01981B3F-CF66-41A2-BF80-E6520D1620FA}"/>
    <dgm:cxn modelId="{DAB30BBF-BD5F-4BF8-A73A-12852DBC2DA8}" srcId="{6971CAA8-595E-4191-9A45-16B574235EA7}" destId="{6110E130-70A9-461D-A0D3-A0C1FA219958}" srcOrd="0" destOrd="0" parTransId="{1AD6998F-4A65-44A0-83C6-07B7B5106A48}" sibTransId="{3B2D3E6D-AE66-4B5A-ADBC-3D090F36C9EB}"/>
    <dgm:cxn modelId="{960103C1-2197-43C3-B5BC-C58AEBA8ACEC}" type="presOf" srcId="{5022D609-FF41-4A43-9537-7602835BEE9A}" destId="{7BA02432-27CF-4AE9-930B-14CBDBB86B8B}" srcOrd="0" destOrd="0" presId="urn:microsoft.com/office/officeart/2005/8/layout/orgChart1"/>
    <dgm:cxn modelId="{E91123C3-A281-4526-B388-F133EFFAAF41}" type="presOf" srcId="{6DEDC337-4982-44DA-A048-CE722C8B3703}" destId="{33E37FF7-5DD8-4AC6-AE32-4151F4241F25}" srcOrd="1" destOrd="0" presId="urn:microsoft.com/office/officeart/2005/8/layout/orgChart1"/>
    <dgm:cxn modelId="{B784B0CA-9CD3-4362-B2D4-122374D74065}" type="presOf" srcId="{DE9709B3-E8CA-4A91-BFB4-04FC8E5FBE1A}" destId="{54239709-921F-46D5-9C20-D94969D2EEB4}" srcOrd="1" destOrd="0" presId="urn:microsoft.com/office/officeart/2005/8/layout/orgChart1"/>
    <dgm:cxn modelId="{A48DFECF-447A-43C7-B366-03C08ACD9770}" type="presOf" srcId="{A1E72E25-2A0B-4B7E-90DC-D8BE5912026A}" destId="{D4DFFABC-C3B9-42B4-B978-4E79D64701CC}" srcOrd="1" destOrd="0" presId="urn:microsoft.com/office/officeart/2005/8/layout/orgChart1"/>
    <dgm:cxn modelId="{78655DD2-160D-450F-98BD-6E644D6E14AF}" type="presOf" srcId="{A1E72E25-2A0B-4B7E-90DC-D8BE5912026A}" destId="{08F128D2-8464-45A7-B52A-F7A4BBEFFDE4}" srcOrd="0" destOrd="0" presId="urn:microsoft.com/office/officeart/2005/8/layout/orgChart1"/>
    <dgm:cxn modelId="{013FBFDF-CF3E-4661-A17D-A68099E43C74}" srcId="{6DEDC337-4982-44DA-A048-CE722C8B3703}" destId="{6971CAA8-595E-4191-9A45-16B574235EA7}" srcOrd="0" destOrd="0" parTransId="{5022D609-FF41-4A43-9537-7602835BEE9A}" sibTransId="{577D1B20-4386-49B9-A513-D3FAA0054123}"/>
    <dgm:cxn modelId="{96F446FC-597C-47B7-8962-8E43F1336F03}" type="presOf" srcId="{36242D11-4B6F-4619-9A09-8C6496B9E571}" destId="{2CA47398-EF80-444C-8E10-38AB1A59836A}" srcOrd="0" destOrd="0" presId="urn:microsoft.com/office/officeart/2005/8/layout/orgChart1"/>
    <dgm:cxn modelId="{F7F1A3FF-1905-49F7-B3F6-776C5E1D53DE}" type="presOf" srcId="{6110E130-70A9-461D-A0D3-A0C1FA219958}" destId="{98E27C55-915F-4C0A-8A06-FFAD43080596}" srcOrd="0" destOrd="0" presId="urn:microsoft.com/office/officeart/2005/8/layout/orgChart1"/>
    <dgm:cxn modelId="{5DE9F44A-91D7-4FD4-B74E-94DA90DC7B0B}" type="presParOf" srcId="{34BDE1D5-250C-4579-9D86-A87C9CC1352C}" destId="{B572AEC4-651E-405E-8469-561AAFFE418A}" srcOrd="0" destOrd="0" presId="urn:microsoft.com/office/officeart/2005/8/layout/orgChart1"/>
    <dgm:cxn modelId="{5EB1D1DB-3786-4DC8-868A-BFE5F85F76AC}" type="presParOf" srcId="{B572AEC4-651E-405E-8469-561AAFFE418A}" destId="{735DECBB-209B-4FCD-93BB-1085A41EC798}" srcOrd="0" destOrd="0" presId="urn:microsoft.com/office/officeart/2005/8/layout/orgChart1"/>
    <dgm:cxn modelId="{CCFB83D2-B279-45A3-B60E-AC532204592F}" type="presParOf" srcId="{735DECBB-209B-4FCD-93BB-1085A41EC798}" destId="{5E047548-577D-418E-BB3A-5006280FE0AA}" srcOrd="0" destOrd="0" presId="urn:microsoft.com/office/officeart/2005/8/layout/orgChart1"/>
    <dgm:cxn modelId="{03B60C9D-53AF-4569-B7FF-156FD8E7F70E}" type="presParOf" srcId="{735DECBB-209B-4FCD-93BB-1085A41EC798}" destId="{33E37FF7-5DD8-4AC6-AE32-4151F4241F25}" srcOrd="1" destOrd="0" presId="urn:microsoft.com/office/officeart/2005/8/layout/orgChart1"/>
    <dgm:cxn modelId="{D3D89F6F-0794-4F19-AC26-D0E95315B202}" type="presParOf" srcId="{B572AEC4-651E-405E-8469-561AAFFE418A}" destId="{AD5D6871-317D-4B09-A92D-CA696DE12BF9}" srcOrd="1" destOrd="0" presId="urn:microsoft.com/office/officeart/2005/8/layout/orgChart1"/>
    <dgm:cxn modelId="{D27EEAD9-23F0-40B8-9BCA-3232749D4FB8}" type="presParOf" srcId="{AD5D6871-317D-4B09-A92D-CA696DE12BF9}" destId="{7BA02432-27CF-4AE9-930B-14CBDBB86B8B}" srcOrd="0" destOrd="0" presId="urn:microsoft.com/office/officeart/2005/8/layout/orgChart1"/>
    <dgm:cxn modelId="{3BC6FD19-1398-43E1-8B15-C6BBD47C771E}" type="presParOf" srcId="{AD5D6871-317D-4B09-A92D-CA696DE12BF9}" destId="{FF561F75-6494-4D24-9EAB-552E1903BFF1}" srcOrd="1" destOrd="0" presId="urn:microsoft.com/office/officeart/2005/8/layout/orgChart1"/>
    <dgm:cxn modelId="{24AA0C73-0B19-4F92-A8EE-6AB219BADD5B}" type="presParOf" srcId="{FF561F75-6494-4D24-9EAB-552E1903BFF1}" destId="{4BE981DE-10D3-42C9-A6A7-33CB01475FE9}" srcOrd="0" destOrd="0" presId="urn:microsoft.com/office/officeart/2005/8/layout/orgChart1"/>
    <dgm:cxn modelId="{11BA9CF5-37E6-4928-AA28-4CFC07AFE1C7}" type="presParOf" srcId="{4BE981DE-10D3-42C9-A6A7-33CB01475FE9}" destId="{02E159CD-5E26-4BD2-8EC2-FEC081B283AC}" srcOrd="0" destOrd="0" presId="urn:microsoft.com/office/officeart/2005/8/layout/orgChart1"/>
    <dgm:cxn modelId="{9E165896-547B-4DE0-8931-C8CFC5139C66}" type="presParOf" srcId="{4BE981DE-10D3-42C9-A6A7-33CB01475FE9}" destId="{9866F2A4-D76C-44A3-92B9-25A0C3069B3B}" srcOrd="1" destOrd="0" presId="urn:microsoft.com/office/officeart/2005/8/layout/orgChart1"/>
    <dgm:cxn modelId="{21776B99-37B3-4018-92FE-90A3A0CDFFA7}" type="presParOf" srcId="{FF561F75-6494-4D24-9EAB-552E1903BFF1}" destId="{1ECFFE6F-C146-44F2-BAF9-277260A64074}" srcOrd="1" destOrd="0" presId="urn:microsoft.com/office/officeart/2005/8/layout/orgChart1"/>
    <dgm:cxn modelId="{78CFB4A9-5734-4D9C-9217-549D8DF74E13}" type="presParOf" srcId="{1ECFFE6F-C146-44F2-BAF9-277260A64074}" destId="{D0FA32DB-C165-45A6-95EC-C481C2AB96C8}" srcOrd="0" destOrd="0" presId="urn:microsoft.com/office/officeart/2005/8/layout/orgChart1"/>
    <dgm:cxn modelId="{98A0940F-6B04-48E6-909F-630F9B7AA087}" type="presParOf" srcId="{1ECFFE6F-C146-44F2-BAF9-277260A64074}" destId="{799F6AB8-6369-4371-81E4-CDE7C17D3C3F}" srcOrd="1" destOrd="0" presId="urn:microsoft.com/office/officeart/2005/8/layout/orgChart1"/>
    <dgm:cxn modelId="{397EE3DE-4563-47A4-AB07-86D6126C1D62}" type="presParOf" srcId="{799F6AB8-6369-4371-81E4-CDE7C17D3C3F}" destId="{340406F2-8F5B-49BB-AC7A-A20B7BFB86D3}" srcOrd="0" destOrd="0" presId="urn:microsoft.com/office/officeart/2005/8/layout/orgChart1"/>
    <dgm:cxn modelId="{AD1A0C13-F232-4A5E-AC35-F707F14F5F36}" type="presParOf" srcId="{340406F2-8F5B-49BB-AC7A-A20B7BFB86D3}" destId="{98E27C55-915F-4C0A-8A06-FFAD43080596}" srcOrd="0" destOrd="0" presId="urn:microsoft.com/office/officeart/2005/8/layout/orgChart1"/>
    <dgm:cxn modelId="{2A4A2C2D-43F0-4087-8D65-3C9C0BE03F02}" type="presParOf" srcId="{340406F2-8F5B-49BB-AC7A-A20B7BFB86D3}" destId="{F92020A9-0739-4B24-952A-96CC2C4A8584}" srcOrd="1" destOrd="0" presId="urn:microsoft.com/office/officeart/2005/8/layout/orgChart1"/>
    <dgm:cxn modelId="{570281B9-A72B-48A2-90CA-0C7B0C07B6EF}" type="presParOf" srcId="{799F6AB8-6369-4371-81E4-CDE7C17D3C3F}" destId="{5B097B64-AC28-412C-928F-E87E34B8B3AF}" srcOrd="1" destOrd="0" presId="urn:microsoft.com/office/officeart/2005/8/layout/orgChart1"/>
    <dgm:cxn modelId="{7AA39728-2982-4B05-B8C7-D681862DCC21}" type="presParOf" srcId="{799F6AB8-6369-4371-81E4-CDE7C17D3C3F}" destId="{D671A206-4A36-4701-94BA-BEAF81A2C6BC}" srcOrd="2" destOrd="0" presId="urn:microsoft.com/office/officeart/2005/8/layout/orgChart1"/>
    <dgm:cxn modelId="{A97F75C0-5C3F-4135-9C2E-FD4C1772BDEB}" type="presParOf" srcId="{1ECFFE6F-C146-44F2-BAF9-277260A64074}" destId="{7FBFB677-CAFC-4F5E-914D-CCA45AC12E35}" srcOrd="2" destOrd="0" presId="urn:microsoft.com/office/officeart/2005/8/layout/orgChart1"/>
    <dgm:cxn modelId="{9D1671A7-73DE-41F5-8E35-789A691CFAA5}" type="presParOf" srcId="{1ECFFE6F-C146-44F2-BAF9-277260A64074}" destId="{76665E26-2D21-49A4-9AA5-FE1F75AFBA8E}" srcOrd="3" destOrd="0" presId="urn:microsoft.com/office/officeart/2005/8/layout/orgChart1"/>
    <dgm:cxn modelId="{28C60691-6F32-466A-8D7E-B414176BAF3C}" type="presParOf" srcId="{76665E26-2D21-49A4-9AA5-FE1F75AFBA8E}" destId="{23E2D10B-76C9-4EEB-9757-193686BC99C5}" srcOrd="0" destOrd="0" presId="urn:microsoft.com/office/officeart/2005/8/layout/orgChart1"/>
    <dgm:cxn modelId="{34C7F3A6-C9B9-42E0-9C2B-7AF73AF6173C}" type="presParOf" srcId="{23E2D10B-76C9-4EEB-9757-193686BC99C5}" destId="{F8894053-662F-4EDD-89F5-E4BC74C558A9}" srcOrd="0" destOrd="0" presId="urn:microsoft.com/office/officeart/2005/8/layout/orgChart1"/>
    <dgm:cxn modelId="{12FB76B5-6569-47CF-BDC2-DED261CDF315}" type="presParOf" srcId="{23E2D10B-76C9-4EEB-9757-193686BC99C5}" destId="{AF5BFE58-1528-41AD-8EE0-D8F5C8A0E5DB}" srcOrd="1" destOrd="0" presId="urn:microsoft.com/office/officeart/2005/8/layout/orgChart1"/>
    <dgm:cxn modelId="{D1F8DB7F-0C1B-4925-AB96-B6066ACEB1B4}" type="presParOf" srcId="{76665E26-2D21-49A4-9AA5-FE1F75AFBA8E}" destId="{E2BC2C68-35A1-4C8C-99A1-EA15FC3C24A8}" srcOrd="1" destOrd="0" presId="urn:microsoft.com/office/officeart/2005/8/layout/orgChart1"/>
    <dgm:cxn modelId="{B6CE8F5E-CE6E-4C62-967D-49A91C034194}" type="presParOf" srcId="{76665E26-2D21-49A4-9AA5-FE1F75AFBA8E}" destId="{30A5EAE2-6383-41BD-8CCF-D971B9BF1AAF}" srcOrd="2" destOrd="0" presId="urn:microsoft.com/office/officeart/2005/8/layout/orgChart1"/>
    <dgm:cxn modelId="{2ADF9573-AC02-41BB-87EE-F33F80F01612}" type="presParOf" srcId="{FF561F75-6494-4D24-9EAB-552E1903BFF1}" destId="{C6FE3E54-3C77-4311-B7B9-67294B7B9D91}" srcOrd="2" destOrd="0" presId="urn:microsoft.com/office/officeart/2005/8/layout/orgChart1"/>
    <dgm:cxn modelId="{A63AC107-264F-4D01-88CE-7EBD4C31A573}" type="presParOf" srcId="{AD5D6871-317D-4B09-A92D-CA696DE12BF9}" destId="{B30A672C-338B-49F4-9CBA-FFD0966FFC76}" srcOrd="2" destOrd="0" presId="urn:microsoft.com/office/officeart/2005/8/layout/orgChart1"/>
    <dgm:cxn modelId="{22238D38-0B4E-4272-ADCF-32A1B299C468}" type="presParOf" srcId="{AD5D6871-317D-4B09-A92D-CA696DE12BF9}" destId="{765C7811-4706-4964-8409-D58D7DDE683D}" srcOrd="3" destOrd="0" presId="urn:microsoft.com/office/officeart/2005/8/layout/orgChart1"/>
    <dgm:cxn modelId="{B1F96A52-5130-4E07-ACE2-C6EF05CBE57B}" type="presParOf" srcId="{765C7811-4706-4964-8409-D58D7DDE683D}" destId="{49A2E266-D5F8-47F1-A8CA-AA81289DA984}" srcOrd="0" destOrd="0" presId="urn:microsoft.com/office/officeart/2005/8/layout/orgChart1"/>
    <dgm:cxn modelId="{2355D0B8-D41C-47EC-B4C4-8DF612E23740}" type="presParOf" srcId="{49A2E266-D5F8-47F1-A8CA-AA81289DA984}" destId="{08F128D2-8464-45A7-B52A-F7A4BBEFFDE4}" srcOrd="0" destOrd="0" presId="urn:microsoft.com/office/officeart/2005/8/layout/orgChart1"/>
    <dgm:cxn modelId="{5986D315-C9EB-47E8-83EF-55569349E192}" type="presParOf" srcId="{49A2E266-D5F8-47F1-A8CA-AA81289DA984}" destId="{D4DFFABC-C3B9-42B4-B978-4E79D64701CC}" srcOrd="1" destOrd="0" presId="urn:microsoft.com/office/officeart/2005/8/layout/orgChart1"/>
    <dgm:cxn modelId="{517A96E9-4CB7-4768-B5CF-0E27D5261937}" type="presParOf" srcId="{765C7811-4706-4964-8409-D58D7DDE683D}" destId="{960BF63C-2DA0-4474-9DD1-A293E61488A2}" srcOrd="1" destOrd="0" presId="urn:microsoft.com/office/officeart/2005/8/layout/orgChart1"/>
    <dgm:cxn modelId="{F60CD06C-6BB3-40BF-82E2-FBD40E22D120}" type="presParOf" srcId="{960BF63C-2DA0-4474-9DD1-A293E61488A2}" destId="{59CC0A07-A9F0-4E02-97F2-29FEC84CF6FC}" srcOrd="0" destOrd="0" presId="urn:microsoft.com/office/officeart/2005/8/layout/orgChart1"/>
    <dgm:cxn modelId="{24CF66B8-1EAF-4817-902A-4E4623CAE6AE}" type="presParOf" srcId="{960BF63C-2DA0-4474-9DD1-A293E61488A2}" destId="{E6D11D3F-F6D1-46FF-A331-B34E6893B9B7}" srcOrd="1" destOrd="0" presId="urn:microsoft.com/office/officeart/2005/8/layout/orgChart1"/>
    <dgm:cxn modelId="{A5F36F13-2EE9-412C-A33C-22B2400EF7F3}" type="presParOf" srcId="{E6D11D3F-F6D1-46FF-A331-B34E6893B9B7}" destId="{05158424-2E37-4956-996F-94054B48329C}" srcOrd="0" destOrd="0" presId="urn:microsoft.com/office/officeart/2005/8/layout/orgChart1"/>
    <dgm:cxn modelId="{10FB13B6-12BC-4C63-B7A9-DC637DBD0A57}" type="presParOf" srcId="{05158424-2E37-4956-996F-94054B48329C}" destId="{BE1B9A6A-ECEA-425E-AD2D-47FC4F4E4D70}" srcOrd="0" destOrd="0" presId="urn:microsoft.com/office/officeart/2005/8/layout/orgChart1"/>
    <dgm:cxn modelId="{15D12673-4C43-468C-8F05-2A6643F7B170}" type="presParOf" srcId="{05158424-2E37-4956-996F-94054B48329C}" destId="{54239709-921F-46D5-9C20-D94969D2EEB4}" srcOrd="1" destOrd="0" presId="urn:microsoft.com/office/officeart/2005/8/layout/orgChart1"/>
    <dgm:cxn modelId="{8FDE6B33-0ED2-47F4-A40C-E9EE3BD88ADD}" type="presParOf" srcId="{E6D11D3F-F6D1-46FF-A331-B34E6893B9B7}" destId="{433EE070-5ECB-4934-82E3-00FD3A12A367}" srcOrd="1" destOrd="0" presId="urn:microsoft.com/office/officeart/2005/8/layout/orgChart1"/>
    <dgm:cxn modelId="{AB4D54B6-4EF5-459D-BDDA-30124D97B26A}" type="presParOf" srcId="{E6D11D3F-F6D1-46FF-A331-B34E6893B9B7}" destId="{B3DBDC53-509B-4FB0-8BD5-0181872CF2B6}" srcOrd="2" destOrd="0" presId="urn:microsoft.com/office/officeart/2005/8/layout/orgChart1"/>
    <dgm:cxn modelId="{61F4D4A8-343D-4007-B026-09A1F54DBB93}" type="presParOf" srcId="{960BF63C-2DA0-4474-9DD1-A293E61488A2}" destId="{BAA01B84-575F-48DB-B915-285A970AF514}" srcOrd="2" destOrd="0" presId="urn:microsoft.com/office/officeart/2005/8/layout/orgChart1"/>
    <dgm:cxn modelId="{F01FD565-3061-4364-B81F-CD441A3A8DDF}" type="presParOf" srcId="{960BF63C-2DA0-4474-9DD1-A293E61488A2}" destId="{CA4B3B40-92F9-4231-A391-4880C9663AE0}" srcOrd="3" destOrd="0" presId="urn:microsoft.com/office/officeart/2005/8/layout/orgChart1"/>
    <dgm:cxn modelId="{F7F77F73-F169-4857-A45C-F68E0C3B761F}" type="presParOf" srcId="{CA4B3B40-92F9-4231-A391-4880C9663AE0}" destId="{105E421B-56CE-4CEF-8E02-5C03BE9441DC}" srcOrd="0" destOrd="0" presId="urn:microsoft.com/office/officeart/2005/8/layout/orgChart1"/>
    <dgm:cxn modelId="{3DD270E6-0095-4DA7-96F2-CCFCED7CFFA7}" type="presParOf" srcId="{105E421B-56CE-4CEF-8E02-5C03BE9441DC}" destId="{3B03EADF-E47B-419E-BD57-3328DA624CF2}" srcOrd="0" destOrd="0" presId="urn:microsoft.com/office/officeart/2005/8/layout/orgChart1"/>
    <dgm:cxn modelId="{373A66CB-AE5A-4962-9A59-10F970373005}" type="presParOf" srcId="{105E421B-56CE-4CEF-8E02-5C03BE9441DC}" destId="{F91E10D6-91B6-4EFF-A3B8-79FA47EB3344}" srcOrd="1" destOrd="0" presId="urn:microsoft.com/office/officeart/2005/8/layout/orgChart1"/>
    <dgm:cxn modelId="{A76E4E68-1578-4F18-9EA8-188938E53C50}" type="presParOf" srcId="{CA4B3B40-92F9-4231-A391-4880C9663AE0}" destId="{4CD934CC-8A63-4B75-AFA0-1C8C1101F081}" srcOrd="1" destOrd="0" presId="urn:microsoft.com/office/officeart/2005/8/layout/orgChart1"/>
    <dgm:cxn modelId="{07611BB5-C566-40CD-B68C-9CE5B7F4CC00}" type="presParOf" srcId="{CA4B3B40-92F9-4231-A391-4880C9663AE0}" destId="{D87E80E1-0FB5-4592-B035-641AC2DE5F2C}" srcOrd="2" destOrd="0" presId="urn:microsoft.com/office/officeart/2005/8/layout/orgChart1"/>
    <dgm:cxn modelId="{32DCCDFF-3E3E-4294-8C5A-FE25FEB86586}" type="presParOf" srcId="{765C7811-4706-4964-8409-D58D7DDE683D}" destId="{21DB3EC6-D0E2-4BD8-90E1-353AEE028226}" srcOrd="2" destOrd="0" presId="urn:microsoft.com/office/officeart/2005/8/layout/orgChart1"/>
    <dgm:cxn modelId="{87D96AC9-42DA-4174-8E9D-0BA022D4C185}" type="presParOf" srcId="{AD5D6871-317D-4B09-A92D-CA696DE12BF9}" destId="{FCC7C944-722E-4675-9EAB-0E3915F82EA7}" srcOrd="4" destOrd="0" presId="urn:microsoft.com/office/officeart/2005/8/layout/orgChart1"/>
    <dgm:cxn modelId="{046B90DE-E5FF-4EF3-A77C-08CC3DDCB66D}" type="presParOf" srcId="{AD5D6871-317D-4B09-A92D-CA696DE12BF9}" destId="{92E9F875-9E0A-45A7-993B-D724B313F834}" srcOrd="5" destOrd="0" presId="urn:microsoft.com/office/officeart/2005/8/layout/orgChart1"/>
    <dgm:cxn modelId="{51F1D661-240F-4C02-9377-FD8554F1D083}" type="presParOf" srcId="{92E9F875-9E0A-45A7-993B-D724B313F834}" destId="{61024232-61DF-4D7D-A7D0-5D6280130616}" srcOrd="0" destOrd="0" presId="urn:microsoft.com/office/officeart/2005/8/layout/orgChart1"/>
    <dgm:cxn modelId="{168A006A-CEEE-42BA-8A42-B60C79D26917}" type="presParOf" srcId="{61024232-61DF-4D7D-A7D0-5D6280130616}" destId="{2CA47398-EF80-444C-8E10-38AB1A59836A}" srcOrd="0" destOrd="0" presId="urn:microsoft.com/office/officeart/2005/8/layout/orgChart1"/>
    <dgm:cxn modelId="{CA6DE742-DDCF-4F01-B7A1-5CD6691B1CA5}" type="presParOf" srcId="{61024232-61DF-4D7D-A7D0-5D6280130616}" destId="{17DBD813-523F-4E9E-B8DB-36DFEF0D54CC}" srcOrd="1" destOrd="0" presId="urn:microsoft.com/office/officeart/2005/8/layout/orgChart1"/>
    <dgm:cxn modelId="{D9B1ACE2-AE80-4022-B33F-265F5D2B7709}" type="presParOf" srcId="{92E9F875-9E0A-45A7-993B-D724B313F834}" destId="{711C3FDE-BE9B-4A8E-8761-7870F56ED40C}" srcOrd="1" destOrd="0" presId="urn:microsoft.com/office/officeart/2005/8/layout/orgChart1"/>
    <dgm:cxn modelId="{230D978C-16BB-41D7-B26C-F5E085B78817}" type="presParOf" srcId="{711C3FDE-BE9B-4A8E-8761-7870F56ED40C}" destId="{32B23786-5590-4D28-B906-052C426BCCCE}" srcOrd="0" destOrd="0" presId="urn:microsoft.com/office/officeart/2005/8/layout/orgChart1"/>
    <dgm:cxn modelId="{885B726D-E6E2-4335-AA99-AA731182407B}" type="presParOf" srcId="{711C3FDE-BE9B-4A8E-8761-7870F56ED40C}" destId="{18B3908C-1B80-4035-B941-393199956AC4}" srcOrd="1" destOrd="0" presId="urn:microsoft.com/office/officeart/2005/8/layout/orgChart1"/>
    <dgm:cxn modelId="{294052EE-DD98-4DBD-9AFB-466FA5A43099}" type="presParOf" srcId="{18B3908C-1B80-4035-B941-393199956AC4}" destId="{FC346661-F8C1-4D81-BF32-B4279136C7C0}" srcOrd="0" destOrd="0" presId="urn:microsoft.com/office/officeart/2005/8/layout/orgChart1"/>
    <dgm:cxn modelId="{B94C5791-AC40-45CB-9FFE-EE8671DD4F47}" type="presParOf" srcId="{FC346661-F8C1-4D81-BF32-B4279136C7C0}" destId="{8DD7C16D-514F-436C-B08E-C07FD8F4DF62}" srcOrd="0" destOrd="0" presId="urn:microsoft.com/office/officeart/2005/8/layout/orgChart1"/>
    <dgm:cxn modelId="{11E9B8A4-E9EA-4B82-887E-58121D973E24}" type="presParOf" srcId="{FC346661-F8C1-4D81-BF32-B4279136C7C0}" destId="{653DBF67-F52F-4838-BC91-16B0443A778C}" srcOrd="1" destOrd="0" presId="urn:microsoft.com/office/officeart/2005/8/layout/orgChart1"/>
    <dgm:cxn modelId="{B3930911-1EC9-4EEE-9883-22E918EFF9EC}" type="presParOf" srcId="{18B3908C-1B80-4035-B941-393199956AC4}" destId="{D7DA4BAF-EBA0-4B40-900C-1A3A288413DF}" srcOrd="1" destOrd="0" presId="urn:microsoft.com/office/officeart/2005/8/layout/orgChart1"/>
    <dgm:cxn modelId="{89AE0348-0AC9-4F12-AA57-E8C62C493705}" type="presParOf" srcId="{18B3908C-1B80-4035-B941-393199956AC4}" destId="{1AC5B261-6379-4A3D-8C5C-82773D0E000B}" srcOrd="2" destOrd="0" presId="urn:microsoft.com/office/officeart/2005/8/layout/orgChart1"/>
    <dgm:cxn modelId="{41175DEF-9D80-40E0-AE2B-E783E495D0FA}" type="presParOf" srcId="{711C3FDE-BE9B-4A8E-8761-7870F56ED40C}" destId="{7C4EE769-BB2C-4D4B-AB10-87301F6AE292}" srcOrd="2" destOrd="0" presId="urn:microsoft.com/office/officeart/2005/8/layout/orgChart1"/>
    <dgm:cxn modelId="{A3CF0140-4A36-4F08-A90F-0256F4329B28}" type="presParOf" srcId="{711C3FDE-BE9B-4A8E-8761-7870F56ED40C}" destId="{27C048CB-3666-4E03-A11B-AC3B9DD80002}" srcOrd="3" destOrd="0" presId="urn:microsoft.com/office/officeart/2005/8/layout/orgChart1"/>
    <dgm:cxn modelId="{1FDE228E-0AA5-43BA-A0D9-A1B77D878428}" type="presParOf" srcId="{27C048CB-3666-4E03-A11B-AC3B9DD80002}" destId="{98523AC2-7016-4205-87E5-029884062F25}" srcOrd="0" destOrd="0" presId="urn:microsoft.com/office/officeart/2005/8/layout/orgChart1"/>
    <dgm:cxn modelId="{B6137069-961A-4B67-899D-81BE3D4F1B64}" type="presParOf" srcId="{98523AC2-7016-4205-87E5-029884062F25}" destId="{3C6CE83D-5FF4-4A12-9944-1B800A6782D3}" srcOrd="0" destOrd="0" presId="urn:microsoft.com/office/officeart/2005/8/layout/orgChart1"/>
    <dgm:cxn modelId="{BB996BF4-34E1-489A-A129-31D9D1A124D8}" type="presParOf" srcId="{98523AC2-7016-4205-87E5-029884062F25}" destId="{7F1AD0B7-C8DF-4D6D-A0C5-D072667C6160}" srcOrd="1" destOrd="0" presId="urn:microsoft.com/office/officeart/2005/8/layout/orgChart1"/>
    <dgm:cxn modelId="{560954A6-09CC-4E33-AA6B-437EFA5A9102}" type="presParOf" srcId="{27C048CB-3666-4E03-A11B-AC3B9DD80002}" destId="{89F405F8-D37B-4D48-9E95-83468A3B6B77}" srcOrd="1" destOrd="0" presId="urn:microsoft.com/office/officeart/2005/8/layout/orgChart1"/>
    <dgm:cxn modelId="{926150F6-1D7E-4742-B2ED-06B95C67ABD9}" type="presParOf" srcId="{27C048CB-3666-4E03-A11B-AC3B9DD80002}" destId="{FEDB1411-F3E5-4113-AA92-2FCBDCABC1AC}" srcOrd="2" destOrd="0" presId="urn:microsoft.com/office/officeart/2005/8/layout/orgChart1"/>
    <dgm:cxn modelId="{AE88C504-81FF-4D81-B028-0EAC333B97E4}" type="presParOf" srcId="{92E9F875-9E0A-45A7-993B-D724B313F834}" destId="{14D71A66-AD90-4007-BFF6-6C9179BC8C2F}" srcOrd="2" destOrd="0" presId="urn:microsoft.com/office/officeart/2005/8/layout/orgChart1"/>
    <dgm:cxn modelId="{101F5FAE-4950-4E1C-A5B1-56EBB9985DF1}" type="presParOf" srcId="{B572AEC4-651E-405E-8469-561AAFFE418A}" destId="{4BA2FF17-3F8D-49A3-B06C-42175D2605D4}"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768BFF6-FDB9-4CBB-9B2C-F03813554766}"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6DEDC337-4982-44DA-A048-CE722C8B3703}">
      <dgm:prSet phldrT="[Tekst]" custT="1"/>
      <dgm:spPr>
        <a:solidFill>
          <a:schemeClr val="tx2"/>
        </a:solidFill>
      </dgm:spPr>
      <dgm:t>
        <a:bodyPr/>
        <a:lstStyle/>
        <a:p>
          <a:r>
            <a:rPr lang="nl-NL" sz="2400" dirty="0"/>
            <a:t>Directie</a:t>
          </a:r>
          <a:endParaRPr lang="en-US" sz="3200" dirty="0"/>
        </a:p>
      </dgm:t>
    </dgm:pt>
    <dgm:pt modelId="{8FE51BD5-E6D9-4878-AA5A-0B00A5A63D4D}" type="parTrans" cxnId="{BE107A4A-BB6E-46EE-AEC4-35E430C75998}">
      <dgm:prSet/>
      <dgm:spPr/>
      <dgm:t>
        <a:bodyPr/>
        <a:lstStyle/>
        <a:p>
          <a:endParaRPr lang="en-US" sz="1600"/>
        </a:p>
      </dgm:t>
    </dgm:pt>
    <dgm:pt modelId="{3E17C6C5-8D07-47D4-9747-63986EB6380C}" type="sibTrans" cxnId="{BE107A4A-BB6E-46EE-AEC4-35E430C75998}">
      <dgm:prSet/>
      <dgm:spPr/>
      <dgm:t>
        <a:bodyPr/>
        <a:lstStyle/>
        <a:p>
          <a:endParaRPr lang="en-US" sz="1600"/>
        </a:p>
      </dgm:t>
    </dgm:pt>
    <dgm:pt modelId="{6971CAA8-595E-4191-9A45-16B574235EA7}">
      <dgm:prSet phldrT="[Tekst]" custT="1"/>
      <dgm:spPr/>
      <dgm:t>
        <a:bodyPr/>
        <a:lstStyle/>
        <a:p>
          <a:r>
            <a:rPr lang="nl-NL" sz="1800" dirty="0" err="1"/>
            <a:t>Afdelings-hoofd</a:t>
          </a:r>
          <a:endParaRPr lang="en-US" sz="1800" dirty="0"/>
        </a:p>
      </dgm:t>
    </dgm:pt>
    <dgm:pt modelId="{5022D609-FF41-4A43-9537-7602835BEE9A}" type="parTrans" cxnId="{013FBFDF-CF3E-4661-A17D-A68099E43C74}">
      <dgm:prSet/>
      <dgm:spPr/>
      <dgm:t>
        <a:bodyPr/>
        <a:lstStyle/>
        <a:p>
          <a:endParaRPr lang="en-US" sz="1600"/>
        </a:p>
      </dgm:t>
    </dgm:pt>
    <dgm:pt modelId="{577D1B20-4386-49B9-A513-D3FAA0054123}" type="sibTrans" cxnId="{013FBFDF-CF3E-4661-A17D-A68099E43C74}">
      <dgm:prSet/>
      <dgm:spPr/>
      <dgm:t>
        <a:bodyPr/>
        <a:lstStyle/>
        <a:p>
          <a:endParaRPr lang="en-US" sz="1600"/>
        </a:p>
      </dgm:t>
    </dgm:pt>
    <dgm:pt modelId="{A1E72E25-2A0B-4B7E-90DC-D8BE5912026A}">
      <dgm:prSet phldrT="[Tekst]" custT="1"/>
      <dgm:spPr/>
      <dgm:t>
        <a:bodyPr/>
        <a:lstStyle/>
        <a:p>
          <a:r>
            <a:rPr lang="nl-NL" sz="1800" dirty="0" err="1"/>
            <a:t>Afdelings-hoofd</a:t>
          </a:r>
          <a:endParaRPr lang="en-US" sz="1800" dirty="0"/>
        </a:p>
      </dgm:t>
    </dgm:pt>
    <dgm:pt modelId="{27C505AB-27F7-4B82-9E4D-B876BED9B44D}" type="parTrans" cxnId="{06660D96-94A4-4A5F-877B-60BC99931919}">
      <dgm:prSet/>
      <dgm:spPr/>
      <dgm:t>
        <a:bodyPr/>
        <a:lstStyle/>
        <a:p>
          <a:endParaRPr lang="en-US" sz="1600"/>
        </a:p>
      </dgm:t>
    </dgm:pt>
    <dgm:pt modelId="{A1463B3E-98F0-4E12-9FAB-B8AF34EF4D04}" type="sibTrans" cxnId="{06660D96-94A4-4A5F-877B-60BC99931919}">
      <dgm:prSet/>
      <dgm:spPr/>
      <dgm:t>
        <a:bodyPr/>
        <a:lstStyle/>
        <a:p>
          <a:endParaRPr lang="en-US" sz="1600"/>
        </a:p>
      </dgm:t>
    </dgm:pt>
    <dgm:pt modelId="{36242D11-4B6F-4619-9A09-8C6496B9E571}">
      <dgm:prSet phldrT="[Tekst]" custT="1"/>
      <dgm:spPr/>
      <dgm:t>
        <a:bodyPr/>
        <a:lstStyle/>
        <a:p>
          <a:r>
            <a:rPr lang="nl-NL" sz="1800" dirty="0" err="1"/>
            <a:t>Afdelings-hoofd</a:t>
          </a:r>
          <a:endParaRPr lang="en-US" sz="1800" dirty="0"/>
        </a:p>
      </dgm:t>
    </dgm:pt>
    <dgm:pt modelId="{5D7DCDAB-4E57-4CB6-B448-82DBBD23E44F}" type="parTrans" cxnId="{A396D3B4-10AE-4413-816F-9681951F5AD8}">
      <dgm:prSet/>
      <dgm:spPr/>
      <dgm:t>
        <a:bodyPr/>
        <a:lstStyle/>
        <a:p>
          <a:endParaRPr lang="en-US" sz="1600"/>
        </a:p>
      </dgm:t>
    </dgm:pt>
    <dgm:pt modelId="{01981B3F-CF66-41A2-BF80-E6520D1620FA}" type="sibTrans" cxnId="{A396D3B4-10AE-4413-816F-9681951F5AD8}">
      <dgm:prSet/>
      <dgm:spPr/>
      <dgm:t>
        <a:bodyPr/>
        <a:lstStyle/>
        <a:p>
          <a:endParaRPr lang="en-US" sz="1600"/>
        </a:p>
      </dgm:t>
    </dgm:pt>
    <dgm:pt modelId="{6110E130-70A9-461D-A0D3-A0C1FA219958}">
      <dgm:prSet custT="1"/>
      <dgm:spPr>
        <a:solidFill>
          <a:schemeClr val="accent6">
            <a:lumMod val="75000"/>
          </a:schemeClr>
        </a:solidFill>
      </dgm:spPr>
      <dgm:t>
        <a:bodyPr/>
        <a:lstStyle/>
        <a:p>
          <a:r>
            <a:rPr lang="nl-NL" sz="1800" dirty="0"/>
            <a:t>Teamleider</a:t>
          </a:r>
          <a:endParaRPr lang="en-US" sz="1800" dirty="0"/>
        </a:p>
      </dgm:t>
    </dgm:pt>
    <dgm:pt modelId="{1AD6998F-4A65-44A0-83C6-07B7B5106A48}" type="parTrans" cxnId="{DAB30BBF-BD5F-4BF8-A73A-12852DBC2DA8}">
      <dgm:prSet/>
      <dgm:spPr/>
      <dgm:t>
        <a:bodyPr/>
        <a:lstStyle/>
        <a:p>
          <a:endParaRPr lang="en-US" sz="1600"/>
        </a:p>
      </dgm:t>
    </dgm:pt>
    <dgm:pt modelId="{3B2D3E6D-AE66-4B5A-ADBC-3D090F36C9EB}" type="sibTrans" cxnId="{DAB30BBF-BD5F-4BF8-A73A-12852DBC2DA8}">
      <dgm:prSet/>
      <dgm:spPr/>
      <dgm:t>
        <a:bodyPr/>
        <a:lstStyle/>
        <a:p>
          <a:endParaRPr lang="en-US" sz="1600"/>
        </a:p>
      </dgm:t>
    </dgm:pt>
    <dgm:pt modelId="{1BB5A7E8-BE0F-4D9F-9824-19B53C4862B2}">
      <dgm:prSet custT="1"/>
      <dgm:spPr>
        <a:solidFill>
          <a:schemeClr val="accent6">
            <a:lumMod val="75000"/>
          </a:schemeClr>
        </a:solidFill>
      </dgm:spPr>
      <dgm:t>
        <a:bodyPr/>
        <a:lstStyle/>
        <a:p>
          <a:r>
            <a:rPr lang="nl-NL" sz="1800" dirty="0"/>
            <a:t>Teamleider</a:t>
          </a:r>
          <a:endParaRPr lang="en-US" sz="1800" dirty="0"/>
        </a:p>
      </dgm:t>
    </dgm:pt>
    <dgm:pt modelId="{30350CBF-24EE-4DF8-952B-3FB8276BB38B}" type="parTrans" cxnId="{BCE60082-DD25-43C9-9E2A-BA3EC7362704}">
      <dgm:prSet/>
      <dgm:spPr/>
      <dgm:t>
        <a:bodyPr/>
        <a:lstStyle/>
        <a:p>
          <a:endParaRPr lang="en-US" sz="1600"/>
        </a:p>
      </dgm:t>
    </dgm:pt>
    <dgm:pt modelId="{0A86599A-B39E-477A-9D7F-A5B524C33D71}" type="sibTrans" cxnId="{BCE60082-DD25-43C9-9E2A-BA3EC7362704}">
      <dgm:prSet/>
      <dgm:spPr/>
      <dgm:t>
        <a:bodyPr/>
        <a:lstStyle/>
        <a:p>
          <a:endParaRPr lang="en-US" sz="1600"/>
        </a:p>
      </dgm:t>
    </dgm:pt>
    <dgm:pt modelId="{DE9709B3-E8CA-4A91-BFB4-04FC8E5FBE1A}">
      <dgm:prSet custT="1"/>
      <dgm:spPr>
        <a:solidFill>
          <a:schemeClr val="accent6">
            <a:lumMod val="75000"/>
          </a:schemeClr>
        </a:solidFill>
      </dgm:spPr>
      <dgm:t>
        <a:bodyPr/>
        <a:lstStyle/>
        <a:p>
          <a:r>
            <a:rPr lang="nl-NL" sz="1800" dirty="0"/>
            <a:t>Teamleider</a:t>
          </a:r>
          <a:endParaRPr lang="en-US" sz="1800" dirty="0"/>
        </a:p>
      </dgm:t>
    </dgm:pt>
    <dgm:pt modelId="{1F8ADF37-3858-41DE-9CC4-F7EE04695DC6}" type="parTrans" cxnId="{9AB78007-B017-4C04-BCEA-91C88C4FC49C}">
      <dgm:prSet/>
      <dgm:spPr/>
      <dgm:t>
        <a:bodyPr/>
        <a:lstStyle/>
        <a:p>
          <a:endParaRPr lang="en-US" sz="1600"/>
        </a:p>
      </dgm:t>
    </dgm:pt>
    <dgm:pt modelId="{05D7994E-C981-4D14-98C1-16DB421BD954}" type="sibTrans" cxnId="{9AB78007-B017-4C04-BCEA-91C88C4FC49C}">
      <dgm:prSet/>
      <dgm:spPr/>
      <dgm:t>
        <a:bodyPr/>
        <a:lstStyle/>
        <a:p>
          <a:endParaRPr lang="en-US" sz="1600"/>
        </a:p>
      </dgm:t>
    </dgm:pt>
    <dgm:pt modelId="{E9B04DD1-79FB-428E-B0C7-4E647EA5DA65}">
      <dgm:prSet custT="1"/>
      <dgm:spPr>
        <a:solidFill>
          <a:schemeClr val="accent6">
            <a:lumMod val="75000"/>
          </a:schemeClr>
        </a:solidFill>
      </dgm:spPr>
      <dgm:t>
        <a:bodyPr/>
        <a:lstStyle/>
        <a:p>
          <a:r>
            <a:rPr lang="nl-NL" sz="1800" dirty="0"/>
            <a:t>Teamleider</a:t>
          </a:r>
          <a:endParaRPr lang="en-US" sz="1800" dirty="0"/>
        </a:p>
      </dgm:t>
    </dgm:pt>
    <dgm:pt modelId="{ABE2FAAD-DE04-44B5-842B-E22B2183D76D}" type="parTrans" cxnId="{AB3D534F-A5AB-4D00-A90B-B0BFCABD6E8C}">
      <dgm:prSet/>
      <dgm:spPr/>
      <dgm:t>
        <a:bodyPr/>
        <a:lstStyle/>
        <a:p>
          <a:endParaRPr lang="en-US" sz="1600"/>
        </a:p>
      </dgm:t>
    </dgm:pt>
    <dgm:pt modelId="{949D926B-6E4D-4D1C-B26F-1A6791B644AA}" type="sibTrans" cxnId="{AB3D534F-A5AB-4D00-A90B-B0BFCABD6E8C}">
      <dgm:prSet/>
      <dgm:spPr/>
      <dgm:t>
        <a:bodyPr/>
        <a:lstStyle/>
        <a:p>
          <a:endParaRPr lang="en-US" sz="1600"/>
        </a:p>
      </dgm:t>
    </dgm:pt>
    <dgm:pt modelId="{04F04FA6-7F68-4FFE-8906-BAD7B3009606}">
      <dgm:prSet custT="1"/>
      <dgm:spPr>
        <a:solidFill>
          <a:schemeClr val="accent6">
            <a:lumMod val="75000"/>
          </a:schemeClr>
        </a:solidFill>
      </dgm:spPr>
      <dgm:t>
        <a:bodyPr/>
        <a:lstStyle/>
        <a:p>
          <a:r>
            <a:rPr lang="nl-NL" sz="1800" dirty="0"/>
            <a:t>Teamleider</a:t>
          </a:r>
          <a:endParaRPr lang="en-US" sz="1800" dirty="0"/>
        </a:p>
      </dgm:t>
    </dgm:pt>
    <dgm:pt modelId="{7BEEB881-C083-4B0D-B5E3-804426BCC506}" type="parTrans" cxnId="{2567B911-D0BC-4032-8797-C87E5B24C6BC}">
      <dgm:prSet/>
      <dgm:spPr/>
      <dgm:t>
        <a:bodyPr/>
        <a:lstStyle/>
        <a:p>
          <a:endParaRPr lang="en-US" sz="1600"/>
        </a:p>
      </dgm:t>
    </dgm:pt>
    <dgm:pt modelId="{C757CCDE-1F05-4078-89E9-851AE18FC6E4}" type="sibTrans" cxnId="{2567B911-D0BC-4032-8797-C87E5B24C6BC}">
      <dgm:prSet/>
      <dgm:spPr/>
      <dgm:t>
        <a:bodyPr/>
        <a:lstStyle/>
        <a:p>
          <a:endParaRPr lang="en-US" sz="1600"/>
        </a:p>
      </dgm:t>
    </dgm:pt>
    <dgm:pt modelId="{D6567916-8BD2-4DEA-BA90-82925501355C}">
      <dgm:prSet custT="1"/>
      <dgm:spPr>
        <a:solidFill>
          <a:schemeClr val="accent6">
            <a:lumMod val="75000"/>
          </a:schemeClr>
        </a:solidFill>
      </dgm:spPr>
      <dgm:t>
        <a:bodyPr/>
        <a:lstStyle/>
        <a:p>
          <a:r>
            <a:rPr lang="nl-NL" sz="1800" dirty="0"/>
            <a:t>Teamleider</a:t>
          </a:r>
          <a:endParaRPr lang="en-US" sz="1800" dirty="0"/>
        </a:p>
      </dgm:t>
    </dgm:pt>
    <dgm:pt modelId="{70CF2C9A-0A78-465A-B16A-405CF6013E73}" type="parTrans" cxnId="{E000414E-CD51-4551-9943-A5F7FCBB1EDB}">
      <dgm:prSet/>
      <dgm:spPr/>
      <dgm:t>
        <a:bodyPr/>
        <a:lstStyle/>
        <a:p>
          <a:endParaRPr lang="en-US" sz="1600"/>
        </a:p>
      </dgm:t>
    </dgm:pt>
    <dgm:pt modelId="{BF8F64CD-0B3D-4788-A41D-73E52362CA5F}" type="sibTrans" cxnId="{E000414E-CD51-4551-9943-A5F7FCBB1EDB}">
      <dgm:prSet/>
      <dgm:spPr/>
      <dgm:t>
        <a:bodyPr/>
        <a:lstStyle/>
        <a:p>
          <a:endParaRPr lang="en-US" sz="1600"/>
        </a:p>
      </dgm:t>
    </dgm:pt>
    <dgm:pt modelId="{34BDE1D5-250C-4579-9D86-A87C9CC1352C}" type="pres">
      <dgm:prSet presAssocID="{6768BFF6-FDB9-4CBB-9B2C-F03813554766}" presName="hierChild1" presStyleCnt="0">
        <dgm:presLayoutVars>
          <dgm:orgChart val="1"/>
          <dgm:chPref val="1"/>
          <dgm:dir/>
          <dgm:animOne val="branch"/>
          <dgm:animLvl val="lvl"/>
          <dgm:resizeHandles/>
        </dgm:presLayoutVars>
      </dgm:prSet>
      <dgm:spPr/>
    </dgm:pt>
    <dgm:pt modelId="{B572AEC4-651E-405E-8469-561AAFFE418A}" type="pres">
      <dgm:prSet presAssocID="{6DEDC337-4982-44DA-A048-CE722C8B3703}" presName="hierRoot1" presStyleCnt="0">
        <dgm:presLayoutVars>
          <dgm:hierBranch val="init"/>
        </dgm:presLayoutVars>
      </dgm:prSet>
      <dgm:spPr/>
    </dgm:pt>
    <dgm:pt modelId="{735DECBB-209B-4FCD-93BB-1085A41EC798}" type="pres">
      <dgm:prSet presAssocID="{6DEDC337-4982-44DA-A048-CE722C8B3703}" presName="rootComposite1" presStyleCnt="0"/>
      <dgm:spPr/>
    </dgm:pt>
    <dgm:pt modelId="{5E047548-577D-418E-BB3A-5006280FE0AA}" type="pres">
      <dgm:prSet presAssocID="{6DEDC337-4982-44DA-A048-CE722C8B3703}" presName="rootText1" presStyleLbl="node0" presStyleIdx="0" presStyleCnt="1">
        <dgm:presLayoutVars>
          <dgm:chPref val="3"/>
        </dgm:presLayoutVars>
      </dgm:prSet>
      <dgm:spPr/>
    </dgm:pt>
    <dgm:pt modelId="{33E37FF7-5DD8-4AC6-AE32-4151F4241F25}" type="pres">
      <dgm:prSet presAssocID="{6DEDC337-4982-44DA-A048-CE722C8B3703}" presName="rootConnector1" presStyleLbl="node1" presStyleIdx="0" presStyleCnt="0"/>
      <dgm:spPr/>
    </dgm:pt>
    <dgm:pt modelId="{AD5D6871-317D-4B09-A92D-CA696DE12BF9}" type="pres">
      <dgm:prSet presAssocID="{6DEDC337-4982-44DA-A048-CE722C8B3703}" presName="hierChild2" presStyleCnt="0"/>
      <dgm:spPr/>
    </dgm:pt>
    <dgm:pt modelId="{7BA02432-27CF-4AE9-930B-14CBDBB86B8B}" type="pres">
      <dgm:prSet presAssocID="{5022D609-FF41-4A43-9537-7602835BEE9A}" presName="Name37" presStyleLbl="parChTrans1D2" presStyleIdx="0" presStyleCnt="3"/>
      <dgm:spPr/>
    </dgm:pt>
    <dgm:pt modelId="{FF561F75-6494-4D24-9EAB-552E1903BFF1}" type="pres">
      <dgm:prSet presAssocID="{6971CAA8-595E-4191-9A45-16B574235EA7}" presName="hierRoot2" presStyleCnt="0">
        <dgm:presLayoutVars>
          <dgm:hierBranch val="init"/>
        </dgm:presLayoutVars>
      </dgm:prSet>
      <dgm:spPr/>
    </dgm:pt>
    <dgm:pt modelId="{4BE981DE-10D3-42C9-A6A7-33CB01475FE9}" type="pres">
      <dgm:prSet presAssocID="{6971CAA8-595E-4191-9A45-16B574235EA7}" presName="rootComposite" presStyleCnt="0"/>
      <dgm:spPr/>
    </dgm:pt>
    <dgm:pt modelId="{02E159CD-5E26-4BD2-8EC2-FEC081B283AC}" type="pres">
      <dgm:prSet presAssocID="{6971CAA8-595E-4191-9A45-16B574235EA7}" presName="rootText" presStyleLbl="node2" presStyleIdx="0" presStyleCnt="3" custScaleX="88308" custScaleY="88309">
        <dgm:presLayoutVars>
          <dgm:chPref val="3"/>
        </dgm:presLayoutVars>
      </dgm:prSet>
      <dgm:spPr/>
    </dgm:pt>
    <dgm:pt modelId="{9866F2A4-D76C-44A3-92B9-25A0C3069B3B}" type="pres">
      <dgm:prSet presAssocID="{6971CAA8-595E-4191-9A45-16B574235EA7}" presName="rootConnector" presStyleLbl="node2" presStyleIdx="0" presStyleCnt="3"/>
      <dgm:spPr/>
    </dgm:pt>
    <dgm:pt modelId="{1ECFFE6F-C146-44F2-BAF9-277260A64074}" type="pres">
      <dgm:prSet presAssocID="{6971CAA8-595E-4191-9A45-16B574235EA7}" presName="hierChild4" presStyleCnt="0"/>
      <dgm:spPr/>
    </dgm:pt>
    <dgm:pt modelId="{D0FA32DB-C165-45A6-95EC-C481C2AB96C8}" type="pres">
      <dgm:prSet presAssocID="{1AD6998F-4A65-44A0-83C6-07B7B5106A48}" presName="Name37" presStyleLbl="parChTrans1D3" presStyleIdx="0" presStyleCnt="6"/>
      <dgm:spPr/>
    </dgm:pt>
    <dgm:pt modelId="{799F6AB8-6369-4371-81E4-CDE7C17D3C3F}" type="pres">
      <dgm:prSet presAssocID="{6110E130-70A9-461D-A0D3-A0C1FA219958}" presName="hierRoot2" presStyleCnt="0">
        <dgm:presLayoutVars>
          <dgm:hierBranch val="init"/>
        </dgm:presLayoutVars>
      </dgm:prSet>
      <dgm:spPr/>
    </dgm:pt>
    <dgm:pt modelId="{340406F2-8F5B-49BB-AC7A-A20B7BFB86D3}" type="pres">
      <dgm:prSet presAssocID="{6110E130-70A9-461D-A0D3-A0C1FA219958}" presName="rootComposite" presStyleCnt="0"/>
      <dgm:spPr/>
    </dgm:pt>
    <dgm:pt modelId="{98E27C55-915F-4C0A-8A06-FFAD43080596}" type="pres">
      <dgm:prSet presAssocID="{6110E130-70A9-461D-A0D3-A0C1FA219958}" presName="rootText" presStyleLbl="node3" presStyleIdx="0" presStyleCnt="6" custScaleX="79263" custScaleY="68095">
        <dgm:presLayoutVars>
          <dgm:chPref val="3"/>
        </dgm:presLayoutVars>
      </dgm:prSet>
      <dgm:spPr/>
    </dgm:pt>
    <dgm:pt modelId="{F92020A9-0739-4B24-952A-96CC2C4A8584}" type="pres">
      <dgm:prSet presAssocID="{6110E130-70A9-461D-A0D3-A0C1FA219958}" presName="rootConnector" presStyleLbl="node3" presStyleIdx="0" presStyleCnt="6"/>
      <dgm:spPr/>
    </dgm:pt>
    <dgm:pt modelId="{5B097B64-AC28-412C-928F-E87E34B8B3AF}" type="pres">
      <dgm:prSet presAssocID="{6110E130-70A9-461D-A0D3-A0C1FA219958}" presName="hierChild4" presStyleCnt="0"/>
      <dgm:spPr/>
    </dgm:pt>
    <dgm:pt modelId="{D671A206-4A36-4701-94BA-BEAF81A2C6BC}" type="pres">
      <dgm:prSet presAssocID="{6110E130-70A9-461D-A0D3-A0C1FA219958}" presName="hierChild5" presStyleCnt="0"/>
      <dgm:spPr/>
    </dgm:pt>
    <dgm:pt modelId="{7FBFB677-CAFC-4F5E-914D-CCA45AC12E35}" type="pres">
      <dgm:prSet presAssocID="{30350CBF-24EE-4DF8-952B-3FB8276BB38B}" presName="Name37" presStyleLbl="parChTrans1D3" presStyleIdx="1" presStyleCnt="6"/>
      <dgm:spPr/>
    </dgm:pt>
    <dgm:pt modelId="{76665E26-2D21-49A4-9AA5-FE1F75AFBA8E}" type="pres">
      <dgm:prSet presAssocID="{1BB5A7E8-BE0F-4D9F-9824-19B53C4862B2}" presName="hierRoot2" presStyleCnt="0">
        <dgm:presLayoutVars>
          <dgm:hierBranch val="init"/>
        </dgm:presLayoutVars>
      </dgm:prSet>
      <dgm:spPr/>
    </dgm:pt>
    <dgm:pt modelId="{23E2D10B-76C9-4EEB-9757-193686BC99C5}" type="pres">
      <dgm:prSet presAssocID="{1BB5A7E8-BE0F-4D9F-9824-19B53C4862B2}" presName="rootComposite" presStyleCnt="0"/>
      <dgm:spPr/>
    </dgm:pt>
    <dgm:pt modelId="{F8894053-662F-4EDD-89F5-E4BC74C558A9}" type="pres">
      <dgm:prSet presAssocID="{1BB5A7E8-BE0F-4D9F-9824-19B53C4862B2}" presName="rootText" presStyleLbl="node3" presStyleIdx="1" presStyleCnt="6" custScaleX="79263" custScaleY="68095">
        <dgm:presLayoutVars>
          <dgm:chPref val="3"/>
        </dgm:presLayoutVars>
      </dgm:prSet>
      <dgm:spPr/>
    </dgm:pt>
    <dgm:pt modelId="{AF5BFE58-1528-41AD-8EE0-D8F5C8A0E5DB}" type="pres">
      <dgm:prSet presAssocID="{1BB5A7E8-BE0F-4D9F-9824-19B53C4862B2}" presName="rootConnector" presStyleLbl="node3" presStyleIdx="1" presStyleCnt="6"/>
      <dgm:spPr/>
    </dgm:pt>
    <dgm:pt modelId="{E2BC2C68-35A1-4C8C-99A1-EA15FC3C24A8}" type="pres">
      <dgm:prSet presAssocID="{1BB5A7E8-BE0F-4D9F-9824-19B53C4862B2}" presName="hierChild4" presStyleCnt="0"/>
      <dgm:spPr/>
    </dgm:pt>
    <dgm:pt modelId="{30A5EAE2-6383-41BD-8CCF-D971B9BF1AAF}" type="pres">
      <dgm:prSet presAssocID="{1BB5A7E8-BE0F-4D9F-9824-19B53C4862B2}" presName="hierChild5" presStyleCnt="0"/>
      <dgm:spPr/>
    </dgm:pt>
    <dgm:pt modelId="{C6FE3E54-3C77-4311-B7B9-67294B7B9D91}" type="pres">
      <dgm:prSet presAssocID="{6971CAA8-595E-4191-9A45-16B574235EA7}" presName="hierChild5" presStyleCnt="0"/>
      <dgm:spPr/>
    </dgm:pt>
    <dgm:pt modelId="{B30A672C-338B-49F4-9CBA-FFD0966FFC76}" type="pres">
      <dgm:prSet presAssocID="{27C505AB-27F7-4B82-9E4D-B876BED9B44D}" presName="Name37" presStyleLbl="parChTrans1D2" presStyleIdx="1" presStyleCnt="3"/>
      <dgm:spPr/>
    </dgm:pt>
    <dgm:pt modelId="{765C7811-4706-4964-8409-D58D7DDE683D}" type="pres">
      <dgm:prSet presAssocID="{A1E72E25-2A0B-4B7E-90DC-D8BE5912026A}" presName="hierRoot2" presStyleCnt="0">
        <dgm:presLayoutVars>
          <dgm:hierBranch val="init"/>
        </dgm:presLayoutVars>
      </dgm:prSet>
      <dgm:spPr/>
    </dgm:pt>
    <dgm:pt modelId="{49A2E266-D5F8-47F1-A8CA-AA81289DA984}" type="pres">
      <dgm:prSet presAssocID="{A1E72E25-2A0B-4B7E-90DC-D8BE5912026A}" presName="rootComposite" presStyleCnt="0"/>
      <dgm:spPr/>
    </dgm:pt>
    <dgm:pt modelId="{08F128D2-8464-45A7-B52A-F7A4BBEFFDE4}" type="pres">
      <dgm:prSet presAssocID="{A1E72E25-2A0B-4B7E-90DC-D8BE5912026A}" presName="rootText" presStyleLbl="node2" presStyleIdx="1" presStyleCnt="3" custScaleX="88308" custScaleY="88309">
        <dgm:presLayoutVars>
          <dgm:chPref val="3"/>
        </dgm:presLayoutVars>
      </dgm:prSet>
      <dgm:spPr/>
    </dgm:pt>
    <dgm:pt modelId="{D4DFFABC-C3B9-42B4-B978-4E79D64701CC}" type="pres">
      <dgm:prSet presAssocID="{A1E72E25-2A0B-4B7E-90DC-D8BE5912026A}" presName="rootConnector" presStyleLbl="node2" presStyleIdx="1" presStyleCnt="3"/>
      <dgm:spPr/>
    </dgm:pt>
    <dgm:pt modelId="{960BF63C-2DA0-4474-9DD1-A293E61488A2}" type="pres">
      <dgm:prSet presAssocID="{A1E72E25-2A0B-4B7E-90DC-D8BE5912026A}" presName="hierChild4" presStyleCnt="0"/>
      <dgm:spPr/>
    </dgm:pt>
    <dgm:pt modelId="{59CC0A07-A9F0-4E02-97F2-29FEC84CF6FC}" type="pres">
      <dgm:prSet presAssocID="{1F8ADF37-3858-41DE-9CC4-F7EE04695DC6}" presName="Name37" presStyleLbl="parChTrans1D3" presStyleIdx="2" presStyleCnt="6"/>
      <dgm:spPr/>
    </dgm:pt>
    <dgm:pt modelId="{E6D11D3F-F6D1-46FF-A331-B34E6893B9B7}" type="pres">
      <dgm:prSet presAssocID="{DE9709B3-E8CA-4A91-BFB4-04FC8E5FBE1A}" presName="hierRoot2" presStyleCnt="0">
        <dgm:presLayoutVars>
          <dgm:hierBranch val="init"/>
        </dgm:presLayoutVars>
      </dgm:prSet>
      <dgm:spPr/>
    </dgm:pt>
    <dgm:pt modelId="{05158424-2E37-4956-996F-94054B48329C}" type="pres">
      <dgm:prSet presAssocID="{DE9709B3-E8CA-4A91-BFB4-04FC8E5FBE1A}" presName="rootComposite" presStyleCnt="0"/>
      <dgm:spPr/>
    </dgm:pt>
    <dgm:pt modelId="{BE1B9A6A-ECEA-425E-AD2D-47FC4F4E4D70}" type="pres">
      <dgm:prSet presAssocID="{DE9709B3-E8CA-4A91-BFB4-04FC8E5FBE1A}" presName="rootText" presStyleLbl="node3" presStyleIdx="2" presStyleCnt="6" custScaleX="79263" custScaleY="68095">
        <dgm:presLayoutVars>
          <dgm:chPref val="3"/>
        </dgm:presLayoutVars>
      </dgm:prSet>
      <dgm:spPr/>
    </dgm:pt>
    <dgm:pt modelId="{54239709-921F-46D5-9C20-D94969D2EEB4}" type="pres">
      <dgm:prSet presAssocID="{DE9709B3-E8CA-4A91-BFB4-04FC8E5FBE1A}" presName="rootConnector" presStyleLbl="node3" presStyleIdx="2" presStyleCnt="6"/>
      <dgm:spPr/>
    </dgm:pt>
    <dgm:pt modelId="{433EE070-5ECB-4934-82E3-00FD3A12A367}" type="pres">
      <dgm:prSet presAssocID="{DE9709B3-E8CA-4A91-BFB4-04FC8E5FBE1A}" presName="hierChild4" presStyleCnt="0"/>
      <dgm:spPr/>
    </dgm:pt>
    <dgm:pt modelId="{B3DBDC53-509B-4FB0-8BD5-0181872CF2B6}" type="pres">
      <dgm:prSet presAssocID="{DE9709B3-E8CA-4A91-BFB4-04FC8E5FBE1A}" presName="hierChild5" presStyleCnt="0"/>
      <dgm:spPr/>
    </dgm:pt>
    <dgm:pt modelId="{BAA01B84-575F-48DB-B915-285A970AF514}" type="pres">
      <dgm:prSet presAssocID="{ABE2FAAD-DE04-44B5-842B-E22B2183D76D}" presName="Name37" presStyleLbl="parChTrans1D3" presStyleIdx="3" presStyleCnt="6"/>
      <dgm:spPr/>
    </dgm:pt>
    <dgm:pt modelId="{CA4B3B40-92F9-4231-A391-4880C9663AE0}" type="pres">
      <dgm:prSet presAssocID="{E9B04DD1-79FB-428E-B0C7-4E647EA5DA65}" presName="hierRoot2" presStyleCnt="0">
        <dgm:presLayoutVars>
          <dgm:hierBranch val="init"/>
        </dgm:presLayoutVars>
      </dgm:prSet>
      <dgm:spPr/>
    </dgm:pt>
    <dgm:pt modelId="{105E421B-56CE-4CEF-8E02-5C03BE9441DC}" type="pres">
      <dgm:prSet presAssocID="{E9B04DD1-79FB-428E-B0C7-4E647EA5DA65}" presName="rootComposite" presStyleCnt="0"/>
      <dgm:spPr/>
    </dgm:pt>
    <dgm:pt modelId="{3B03EADF-E47B-419E-BD57-3328DA624CF2}" type="pres">
      <dgm:prSet presAssocID="{E9B04DD1-79FB-428E-B0C7-4E647EA5DA65}" presName="rootText" presStyleLbl="node3" presStyleIdx="3" presStyleCnt="6" custScaleX="79263" custScaleY="68095">
        <dgm:presLayoutVars>
          <dgm:chPref val="3"/>
        </dgm:presLayoutVars>
      </dgm:prSet>
      <dgm:spPr/>
    </dgm:pt>
    <dgm:pt modelId="{F91E10D6-91B6-4EFF-A3B8-79FA47EB3344}" type="pres">
      <dgm:prSet presAssocID="{E9B04DD1-79FB-428E-B0C7-4E647EA5DA65}" presName="rootConnector" presStyleLbl="node3" presStyleIdx="3" presStyleCnt="6"/>
      <dgm:spPr/>
    </dgm:pt>
    <dgm:pt modelId="{4CD934CC-8A63-4B75-AFA0-1C8C1101F081}" type="pres">
      <dgm:prSet presAssocID="{E9B04DD1-79FB-428E-B0C7-4E647EA5DA65}" presName="hierChild4" presStyleCnt="0"/>
      <dgm:spPr/>
    </dgm:pt>
    <dgm:pt modelId="{D87E80E1-0FB5-4592-B035-641AC2DE5F2C}" type="pres">
      <dgm:prSet presAssocID="{E9B04DD1-79FB-428E-B0C7-4E647EA5DA65}" presName="hierChild5" presStyleCnt="0"/>
      <dgm:spPr/>
    </dgm:pt>
    <dgm:pt modelId="{21DB3EC6-D0E2-4BD8-90E1-353AEE028226}" type="pres">
      <dgm:prSet presAssocID="{A1E72E25-2A0B-4B7E-90DC-D8BE5912026A}" presName="hierChild5" presStyleCnt="0"/>
      <dgm:spPr/>
    </dgm:pt>
    <dgm:pt modelId="{FCC7C944-722E-4675-9EAB-0E3915F82EA7}" type="pres">
      <dgm:prSet presAssocID="{5D7DCDAB-4E57-4CB6-B448-82DBBD23E44F}" presName="Name37" presStyleLbl="parChTrans1D2" presStyleIdx="2" presStyleCnt="3"/>
      <dgm:spPr/>
    </dgm:pt>
    <dgm:pt modelId="{92E9F875-9E0A-45A7-993B-D724B313F834}" type="pres">
      <dgm:prSet presAssocID="{36242D11-4B6F-4619-9A09-8C6496B9E571}" presName="hierRoot2" presStyleCnt="0">
        <dgm:presLayoutVars>
          <dgm:hierBranch val="init"/>
        </dgm:presLayoutVars>
      </dgm:prSet>
      <dgm:spPr/>
    </dgm:pt>
    <dgm:pt modelId="{61024232-61DF-4D7D-A7D0-5D6280130616}" type="pres">
      <dgm:prSet presAssocID="{36242D11-4B6F-4619-9A09-8C6496B9E571}" presName="rootComposite" presStyleCnt="0"/>
      <dgm:spPr/>
    </dgm:pt>
    <dgm:pt modelId="{2CA47398-EF80-444C-8E10-38AB1A59836A}" type="pres">
      <dgm:prSet presAssocID="{36242D11-4B6F-4619-9A09-8C6496B9E571}" presName="rootText" presStyleLbl="node2" presStyleIdx="2" presStyleCnt="3" custScaleX="88308" custScaleY="88309">
        <dgm:presLayoutVars>
          <dgm:chPref val="3"/>
        </dgm:presLayoutVars>
      </dgm:prSet>
      <dgm:spPr/>
    </dgm:pt>
    <dgm:pt modelId="{17DBD813-523F-4E9E-B8DB-36DFEF0D54CC}" type="pres">
      <dgm:prSet presAssocID="{36242D11-4B6F-4619-9A09-8C6496B9E571}" presName="rootConnector" presStyleLbl="node2" presStyleIdx="2" presStyleCnt="3"/>
      <dgm:spPr/>
    </dgm:pt>
    <dgm:pt modelId="{711C3FDE-BE9B-4A8E-8761-7870F56ED40C}" type="pres">
      <dgm:prSet presAssocID="{36242D11-4B6F-4619-9A09-8C6496B9E571}" presName="hierChild4" presStyleCnt="0"/>
      <dgm:spPr/>
    </dgm:pt>
    <dgm:pt modelId="{32B23786-5590-4D28-B906-052C426BCCCE}" type="pres">
      <dgm:prSet presAssocID="{7BEEB881-C083-4B0D-B5E3-804426BCC506}" presName="Name37" presStyleLbl="parChTrans1D3" presStyleIdx="4" presStyleCnt="6"/>
      <dgm:spPr/>
    </dgm:pt>
    <dgm:pt modelId="{18B3908C-1B80-4035-B941-393199956AC4}" type="pres">
      <dgm:prSet presAssocID="{04F04FA6-7F68-4FFE-8906-BAD7B3009606}" presName="hierRoot2" presStyleCnt="0">
        <dgm:presLayoutVars>
          <dgm:hierBranch val="init"/>
        </dgm:presLayoutVars>
      </dgm:prSet>
      <dgm:spPr/>
    </dgm:pt>
    <dgm:pt modelId="{FC346661-F8C1-4D81-BF32-B4279136C7C0}" type="pres">
      <dgm:prSet presAssocID="{04F04FA6-7F68-4FFE-8906-BAD7B3009606}" presName="rootComposite" presStyleCnt="0"/>
      <dgm:spPr/>
    </dgm:pt>
    <dgm:pt modelId="{8DD7C16D-514F-436C-B08E-C07FD8F4DF62}" type="pres">
      <dgm:prSet presAssocID="{04F04FA6-7F68-4FFE-8906-BAD7B3009606}" presName="rootText" presStyleLbl="node3" presStyleIdx="4" presStyleCnt="6" custScaleX="79263" custScaleY="68095">
        <dgm:presLayoutVars>
          <dgm:chPref val="3"/>
        </dgm:presLayoutVars>
      </dgm:prSet>
      <dgm:spPr/>
    </dgm:pt>
    <dgm:pt modelId="{653DBF67-F52F-4838-BC91-16B0443A778C}" type="pres">
      <dgm:prSet presAssocID="{04F04FA6-7F68-4FFE-8906-BAD7B3009606}" presName="rootConnector" presStyleLbl="node3" presStyleIdx="4" presStyleCnt="6"/>
      <dgm:spPr/>
    </dgm:pt>
    <dgm:pt modelId="{D7DA4BAF-EBA0-4B40-900C-1A3A288413DF}" type="pres">
      <dgm:prSet presAssocID="{04F04FA6-7F68-4FFE-8906-BAD7B3009606}" presName="hierChild4" presStyleCnt="0"/>
      <dgm:spPr/>
    </dgm:pt>
    <dgm:pt modelId="{1AC5B261-6379-4A3D-8C5C-82773D0E000B}" type="pres">
      <dgm:prSet presAssocID="{04F04FA6-7F68-4FFE-8906-BAD7B3009606}" presName="hierChild5" presStyleCnt="0"/>
      <dgm:spPr/>
    </dgm:pt>
    <dgm:pt modelId="{7C4EE769-BB2C-4D4B-AB10-87301F6AE292}" type="pres">
      <dgm:prSet presAssocID="{70CF2C9A-0A78-465A-B16A-405CF6013E73}" presName="Name37" presStyleLbl="parChTrans1D3" presStyleIdx="5" presStyleCnt="6"/>
      <dgm:spPr/>
    </dgm:pt>
    <dgm:pt modelId="{27C048CB-3666-4E03-A11B-AC3B9DD80002}" type="pres">
      <dgm:prSet presAssocID="{D6567916-8BD2-4DEA-BA90-82925501355C}" presName="hierRoot2" presStyleCnt="0">
        <dgm:presLayoutVars>
          <dgm:hierBranch val="init"/>
        </dgm:presLayoutVars>
      </dgm:prSet>
      <dgm:spPr/>
    </dgm:pt>
    <dgm:pt modelId="{98523AC2-7016-4205-87E5-029884062F25}" type="pres">
      <dgm:prSet presAssocID="{D6567916-8BD2-4DEA-BA90-82925501355C}" presName="rootComposite" presStyleCnt="0"/>
      <dgm:spPr/>
    </dgm:pt>
    <dgm:pt modelId="{3C6CE83D-5FF4-4A12-9944-1B800A6782D3}" type="pres">
      <dgm:prSet presAssocID="{D6567916-8BD2-4DEA-BA90-82925501355C}" presName="rootText" presStyleLbl="node3" presStyleIdx="5" presStyleCnt="6" custScaleX="79263" custScaleY="68095">
        <dgm:presLayoutVars>
          <dgm:chPref val="3"/>
        </dgm:presLayoutVars>
      </dgm:prSet>
      <dgm:spPr/>
    </dgm:pt>
    <dgm:pt modelId="{7F1AD0B7-C8DF-4D6D-A0C5-D072667C6160}" type="pres">
      <dgm:prSet presAssocID="{D6567916-8BD2-4DEA-BA90-82925501355C}" presName="rootConnector" presStyleLbl="node3" presStyleIdx="5" presStyleCnt="6"/>
      <dgm:spPr/>
    </dgm:pt>
    <dgm:pt modelId="{89F405F8-D37B-4D48-9E95-83468A3B6B77}" type="pres">
      <dgm:prSet presAssocID="{D6567916-8BD2-4DEA-BA90-82925501355C}" presName="hierChild4" presStyleCnt="0"/>
      <dgm:spPr/>
    </dgm:pt>
    <dgm:pt modelId="{FEDB1411-F3E5-4113-AA92-2FCBDCABC1AC}" type="pres">
      <dgm:prSet presAssocID="{D6567916-8BD2-4DEA-BA90-82925501355C}" presName="hierChild5" presStyleCnt="0"/>
      <dgm:spPr/>
    </dgm:pt>
    <dgm:pt modelId="{14D71A66-AD90-4007-BFF6-6C9179BC8C2F}" type="pres">
      <dgm:prSet presAssocID="{36242D11-4B6F-4619-9A09-8C6496B9E571}" presName="hierChild5" presStyleCnt="0"/>
      <dgm:spPr/>
    </dgm:pt>
    <dgm:pt modelId="{4BA2FF17-3F8D-49A3-B06C-42175D2605D4}" type="pres">
      <dgm:prSet presAssocID="{6DEDC337-4982-44DA-A048-CE722C8B3703}" presName="hierChild3" presStyleCnt="0"/>
      <dgm:spPr/>
    </dgm:pt>
  </dgm:ptLst>
  <dgm:cxnLst>
    <dgm:cxn modelId="{9AB78007-B017-4C04-BCEA-91C88C4FC49C}" srcId="{A1E72E25-2A0B-4B7E-90DC-D8BE5912026A}" destId="{DE9709B3-E8CA-4A91-BFB4-04FC8E5FBE1A}" srcOrd="0" destOrd="0" parTransId="{1F8ADF37-3858-41DE-9CC4-F7EE04695DC6}" sibTransId="{05D7994E-C981-4D14-98C1-16DB421BD954}"/>
    <dgm:cxn modelId="{E8159F0E-11EC-4CEF-97B4-976B41023F01}" type="presOf" srcId="{E9B04DD1-79FB-428E-B0C7-4E647EA5DA65}" destId="{3B03EADF-E47B-419E-BD57-3328DA624CF2}" srcOrd="0" destOrd="0" presId="urn:microsoft.com/office/officeart/2005/8/layout/orgChart1"/>
    <dgm:cxn modelId="{2567B911-D0BC-4032-8797-C87E5B24C6BC}" srcId="{36242D11-4B6F-4619-9A09-8C6496B9E571}" destId="{04F04FA6-7F68-4FFE-8906-BAD7B3009606}" srcOrd="0" destOrd="0" parTransId="{7BEEB881-C083-4B0D-B5E3-804426BCC506}" sibTransId="{C757CCDE-1F05-4078-89E9-851AE18FC6E4}"/>
    <dgm:cxn modelId="{CDA2131A-3459-4F46-99C2-435B4A8BF2BE}" type="presOf" srcId="{1AD6998F-4A65-44A0-83C6-07B7B5106A48}" destId="{D0FA32DB-C165-45A6-95EC-C481C2AB96C8}" srcOrd="0" destOrd="0" presId="urn:microsoft.com/office/officeart/2005/8/layout/orgChart1"/>
    <dgm:cxn modelId="{D0AD442A-15B4-4D8A-B304-28642E7AAEDA}" type="presOf" srcId="{6DEDC337-4982-44DA-A048-CE722C8B3703}" destId="{5E047548-577D-418E-BB3A-5006280FE0AA}" srcOrd="0" destOrd="0" presId="urn:microsoft.com/office/officeart/2005/8/layout/orgChart1"/>
    <dgm:cxn modelId="{3AD4E137-7A56-406D-BE62-EEACEEF8EE98}" type="presOf" srcId="{E9B04DD1-79FB-428E-B0C7-4E647EA5DA65}" destId="{F91E10D6-91B6-4EFF-A3B8-79FA47EB3344}" srcOrd="1" destOrd="0" presId="urn:microsoft.com/office/officeart/2005/8/layout/orgChart1"/>
    <dgm:cxn modelId="{D615465D-4881-45E6-952D-BC6CB6294DAD}" type="presOf" srcId="{D6567916-8BD2-4DEA-BA90-82925501355C}" destId="{3C6CE83D-5FF4-4A12-9944-1B800A6782D3}" srcOrd="0" destOrd="0" presId="urn:microsoft.com/office/officeart/2005/8/layout/orgChart1"/>
    <dgm:cxn modelId="{235BF843-844F-4449-A955-9A3CBC281711}" type="presOf" srcId="{DE9709B3-E8CA-4A91-BFB4-04FC8E5FBE1A}" destId="{BE1B9A6A-ECEA-425E-AD2D-47FC4F4E4D70}" srcOrd="0" destOrd="0" presId="urn:microsoft.com/office/officeart/2005/8/layout/orgChart1"/>
    <dgm:cxn modelId="{187BAE48-ED7A-48F0-9D90-B3D07B63C7FE}" type="presOf" srcId="{70CF2C9A-0A78-465A-B16A-405CF6013E73}" destId="{7C4EE769-BB2C-4D4B-AB10-87301F6AE292}" srcOrd="0" destOrd="0" presId="urn:microsoft.com/office/officeart/2005/8/layout/orgChart1"/>
    <dgm:cxn modelId="{BE107A4A-BB6E-46EE-AEC4-35E430C75998}" srcId="{6768BFF6-FDB9-4CBB-9B2C-F03813554766}" destId="{6DEDC337-4982-44DA-A048-CE722C8B3703}" srcOrd="0" destOrd="0" parTransId="{8FE51BD5-E6D9-4878-AA5A-0B00A5A63D4D}" sibTransId="{3E17C6C5-8D07-47D4-9747-63986EB6380C}"/>
    <dgm:cxn modelId="{F0BADD6B-141B-4CDB-94ED-84A1D6D106CD}" type="presOf" srcId="{27C505AB-27F7-4B82-9E4D-B876BED9B44D}" destId="{B30A672C-338B-49F4-9CBA-FFD0966FFC76}" srcOrd="0" destOrd="0" presId="urn:microsoft.com/office/officeart/2005/8/layout/orgChart1"/>
    <dgm:cxn modelId="{8BAFE94C-B774-4375-9645-CC26EEDC8349}" type="presOf" srcId="{1BB5A7E8-BE0F-4D9F-9824-19B53C4862B2}" destId="{F8894053-662F-4EDD-89F5-E4BC74C558A9}" srcOrd="0" destOrd="0" presId="urn:microsoft.com/office/officeart/2005/8/layout/orgChart1"/>
    <dgm:cxn modelId="{E000414E-CD51-4551-9943-A5F7FCBB1EDB}" srcId="{36242D11-4B6F-4619-9A09-8C6496B9E571}" destId="{D6567916-8BD2-4DEA-BA90-82925501355C}" srcOrd="1" destOrd="0" parTransId="{70CF2C9A-0A78-465A-B16A-405CF6013E73}" sibTransId="{BF8F64CD-0B3D-4788-A41D-73E52362CA5F}"/>
    <dgm:cxn modelId="{AB3D534F-A5AB-4D00-A90B-B0BFCABD6E8C}" srcId="{A1E72E25-2A0B-4B7E-90DC-D8BE5912026A}" destId="{E9B04DD1-79FB-428E-B0C7-4E647EA5DA65}" srcOrd="1" destOrd="0" parTransId="{ABE2FAAD-DE04-44B5-842B-E22B2183D76D}" sibTransId="{949D926B-6E4D-4D1C-B26F-1A6791B644AA}"/>
    <dgm:cxn modelId="{8B544F78-741C-4151-8B7F-70C646B22C4D}" type="presOf" srcId="{6971CAA8-595E-4191-9A45-16B574235EA7}" destId="{02E159CD-5E26-4BD2-8EC2-FEC081B283AC}" srcOrd="0" destOrd="0" presId="urn:microsoft.com/office/officeart/2005/8/layout/orgChart1"/>
    <dgm:cxn modelId="{2AE3077C-CB98-48B9-B82C-31CF843F841D}" type="presOf" srcId="{1BB5A7E8-BE0F-4D9F-9824-19B53C4862B2}" destId="{AF5BFE58-1528-41AD-8EE0-D8F5C8A0E5DB}" srcOrd="1" destOrd="0" presId="urn:microsoft.com/office/officeart/2005/8/layout/orgChart1"/>
    <dgm:cxn modelId="{BCE60082-DD25-43C9-9E2A-BA3EC7362704}" srcId="{6971CAA8-595E-4191-9A45-16B574235EA7}" destId="{1BB5A7E8-BE0F-4D9F-9824-19B53C4862B2}" srcOrd="1" destOrd="0" parTransId="{30350CBF-24EE-4DF8-952B-3FB8276BB38B}" sibTransId="{0A86599A-B39E-477A-9D7F-A5B524C33D71}"/>
    <dgm:cxn modelId="{1BA22289-D03C-4B93-AE61-A973BB8CEE88}" type="presOf" srcId="{6971CAA8-595E-4191-9A45-16B574235EA7}" destId="{9866F2A4-D76C-44A3-92B9-25A0C3069B3B}" srcOrd="1" destOrd="0" presId="urn:microsoft.com/office/officeart/2005/8/layout/orgChart1"/>
    <dgm:cxn modelId="{60AF968C-6C85-4C26-B8E7-63EAB499201F}" type="presOf" srcId="{04F04FA6-7F68-4FFE-8906-BAD7B3009606}" destId="{653DBF67-F52F-4838-BC91-16B0443A778C}" srcOrd="1" destOrd="0" presId="urn:microsoft.com/office/officeart/2005/8/layout/orgChart1"/>
    <dgm:cxn modelId="{C4CAAF8E-DB36-4E62-87ED-77457121E220}" type="presOf" srcId="{36242D11-4B6F-4619-9A09-8C6496B9E571}" destId="{17DBD813-523F-4E9E-B8DB-36DFEF0D54CC}" srcOrd="1" destOrd="0" presId="urn:microsoft.com/office/officeart/2005/8/layout/orgChart1"/>
    <dgm:cxn modelId="{8601E695-6C42-4165-8472-704CC6124DF3}" type="presOf" srcId="{1F8ADF37-3858-41DE-9CC4-F7EE04695DC6}" destId="{59CC0A07-A9F0-4E02-97F2-29FEC84CF6FC}" srcOrd="0" destOrd="0" presId="urn:microsoft.com/office/officeart/2005/8/layout/orgChart1"/>
    <dgm:cxn modelId="{06660D96-94A4-4A5F-877B-60BC99931919}" srcId="{6DEDC337-4982-44DA-A048-CE722C8B3703}" destId="{A1E72E25-2A0B-4B7E-90DC-D8BE5912026A}" srcOrd="1" destOrd="0" parTransId="{27C505AB-27F7-4B82-9E4D-B876BED9B44D}" sibTransId="{A1463B3E-98F0-4E12-9FAB-B8AF34EF4D04}"/>
    <dgm:cxn modelId="{8CC41899-925B-4872-935C-7B1222715250}" type="presOf" srcId="{6768BFF6-FDB9-4CBB-9B2C-F03813554766}" destId="{34BDE1D5-250C-4579-9D86-A87C9CC1352C}" srcOrd="0" destOrd="0" presId="urn:microsoft.com/office/officeart/2005/8/layout/orgChart1"/>
    <dgm:cxn modelId="{AEC4E09A-732B-4D1C-BC87-DC9310F8F0CD}" type="presOf" srcId="{04F04FA6-7F68-4FFE-8906-BAD7B3009606}" destId="{8DD7C16D-514F-436C-B08E-C07FD8F4DF62}" srcOrd="0" destOrd="0" presId="urn:microsoft.com/office/officeart/2005/8/layout/orgChart1"/>
    <dgm:cxn modelId="{0EF0539B-8669-4308-B324-AF37671DD7B8}" type="presOf" srcId="{D6567916-8BD2-4DEA-BA90-82925501355C}" destId="{7F1AD0B7-C8DF-4D6D-A0C5-D072667C6160}" srcOrd="1" destOrd="0" presId="urn:microsoft.com/office/officeart/2005/8/layout/orgChart1"/>
    <dgm:cxn modelId="{AB6DA39B-6C2B-4D98-8FF1-2375A1A09D30}" type="presOf" srcId="{ABE2FAAD-DE04-44B5-842B-E22B2183D76D}" destId="{BAA01B84-575F-48DB-B915-285A970AF514}" srcOrd="0" destOrd="0" presId="urn:microsoft.com/office/officeart/2005/8/layout/orgChart1"/>
    <dgm:cxn modelId="{7B106FA9-EFF1-4F21-A10D-B95842E7477D}" type="presOf" srcId="{6110E130-70A9-461D-A0D3-A0C1FA219958}" destId="{F92020A9-0739-4B24-952A-96CC2C4A8584}" srcOrd="1" destOrd="0" presId="urn:microsoft.com/office/officeart/2005/8/layout/orgChart1"/>
    <dgm:cxn modelId="{08FCABA9-3B2C-44A7-8F09-BAF4D70DDEC9}" type="presOf" srcId="{5D7DCDAB-4E57-4CB6-B448-82DBBD23E44F}" destId="{FCC7C944-722E-4675-9EAB-0E3915F82EA7}" srcOrd="0" destOrd="0" presId="urn:microsoft.com/office/officeart/2005/8/layout/orgChart1"/>
    <dgm:cxn modelId="{6F06A5AC-EE0F-4DF4-9480-003E7BE2DA73}" type="presOf" srcId="{30350CBF-24EE-4DF8-952B-3FB8276BB38B}" destId="{7FBFB677-CAFC-4F5E-914D-CCA45AC12E35}" srcOrd="0" destOrd="0" presId="urn:microsoft.com/office/officeart/2005/8/layout/orgChart1"/>
    <dgm:cxn modelId="{8FDC74B1-9049-4E20-8391-0D75578F3AE5}" type="presOf" srcId="{7BEEB881-C083-4B0D-B5E3-804426BCC506}" destId="{32B23786-5590-4D28-B906-052C426BCCCE}" srcOrd="0" destOrd="0" presId="urn:microsoft.com/office/officeart/2005/8/layout/orgChart1"/>
    <dgm:cxn modelId="{A396D3B4-10AE-4413-816F-9681951F5AD8}" srcId="{6DEDC337-4982-44DA-A048-CE722C8B3703}" destId="{36242D11-4B6F-4619-9A09-8C6496B9E571}" srcOrd="2" destOrd="0" parTransId="{5D7DCDAB-4E57-4CB6-B448-82DBBD23E44F}" sibTransId="{01981B3F-CF66-41A2-BF80-E6520D1620FA}"/>
    <dgm:cxn modelId="{DAB30BBF-BD5F-4BF8-A73A-12852DBC2DA8}" srcId="{6971CAA8-595E-4191-9A45-16B574235EA7}" destId="{6110E130-70A9-461D-A0D3-A0C1FA219958}" srcOrd="0" destOrd="0" parTransId="{1AD6998F-4A65-44A0-83C6-07B7B5106A48}" sibTransId="{3B2D3E6D-AE66-4B5A-ADBC-3D090F36C9EB}"/>
    <dgm:cxn modelId="{960103C1-2197-43C3-B5BC-C58AEBA8ACEC}" type="presOf" srcId="{5022D609-FF41-4A43-9537-7602835BEE9A}" destId="{7BA02432-27CF-4AE9-930B-14CBDBB86B8B}" srcOrd="0" destOrd="0" presId="urn:microsoft.com/office/officeart/2005/8/layout/orgChart1"/>
    <dgm:cxn modelId="{E91123C3-A281-4526-B388-F133EFFAAF41}" type="presOf" srcId="{6DEDC337-4982-44DA-A048-CE722C8B3703}" destId="{33E37FF7-5DD8-4AC6-AE32-4151F4241F25}" srcOrd="1" destOrd="0" presId="urn:microsoft.com/office/officeart/2005/8/layout/orgChart1"/>
    <dgm:cxn modelId="{B784B0CA-9CD3-4362-B2D4-122374D74065}" type="presOf" srcId="{DE9709B3-E8CA-4A91-BFB4-04FC8E5FBE1A}" destId="{54239709-921F-46D5-9C20-D94969D2EEB4}" srcOrd="1" destOrd="0" presId="urn:microsoft.com/office/officeart/2005/8/layout/orgChart1"/>
    <dgm:cxn modelId="{A48DFECF-447A-43C7-B366-03C08ACD9770}" type="presOf" srcId="{A1E72E25-2A0B-4B7E-90DC-D8BE5912026A}" destId="{D4DFFABC-C3B9-42B4-B978-4E79D64701CC}" srcOrd="1" destOrd="0" presId="urn:microsoft.com/office/officeart/2005/8/layout/orgChart1"/>
    <dgm:cxn modelId="{78655DD2-160D-450F-98BD-6E644D6E14AF}" type="presOf" srcId="{A1E72E25-2A0B-4B7E-90DC-D8BE5912026A}" destId="{08F128D2-8464-45A7-B52A-F7A4BBEFFDE4}" srcOrd="0" destOrd="0" presId="urn:microsoft.com/office/officeart/2005/8/layout/orgChart1"/>
    <dgm:cxn modelId="{013FBFDF-CF3E-4661-A17D-A68099E43C74}" srcId="{6DEDC337-4982-44DA-A048-CE722C8B3703}" destId="{6971CAA8-595E-4191-9A45-16B574235EA7}" srcOrd="0" destOrd="0" parTransId="{5022D609-FF41-4A43-9537-7602835BEE9A}" sibTransId="{577D1B20-4386-49B9-A513-D3FAA0054123}"/>
    <dgm:cxn modelId="{96F446FC-597C-47B7-8962-8E43F1336F03}" type="presOf" srcId="{36242D11-4B6F-4619-9A09-8C6496B9E571}" destId="{2CA47398-EF80-444C-8E10-38AB1A59836A}" srcOrd="0" destOrd="0" presId="urn:microsoft.com/office/officeart/2005/8/layout/orgChart1"/>
    <dgm:cxn modelId="{F7F1A3FF-1905-49F7-B3F6-776C5E1D53DE}" type="presOf" srcId="{6110E130-70A9-461D-A0D3-A0C1FA219958}" destId="{98E27C55-915F-4C0A-8A06-FFAD43080596}" srcOrd="0" destOrd="0" presId="urn:microsoft.com/office/officeart/2005/8/layout/orgChart1"/>
    <dgm:cxn modelId="{5DE9F44A-91D7-4FD4-B74E-94DA90DC7B0B}" type="presParOf" srcId="{34BDE1D5-250C-4579-9D86-A87C9CC1352C}" destId="{B572AEC4-651E-405E-8469-561AAFFE418A}" srcOrd="0" destOrd="0" presId="urn:microsoft.com/office/officeart/2005/8/layout/orgChart1"/>
    <dgm:cxn modelId="{5EB1D1DB-3786-4DC8-868A-BFE5F85F76AC}" type="presParOf" srcId="{B572AEC4-651E-405E-8469-561AAFFE418A}" destId="{735DECBB-209B-4FCD-93BB-1085A41EC798}" srcOrd="0" destOrd="0" presId="urn:microsoft.com/office/officeart/2005/8/layout/orgChart1"/>
    <dgm:cxn modelId="{CCFB83D2-B279-45A3-B60E-AC532204592F}" type="presParOf" srcId="{735DECBB-209B-4FCD-93BB-1085A41EC798}" destId="{5E047548-577D-418E-BB3A-5006280FE0AA}" srcOrd="0" destOrd="0" presId="urn:microsoft.com/office/officeart/2005/8/layout/orgChart1"/>
    <dgm:cxn modelId="{03B60C9D-53AF-4569-B7FF-156FD8E7F70E}" type="presParOf" srcId="{735DECBB-209B-4FCD-93BB-1085A41EC798}" destId="{33E37FF7-5DD8-4AC6-AE32-4151F4241F25}" srcOrd="1" destOrd="0" presId="urn:microsoft.com/office/officeart/2005/8/layout/orgChart1"/>
    <dgm:cxn modelId="{D3D89F6F-0794-4F19-AC26-D0E95315B202}" type="presParOf" srcId="{B572AEC4-651E-405E-8469-561AAFFE418A}" destId="{AD5D6871-317D-4B09-A92D-CA696DE12BF9}" srcOrd="1" destOrd="0" presId="urn:microsoft.com/office/officeart/2005/8/layout/orgChart1"/>
    <dgm:cxn modelId="{D27EEAD9-23F0-40B8-9BCA-3232749D4FB8}" type="presParOf" srcId="{AD5D6871-317D-4B09-A92D-CA696DE12BF9}" destId="{7BA02432-27CF-4AE9-930B-14CBDBB86B8B}" srcOrd="0" destOrd="0" presId="urn:microsoft.com/office/officeart/2005/8/layout/orgChart1"/>
    <dgm:cxn modelId="{3BC6FD19-1398-43E1-8B15-C6BBD47C771E}" type="presParOf" srcId="{AD5D6871-317D-4B09-A92D-CA696DE12BF9}" destId="{FF561F75-6494-4D24-9EAB-552E1903BFF1}" srcOrd="1" destOrd="0" presId="urn:microsoft.com/office/officeart/2005/8/layout/orgChart1"/>
    <dgm:cxn modelId="{24AA0C73-0B19-4F92-A8EE-6AB219BADD5B}" type="presParOf" srcId="{FF561F75-6494-4D24-9EAB-552E1903BFF1}" destId="{4BE981DE-10D3-42C9-A6A7-33CB01475FE9}" srcOrd="0" destOrd="0" presId="urn:microsoft.com/office/officeart/2005/8/layout/orgChart1"/>
    <dgm:cxn modelId="{11BA9CF5-37E6-4928-AA28-4CFC07AFE1C7}" type="presParOf" srcId="{4BE981DE-10D3-42C9-A6A7-33CB01475FE9}" destId="{02E159CD-5E26-4BD2-8EC2-FEC081B283AC}" srcOrd="0" destOrd="0" presId="urn:microsoft.com/office/officeart/2005/8/layout/orgChart1"/>
    <dgm:cxn modelId="{9E165896-547B-4DE0-8931-C8CFC5139C66}" type="presParOf" srcId="{4BE981DE-10D3-42C9-A6A7-33CB01475FE9}" destId="{9866F2A4-D76C-44A3-92B9-25A0C3069B3B}" srcOrd="1" destOrd="0" presId="urn:microsoft.com/office/officeart/2005/8/layout/orgChart1"/>
    <dgm:cxn modelId="{21776B99-37B3-4018-92FE-90A3A0CDFFA7}" type="presParOf" srcId="{FF561F75-6494-4D24-9EAB-552E1903BFF1}" destId="{1ECFFE6F-C146-44F2-BAF9-277260A64074}" srcOrd="1" destOrd="0" presId="urn:microsoft.com/office/officeart/2005/8/layout/orgChart1"/>
    <dgm:cxn modelId="{78CFB4A9-5734-4D9C-9217-549D8DF74E13}" type="presParOf" srcId="{1ECFFE6F-C146-44F2-BAF9-277260A64074}" destId="{D0FA32DB-C165-45A6-95EC-C481C2AB96C8}" srcOrd="0" destOrd="0" presId="urn:microsoft.com/office/officeart/2005/8/layout/orgChart1"/>
    <dgm:cxn modelId="{98A0940F-6B04-48E6-909F-630F9B7AA087}" type="presParOf" srcId="{1ECFFE6F-C146-44F2-BAF9-277260A64074}" destId="{799F6AB8-6369-4371-81E4-CDE7C17D3C3F}" srcOrd="1" destOrd="0" presId="urn:microsoft.com/office/officeart/2005/8/layout/orgChart1"/>
    <dgm:cxn modelId="{397EE3DE-4563-47A4-AB07-86D6126C1D62}" type="presParOf" srcId="{799F6AB8-6369-4371-81E4-CDE7C17D3C3F}" destId="{340406F2-8F5B-49BB-AC7A-A20B7BFB86D3}" srcOrd="0" destOrd="0" presId="urn:microsoft.com/office/officeart/2005/8/layout/orgChart1"/>
    <dgm:cxn modelId="{AD1A0C13-F232-4A5E-AC35-F707F14F5F36}" type="presParOf" srcId="{340406F2-8F5B-49BB-AC7A-A20B7BFB86D3}" destId="{98E27C55-915F-4C0A-8A06-FFAD43080596}" srcOrd="0" destOrd="0" presId="urn:microsoft.com/office/officeart/2005/8/layout/orgChart1"/>
    <dgm:cxn modelId="{2A4A2C2D-43F0-4087-8D65-3C9C0BE03F02}" type="presParOf" srcId="{340406F2-8F5B-49BB-AC7A-A20B7BFB86D3}" destId="{F92020A9-0739-4B24-952A-96CC2C4A8584}" srcOrd="1" destOrd="0" presId="urn:microsoft.com/office/officeart/2005/8/layout/orgChart1"/>
    <dgm:cxn modelId="{570281B9-A72B-48A2-90CA-0C7B0C07B6EF}" type="presParOf" srcId="{799F6AB8-6369-4371-81E4-CDE7C17D3C3F}" destId="{5B097B64-AC28-412C-928F-E87E34B8B3AF}" srcOrd="1" destOrd="0" presId="urn:microsoft.com/office/officeart/2005/8/layout/orgChart1"/>
    <dgm:cxn modelId="{7AA39728-2982-4B05-B8C7-D681862DCC21}" type="presParOf" srcId="{799F6AB8-6369-4371-81E4-CDE7C17D3C3F}" destId="{D671A206-4A36-4701-94BA-BEAF81A2C6BC}" srcOrd="2" destOrd="0" presId="urn:microsoft.com/office/officeart/2005/8/layout/orgChart1"/>
    <dgm:cxn modelId="{A97F75C0-5C3F-4135-9C2E-FD4C1772BDEB}" type="presParOf" srcId="{1ECFFE6F-C146-44F2-BAF9-277260A64074}" destId="{7FBFB677-CAFC-4F5E-914D-CCA45AC12E35}" srcOrd="2" destOrd="0" presId="urn:microsoft.com/office/officeart/2005/8/layout/orgChart1"/>
    <dgm:cxn modelId="{9D1671A7-73DE-41F5-8E35-789A691CFAA5}" type="presParOf" srcId="{1ECFFE6F-C146-44F2-BAF9-277260A64074}" destId="{76665E26-2D21-49A4-9AA5-FE1F75AFBA8E}" srcOrd="3" destOrd="0" presId="urn:microsoft.com/office/officeart/2005/8/layout/orgChart1"/>
    <dgm:cxn modelId="{28C60691-6F32-466A-8D7E-B414176BAF3C}" type="presParOf" srcId="{76665E26-2D21-49A4-9AA5-FE1F75AFBA8E}" destId="{23E2D10B-76C9-4EEB-9757-193686BC99C5}" srcOrd="0" destOrd="0" presId="urn:microsoft.com/office/officeart/2005/8/layout/orgChart1"/>
    <dgm:cxn modelId="{34C7F3A6-C9B9-42E0-9C2B-7AF73AF6173C}" type="presParOf" srcId="{23E2D10B-76C9-4EEB-9757-193686BC99C5}" destId="{F8894053-662F-4EDD-89F5-E4BC74C558A9}" srcOrd="0" destOrd="0" presId="urn:microsoft.com/office/officeart/2005/8/layout/orgChart1"/>
    <dgm:cxn modelId="{12FB76B5-6569-47CF-BDC2-DED261CDF315}" type="presParOf" srcId="{23E2D10B-76C9-4EEB-9757-193686BC99C5}" destId="{AF5BFE58-1528-41AD-8EE0-D8F5C8A0E5DB}" srcOrd="1" destOrd="0" presId="urn:microsoft.com/office/officeart/2005/8/layout/orgChart1"/>
    <dgm:cxn modelId="{D1F8DB7F-0C1B-4925-AB96-B6066ACEB1B4}" type="presParOf" srcId="{76665E26-2D21-49A4-9AA5-FE1F75AFBA8E}" destId="{E2BC2C68-35A1-4C8C-99A1-EA15FC3C24A8}" srcOrd="1" destOrd="0" presId="urn:microsoft.com/office/officeart/2005/8/layout/orgChart1"/>
    <dgm:cxn modelId="{B6CE8F5E-CE6E-4C62-967D-49A91C034194}" type="presParOf" srcId="{76665E26-2D21-49A4-9AA5-FE1F75AFBA8E}" destId="{30A5EAE2-6383-41BD-8CCF-D971B9BF1AAF}" srcOrd="2" destOrd="0" presId="urn:microsoft.com/office/officeart/2005/8/layout/orgChart1"/>
    <dgm:cxn modelId="{2ADF9573-AC02-41BB-87EE-F33F80F01612}" type="presParOf" srcId="{FF561F75-6494-4D24-9EAB-552E1903BFF1}" destId="{C6FE3E54-3C77-4311-B7B9-67294B7B9D91}" srcOrd="2" destOrd="0" presId="urn:microsoft.com/office/officeart/2005/8/layout/orgChart1"/>
    <dgm:cxn modelId="{A63AC107-264F-4D01-88CE-7EBD4C31A573}" type="presParOf" srcId="{AD5D6871-317D-4B09-A92D-CA696DE12BF9}" destId="{B30A672C-338B-49F4-9CBA-FFD0966FFC76}" srcOrd="2" destOrd="0" presId="urn:microsoft.com/office/officeart/2005/8/layout/orgChart1"/>
    <dgm:cxn modelId="{22238D38-0B4E-4272-ADCF-32A1B299C468}" type="presParOf" srcId="{AD5D6871-317D-4B09-A92D-CA696DE12BF9}" destId="{765C7811-4706-4964-8409-D58D7DDE683D}" srcOrd="3" destOrd="0" presId="urn:microsoft.com/office/officeart/2005/8/layout/orgChart1"/>
    <dgm:cxn modelId="{B1F96A52-5130-4E07-ACE2-C6EF05CBE57B}" type="presParOf" srcId="{765C7811-4706-4964-8409-D58D7DDE683D}" destId="{49A2E266-D5F8-47F1-A8CA-AA81289DA984}" srcOrd="0" destOrd="0" presId="urn:microsoft.com/office/officeart/2005/8/layout/orgChart1"/>
    <dgm:cxn modelId="{2355D0B8-D41C-47EC-B4C4-8DF612E23740}" type="presParOf" srcId="{49A2E266-D5F8-47F1-A8CA-AA81289DA984}" destId="{08F128D2-8464-45A7-B52A-F7A4BBEFFDE4}" srcOrd="0" destOrd="0" presId="urn:microsoft.com/office/officeart/2005/8/layout/orgChart1"/>
    <dgm:cxn modelId="{5986D315-C9EB-47E8-83EF-55569349E192}" type="presParOf" srcId="{49A2E266-D5F8-47F1-A8CA-AA81289DA984}" destId="{D4DFFABC-C3B9-42B4-B978-4E79D64701CC}" srcOrd="1" destOrd="0" presId="urn:microsoft.com/office/officeart/2005/8/layout/orgChart1"/>
    <dgm:cxn modelId="{517A96E9-4CB7-4768-B5CF-0E27D5261937}" type="presParOf" srcId="{765C7811-4706-4964-8409-D58D7DDE683D}" destId="{960BF63C-2DA0-4474-9DD1-A293E61488A2}" srcOrd="1" destOrd="0" presId="urn:microsoft.com/office/officeart/2005/8/layout/orgChart1"/>
    <dgm:cxn modelId="{F60CD06C-6BB3-40BF-82E2-FBD40E22D120}" type="presParOf" srcId="{960BF63C-2DA0-4474-9DD1-A293E61488A2}" destId="{59CC0A07-A9F0-4E02-97F2-29FEC84CF6FC}" srcOrd="0" destOrd="0" presId="urn:microsoft.com/office/officeart/2005/8/layout/orgChart1"/>
    <dgm:cxn modelId="{24CF66B8-1EAF-4817-902A-4E4623CAE6AE}" type="presParOf" srcId="{960BF63C-2DA0-4474-9DD1-A293E61488A2}" destId="{E6D11D3F-F6D1-46FF-A331-B34E6893B9B7}" srcOrd="1" destOrd="0" presId="urn:microsoft.com/office/officeart/2005/8/layout/orgChart1"/>
    <dgm:cxn modelId="{A5F36F13-2EE9-412C-A33C-22B2400EF7F3}" type="presParOf" srcId="{E6D11D3F-F6D1-46FF-A331-B34E6893B9B7}" destId="{05158424-2E37-4956-996F-94054B48329C}" srcOrd="0" destOrd="0" presId="urn:microsoft.com/office/officeart/2005/8/layout/orgChart1"/>
    <dgm:cxn modelId="{10FB13B6-12BC-4C63-B7A9-DC637DBD0A57}" type="presParOf" srcId="{05158424-2E37-4956-996F-94054B48329C}" destId="{BE1B9A6A-ECEA-425E-AD2D-47FC4F4E4D70}" srcOrd="0" destOrd="0" presId="urn:microsoft.com/office/officeart/2005/8/layout/orgChart1"/>
    <dgm:cxn modelId="{15D12673-4C43-468C-8F05-2A6643F7B170}" type="presParOf" srcId="{05158424-2E37-4956-996F-94054B48329C}" destId="{54239709-921F-46D5-9C20-D94969D2EEB4}" srcOrd="1" destOrd="0" presId="urn:microsoft.com/office/officeart/2005/8/layout/orgChart1"/>
    <dgm:cxn modelId="{8FDE6B33-0ED2-47F4-A40C-E9EE3BD88ADD}" type="presParOf" srcId="{E6D11D3F-F6D1-46FF-A331-B34E6893B9B7}" destId="{433EE070-5ECB-4934-82E3-00FD3A12A367}" srcOrd="1" destOrd="0" presId="urn:microsoft.com/office/officeart/2005/8/layout/orgChart1"/>
    <dgm:cxn modelId="{AB4D54B6-4EF5-459D-BDDA-30124D97B26A}" type="presParOf" srcId="{E6D11D3F-F6D1-46FF-A331-B34E6893B9B7}" destId="{B3DBDC53-509B-4FB0-8BD5-0181872CF2B6}" srcOrd="2" destOrd="0" presId="urn:microsoft.com/office/officeart/2005/8/layout/orgChart1"/>
    <dgm:cxn modelId="{61F4D4A8-343D-4007-B026-09A1F54DBB93}" type="presParOf" srcId="{960BF63C-2DA0-4474-9DD1-A293E61488A2}" destId="{BAA01B84-575F-48DB-B915-285A970AF514}" srcOrd="2" destOrd="0" presId="urn:microsoft.com/office/officeart/2005/8/layout/orgChart1"/>
    <dgm:cxn modelId="{F01FD565-3061-4364-B81F-CD441A3A8DDF}" type="presParOf" srcId="{960BF63C-2DA0-4474-9DD1-A293E61488A2}" destId="{CA4B3B40-92F9-4231-A391-4880C9663AE0}" srcOrd="3" destOrd="0" presId="urn:microsoft.com/office/officeart/2005/8/layout/orgChart1"/>
    <dgm:cxn modelId="{F7F77F73-F169-4857-A45C-F68E0C3B761F}" type="presParOf" srcId="{CA4B3B40-92F9-4231-A391-4880C9663AE0}" destId="{105E421B-56CE-4CEF-8E02-5C03BE9441DC}" srcOrd="0" destOrd="0" presId="urn:microsoft.com/office/officeart/2005/8/layout/orgChart1"/>
    <dgm:cxn modelId="{3DD270E6-0095-4DA7-96F2-CCFCED7CFFA7}" type="presParOf" srcId="{105E421B-56CE-4CEF-8E02-5C03BE9441DC}" destId="{3B03EADF-E47B-419E-BD57-3328DA624CF2}" srcOrd="0" destOrd="0" presId="urn:microsoft.com/office/officeart/2005/8/layout/orgChart1"/>
    <dgm:cxn modelId="{373A66CB-AE5A-4962-9A59-10F970373005}" type="presParOf" srcId="{105E421B-56CE-4CEF-8E02-5C03BE9441DC}" destId="{F91E10D6-91B6-4EFF-A3B8-79FA47EB3344}" srcOrd="1" destOrd="0" presId="urn:microsoft.com/office/officeart/2005/8/layout/orgChart1"/>
    <dgm:cxn modelId="{A76E4E68-1578-4F18-9EA8-188938E53C50}" type="presParOf" srcId="{CA4B3B40-92F9-4231-A391-4880C9663AE0}" destId="{4CD934CC-8A63-4B75-AFA0-1C8C1101F081}" srcOrd="1" destOrd="0" presId="urn:microsoft.com/office/officeart/2005/8/layout/orgChart1"/>
    <dgm:cxn modelId="{07611BB5-C566-40CD-B68C-9CE5B7F4CC00}" type="presParOf" srcId="{CA4B3B40-92F9-4231-A391-4880C9663AE0}" destId="{D87E80E1-0FB5-4592-B035-641AC2DE5F2C}" srcOrd="2" destOrd="0" presId="urn:microsoft.com/office/officeart/2005/8/layout/orgChart1"/>
    <dgm:cxn modelId="{32DCCDFF-3E3E-4294-8C5A-FE25FEB86586}" type="presParOf" srcId="{765C7811-4706-4964-8409-D58D7DDE683D}" destId="{21DB3EC6-D0E2-4BD8-90E1-353AEE028226}" srcOrd="2" destOrd="0" presId="urn:microsoft.com/office/officeart/2005/8/layout/orgChart1"/>
    <dgm:cxn modelId="{87D96AC9-42DA-4174-8E9D-0BA022D4C185}" type="presParOf" srcId="{AD5D6871-317D-4B09-A92D-CA696DE12BF9}" destId="{FCC7C944-722E-4675-9EAB-0E3915F82EA7}" srcOrd="4" destOrd="0" presId="urn:microsoft.com/office/officeart/2005/8/layout/orgChart1"/>
    <dgm:cxn modelId="{046B90DE-E5FF-4EF3-A77C-08CC3DDCB66D}" type="presParOf" srcId="{AD5D6871-317D-4B09-A92D-CA696DE12BF9}" destId="{92E9F875-9E0A-45A7-993B-D724B313F834}" srcOrd="5" destOrd="0" presId="urn:microsoft.com/office/officeart/2005/8/layout/orgChart1"/>
    <dgm:cxn modelId="{51F1D661-240F-4C02-9377-FD8554F1D083}" type="presParOf" srcId="{92E9F875-9E0A-45A7-993B-D724B313F834}" destId="{61024232-61DF-4D7D-A7D0-5D6280130616}" srcOrd="0" destOrd="0" presId="urn:microsoft.com/office/officeart/2005/8/layout/orgChart1"/>
    <dgm:cxn modelId="{168A006A-CEEE-42BA-8A42-B60C79D26917}" type="presParOf" srcId="{61024232-61DF-4D7D-A7D0-5D6280130616}" destId="{2CA47398-EF80-444C-8E10-38AB1A59836A}" srcOrd="0" destOrd="0" presId="urn:microsoft.com/office/officeart/2005/8/layout/orgChart1"/>
    <dgm:cxn modelId="{CA6DE742-DDCF-4F01-B7A1-5CD6691B1CA5}" type="presParOf" srcId="{61024232-61DF-4D7D-A7D0-5D6280130616}" destId="{17DBD813-523F-4E9E-B8DB-36DFEF0D54CC}" srcOrd="1" destOrd="0" presId="urn:microsoft.com/office/officeart/2005/8/layout/orgChart1"/>
    <dgm:cxn modelId="{D9B1ACE2-AE80-4022-B33F-265F5D2B7709}" type="presParOf" srcId="{92E9F875-9E0A-45A7-993B-D724B313F834}" destId="{711C3FDE-BE9B-4A8E-8761-7870F56ED40C}" srcOrd="1" destOrd="0" presId="urn:microsoft.com/office/officeart/2005/8/layout/orgChart1"/>
    <dgm:cxn modelId="{230D978C-16BB-41D7-B26C-F5E085B78817}" type="presParOf" srcId="{711C3FDE-BE9B-4A8E-8761-7870F56ED40C}" destId="{32B23786-5590-4D28-B906-052C426BCCCE}" srcOrd="0" destOrd="0" presId="urn:microsoft.com/office/officeart/2005/8/layout/orgChart1"/>
    <dgm:cxn modelId="{885B726D-E6E2-4335-AA99-AA731182407B}" type="presParOf" srcId="{711C3FDE-BE9B-4A8E-8761-7870F56ED40C}" destId="{18B3908C-1B80-4035-B941-393199956AC4}" srcOrd="1" destOrd="0" presId="urn:microsoft.com/office/officeart/2005/8/layout/orgChart1"/>
    <dgm:cxn modelId="{294052EE-DD98-4DBD-9AFB-466FA5A43099}" type="presParOf" srcId="{18B3908C-1B80-4035-B941-393199956AC4}" destId="{FC346661-F8C1-4D81-BF32-B4279136C7C0}" srcOrd="0" destOrd="0" presId="urn:microsoft.com/office/officeart/2005/8/layout/orgChart1"/>
    <dgm:cxn modelId="{B94C5791-AC40-45CB-9FFE-EE8671DD4F47}" type="presParOf" srcId="{FC346661-F8C1-4D81-BF32-B4279136C7C0}" destId="{8DD7C16D-514F-436C-B08E-C07FD8F4DF62}" srcOrd="0" destOrd="0" presId="urn:microsoft.com/office/officeart/2005/8/layout/orgChart1"/>
    <dgm:cxn modelId="{11E9B8A4-E9EA-4B82-887E-58121D973E24}" type="presParOf" srcId="{FC346661-F8C1-4D81-BF32-B4279136C7C0}" destId="{653DBF67-F52F-4838-BC91-16B0443A778C}" srcOrd="1" destOrd="0" presId="urn:microsoft.com/office/officeart/2005/8/layout/orgChart1"/>
    <dgm:cxn modelId="{B3930911-1EC9-4EEE-9883-22E918EFF9EC}" type="presParOf" srcId="{18B3908C-1B80-4035-B941-393199956AC4}" destId="{D7DA4BAF-EBA0-4B40-900C-1A3A288413DF}" srcOrd="1" destOrd="0" presId="urn:microsoft.com/office/officeart/2005/8/layout/orgChart1"/>
    <dgm:cxn modelId="{89AE0348-0AC9-4F12-AA57-E8C62C493705}" type="presParOf" srcId="{18B3908C-1B80-4035-B941-393199956AC4}" destId="{1AC5B261-6379-4A3D-8C5C-82773D0E000B}" srcOrd="2" destOrd="0" presId="urn:microsoft.com/office/officeart/2005/8/layout/orgChart1"/>
    <dgm:cxn modelId="{41175DEF-9D80-40E0-AE2B-E783E495D0FA}" type="presParOf" srcId="{711C3FDE-BE9B-4A8E-8761-7870F56ED40C}" destId="{7C4EE769-BB2C-4D4B-AB10-87301F6AE292}" srcOrd="2" destOrd="0" presId="urn:microsoft.com/office/officeart/2005/8/layout/orgChart1"/>
    <dgm:cxn modelId="{A3CF0140-4A36-4F08-A90F-0256F4329B28}" type="presParOf" srcId="{711C3FDE-BE9B-4A8E-8761-7870F56ED40C}" destId="{27C048CB-3666-4E03-A11B-AC3B9DD80002}" srcOrd="3" destOrd="0" presId="urn:microsoft.com/office/officeart/2005/8/layout/orgChart1"/>
    <dgm:cxn modelId="{1FDE228E-0AA5-43BA-A0D9-A1B77D878428}" type="presParOf" srcId="{27C048CB-3666-4E03-A11B-AC3B9DD80002}" destId="{98523AC2-7016-4205-87E5-029884062F25}" srcOrd="0" destOrd="0" presId="urn:microsoft.com/office/officeart/2005/8/layout/orgChart1"/>
    <dgm:cxn modelId="{B6137069-961A-4B67-899D-81BE3D4F1B64}" type="presParOf" srcId="{98523AC2-7016-4205-87E5-029884062F25}" destId="{3C6CE83D-5FF4-4A12-9944-1B800A6782D3}" srcOrd="0" destOrd="0" presId="urn:microsoft.com/office/officeart/2005/8/layout/orgChart1"/>
    <dgm:cxn modelId="{BB996BF4-34E1-489A-A129-31D9D1A124D8}" type="presParOf" srcId="{98523AC2-7016-4205-87E5-029884062F25}" destId="{7F1AD0B7-C8DF-4D6D-A0C5-D072667C6160}" srcOrd="1" destOrd="0" presId="urn:microsoft.com/office/officeart/2005/8/layout/orgChart1"/>
    <dgm:cxn modelId="{560954A6-09CC-4E33-AA6B-437EFA5A9102}" type="presParOf" srcId="{27C048CB-3666-4E03-A11B-AC3B9DD80002}" destId="{89F405F8-D37B-4D48-9E95-83468A3B6B77}" srcOrd="1" destOrd="0" presId="urn:microsoft.com/office/officeart/2005/8/layout/orgChart1"/>
    <dgm:cxn modelId="{926150F6-1D7E-4742-B2ED-06B95C67ABD9}" type="presParOf" srcId="{27C048CB-3666-4E03-A11B-AC3B9DD80002}" destId="{FEDB1411-F3E5-4113-AA92-2FCBDCABC1AC}" srcOrd="2" destOrd="0" presId="urn:microsoft.com/office/officeart/2005/8/layout/orgChart1"/>
    <dgm:cxn modelId="{AE88C504-81FF-4D81-B028-0EAC333B97E4}" type="presParOf" srcId="{92E9F875-9E0A-45A7-993B-D724B313F834}" destId="{14D71A66-AD90-4007-BFF6-6C9179BC8C2F}" srcOrd="2" destOrd="0" presId="urn:microsoft.com/office/officeart/2005/8/layout/orgChart1"/>
    <dgm:cxn modelId="{101F5FAE-4950-4E1C-A5B1-56EBB9985DF1}" type="presParOf" srcId="{B572AEC4-651E-405E-8469-561AAFFE418A}" destId="{4BA2FF17-3F8D-49A3-B06C-42175D2605D4}"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4EE769-BB2C-4D4B-AB10-87301F6AE292}">
      <dsp:nvSpPr>
        <dsp:cNvPr id="0" name=""/>
        <dsp:cNvSpPr/>
      </dsp:nvSpPr>
      <dsp:spPr>
        <a:xfrm>
          <a:off x="3467949" y="1915317"/>
          <a:ext cx="201949" cy="1418947"/>
        </a:xfrm>
        <a:custGeom>
          <a:avLst/>
          <a:gdLst/>
          <a:ahLst/>
          <a:cxnLst/>
          <a:rect l="0" t="0" r="0" b="0"/>
          <a:pathLst>
            <a:path>
              <a:moveTo>
                <a:pt x="0" y="0"/>
              </a:moveTo>
              <a:lnTo>
                <a:pt x="0" y="1418947"/>
              </a:lnTo>
              <a:lnTo>
                <a:pt x="201949" y="1418947"/>
              </a:lnTo>
            </a:path>
          </a:pathLst>
        </a:custGeom>
        <a:noFill/>
        <a:ln w="12700" cap="flat" cmpd="sng" algn="in">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2B23786-5590-4D28-B906-052C426BCCCE}">
      <dsp:nvSpPr>
        <dsp:cNvPr id="0" name=""/>
        <dsp:cNvSpPr/>
      </dsp:nvSpPr>
      <dsp:spPr>
        <a:xfrm>
          <a:off x="3467949" y="1915317"/>
          <a:ext cx="201949" cy="579703"/>
        </a:xfrm>
        <a:custGeom>
          <a:avLst/>
          <a:gdLst/>
          <a:ahLst/>
          <a:cxnLst/>
          <a:rect l="0" t="0" r="0" b="0"/>
          <a:pathLst>
            <a:path>
              <a:moveTo>
                <a:pt x="0" y="0"/>
              </a:moveTo>
              <a:lnTo>
                <a:pt x="0" y="579703"/>
              </a:lnTo>
              <a:lnTo>
                <a:pt x="201949" y="579703"/>
              </a:lnTo>
            </a:path>
          </a:pathLst>
        </a:custGeom>
        <a:noFill/>
        <a:ln w="12700" cap="flat" cmpd="sng" algn="in">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CC7C944-722E-4675-9EAB-0E3915F82EA7}">
      <dsp:nvSpPr>
        <dsp:cNvPr id="0" name=""/>
        <dsp:cNvSpPr/>
      </dsp:nvSpPr>
      <dsp:spPr>
        <a:xfrm>
          <a:off x="2339990" y="921983"/>
          <a:ext cx="1666490" cy="320162"/>
        </a:xfrm>
        <a:custGeom>
          <a:avLst/>
          <a:gdLst/>
          <a:ahLst/>
          <a:cxnLst/>
          <a:rect l="0" t="0" r="0" b="0"/>
          <a:pathLst>
            <a:path>
              <a:moveTo>
                <a:pt x="0" y="0"/>
              </a:moveTo>
              <a:lnTo>
                <a:pt x="0" y="160081"/>
              </a:lnTo>
              <a:lnTo>
                <a:pt x="1666490" y="160081"/>
              </a:lnTo>
              <a:lnTo>
                <a:pt x="1666490" y="320162"/>
              </a:lnTo>
            </a:path>
          </a:pathLst>
        </a:custGeom>
        <a:noFill/>
        <a:ln w="12700" cap="flat" cmpd="sng" algn="in">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AA01B84-575F-48DB-B915-285A970AF514}">
      <dsp:nvSpPr>
        <dsp:cNvPr id="0" name=""/>
        <dsp:cNvSpPr/>
      </dsp:nvSpPr>
      <dsp:spPr>
        <a:xfrm>
          <a:off x="1801458" y="1915317"/>
          <a:ext cx="201949" cy="1418947"/>
        </a:xfrm>
        <a:custGeom>
          <a:avLst/>
          <a:gdLst/>
          <a:ahLst/>
          <a:cxnLst/>
          <a:rect l="0" t="0" r="0" b="0"/>
          <a:pathLst>
            <a:path>
              <a:moveTo>
                <a:pt x="0" y="0"/>
              </a:moveTo>
              <a:lnTo>
                <a:pt x="0" y="1418947"/>
              </a:lnTo>
              <a:lnTo>
                <a:pt x="201949" y="1418947"/>
              </a:lnTo>
            </a:path>
          </a:pathLst>
        </a:custGeom>
        <a:noFill/>
        <a:ln w="12700" cap="flat" cmpd="sng" algn="in">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9CC0A07-A9F0-4E02-97F2-29FEC84CF6FC}">
      <dsp:nvSpPr>
        <dsp:cNvPr id="0" name=""/>
        <dsp:cNvSpPr/>
      </dsp:nvSpPr>
      <dsp:spPr>
        <a:xfrm>
          <a:off x="1801458" y="1915317"/>
          <a:ext cx="201949" cy="579703"/>
        </a:xfrm>
        <a:custGeom>
          <a:avLst/>
          <a:gdLst/>
          <a:ahLst/>
          <a:cxnLst/>
          <a:rect l="0" t="0" r="0" b="0"/>
          <a:pathLst>
            <a:path>
              <a:moveTo>
                <a:pt x="0" y="0"/>
              </a:moveTo>
              <a:lnTo>
                <a:pt x="0" y="579703"/>
              </a:lnTo>
              <a:lnTo>
                <a:pt x="201949" y="579703"/>
              </a:lnTo>
            </a:path>
          </a:pathLst>
        </a:custGeom>
        <a:noFill/>
        <a:ln w="12700" cap="flat" cmpd="sng" algn="in">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30A672C-338B-49F4-9CBA-FFD0966FFC76}">
      <dsp:nvSpPr>
        <dsp:cNvPr id="0" name=""/>
        <dsp:cNvSpPr/>
      </dsp:nvSpPr>
      <dsp:spPr>
        <a:xfrm>
          <a:off x="2294270" y="921983"/>
          <a:ext cx="91440" cy="320162"/>
        </a:xfrm>
        <a:custGeom>
          <a:avLst/>
          <a:gdLst/>
          <a:ahLst/>
          <a:cxnLst/>
          <a:rect l="0" t="0" r="0" b="0"/>
          <a:pathLst>
            <a:path>
              <a:moveTo>
                <a:pt x="45720" y="0"/>
              </a:moveTo>
              <a:lnTo>
                <a:pt x="45720" y="320162"/>
              </a:lnTo>
            </a:path>
          </a:pathLst>
        </a:custGeom>
        <a:noFill/>
        <a:ln w="12700" cap="flat" cmpd="sng" algn="in">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FBFB677-CAFC-4F5E-914D-CCA45AC12E35}">
      <dsp:nvSpPr>
        <dsp:cNvPr id="0" name=""/>
        <dsp:cNvSpPr/>
      </dsp:nvSpPr>
      <dsp:spPr>
        <a:xfrm>
          <a:off x="134968" y="1915317"/>
          <a:ext cx="201949" cy="1418947"/>
        </a:xfrm>
        <a:custGeom>
          <a:avLst/>
          <a:gdLst/>
          <a:ahLst/>
          <a:cxnLst/>
          <a:rect l="0" t="0" r="0" b="0"/>
          <a:pathLst>
            <a:path>
              <a:moveTo>
                <a:pt x="0" y="0"/>
              </a:moveTo>
              <a:lnTo>
                <a:pt x="0" y="1418947"/>
              </a:lnTo>
              <a:lnTo>
                <a:pt x="201949" y="1418947"/>
              </a:lnTo>
            </a:path>
          </a:pathLst>
        </a:custGeom>
        <a:noFill/>
        <a:ln w="12700" cap="flat" cmpd="sng" algn="in">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0FA32DB-C165-45A6-95EC-C481C2AB96C8}">
      <dsp:nvSpPr>
        <dsp:cNvPr id="0" name=""/>
        <dsp:cNvSpPr/>
      </dsp:nvSpPr>
      <dsp:spPr>
        <a:xfrm>
          <a:off x="134968" y="1915317"/>
          <a:ext cx="201949" cy="579703"/>
        </a:xfrm>
        <a:custGeom>
          <a:avLst/>
          <a:gdLst/>
          <a:ahLst/>
          <a:cxnLst/>
          <a:rect l="0" t="0" r="0" b="0"/>
          <a:pathLst>
            <a:path>
              <a:moveTo>
                <a:pt x="0" y="0"/>
              </a:moveTo>
              <a:lnTo>
                <a:pt x="0" y="579703"/>
              </a:lnTo>
              <a:lnTo>
                <a:pt x="201949" y="579703"/>
              </a:lnTo>
            </a:path>
          </a:pathLst>
        </a:custGeom>
        <a:noFill/>
        <a:ln w="12700" cap="flat" cmpd="sng" algn="in">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A02432-27CF-4AE9-930B-14CBDBB86B8B}">
      <dsp:nvSpPr>
        <dsp:cNvPr id="0" name=""/>
        <dsp:cNvSpPr/>
      </dsp:nvSpPr>
      <dsp:spPr>
        <a:xfrm>
          <a:off x="673499" y="921983"/>
          <a:ext cx="1666490" cy="320162"/>
        </a:xfrm>
        <a:custGeom>
          <a:avLst/>
          <a:gdLst/>
          <a:ahLst/>
          <a:cxnLst/>
          <a:rect l="0" t="0" r="0" b="0"/>
          <a:pathLst>
            <a:path>
              <a:moveTo>
                <a:pt x="1666490" y="0"/>
              </a:moveTo>
              <a:lnTo>
                <a:pt x="1666490" y="160081"/>
              </a:lnTo>
              <a:lnTo>
                <a:pt x="0" y="160081"/>
              </a:lnTo>
              <a:lnTo>
                <a:pt x="0" y="320162"/>
              </a:lnTo>
            </a:path>
          </a:pathLst>
        </a:custGeom>
        <a:noFill/>
        <a:ln w="12700" cap="flat" cmpd="sng" algn="in">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E047548-577D-418E-BB3A-5006280FE0AA}">
      <dsp:nvSpPr>
        <dsp:cNvPr id="0" name=""/>
        <dsp:cNvSpPr/>
      </dsp:nvSpPr>
      <dsp:spPr>
        <a:xfrm>
          <a:off x="1577698" y="159691"/>
          <a:ext cx="1524582" cy="762291"/>
        </a:xfrm>
        <a:prstGeom prst="rect">
          <a:avLst/>
        </a:prstGeom>
        <a:solidFill>
          <a:schemeClr val="tx2"/>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nl-NL" sz="3200" kern="1200" dirty="0"/>
            <a:t>Directie</a:t>
          </a:r>
          <a:endParaRPr lang="en-US" sz="4000" kern="1200" dirty="0"/>
        </a:p>
      </dsp:txBody>
      <dsp:txXfrm>
        <a:off x="1577698" y="159691"/>
        <a:ext cx="1524582" cy="762291"/>
      </dsp:txXfrm>
    </dsp:sp>
    <dsp:sp modelId="{02E159CD-5E26-4BD2-8EC2-FEC081B283AC}">
      <dsp:nvSpPr>
        <dsp:cNvPr id="0" name=""/>
        <dsp:cNvSpPr/>
      </dsp:nvSpPr>
      <dsp:spPr>
        <a:xfrm>
          <a:off x="335" y="1242145"/>
          <a:ext cx="1346328" cy="673171"/>
        </a:xfrm>
        <a:prstGeom prst="rect">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nl-NL" sz="2000" kern="1200" dirty="0"/>
            <a:t>Teamleider A</a:t>
          </a:r>
          <a:endParaRPr lang="en-US" sz="2000" kern="1200" dirty="0"/>
        </a:p>
      </dsp:txBody>
      <dsp:txXfrm>
        <a:off x="335" y="1242145"/>
        <a:ext cx="1346328" cy="673171"/>
      </dsp:txXfrm>
    </dsp:sp>
    <dsp:sp modelId="{98E27C55-915F-4C0A-8A06-FFAD43080596}">
      <dsp:nvSpPr>
        <dsp:cNvPr id="0" name=""/>
        <dsp:cNvSpPr/>
      </dsp:nvSpPr>
      <dsp:spPr>
        <a:xfrm>
          <a:off x="336917" y="2235479"/>
          <a:ext cx="1208429" cy="519082"/>
        </a:xfrm>
        <a:prstGeom prst="rect">
          <a:avLst/>
        </a:prstGeom>
        <a:solidFill>
          <a:schemeClr val="accent6">
            <a:lumMod val="7500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nl-NL" sz="2000" kern="1200" dirty="0"/>
            <a:t>Teamleden A1</a:t>
          </a:r>
          <a:endParaRPr lang="en-US" sz="2000" kern="1200" dirty="0"/>
        </a:p>
      </dsp:txBody>
      <dsp:txXfrm>
        <a:off x="336917" y="2235479"/>
        <a:ext cx="1208429" cy="519082"/>
      </dsp:txXfrm>
    </dsp:sp>
    <dsp:sp modelId="{F8894053-662F-4EDD-89F5-E4BC74C558A9}">
      <dsp:nvSpPr>
        <dsp:cNvPr id="0" name=""/>
        <dsp:cNvSpPr/>
      </dsp:nvSpPr>
      <dsp:spPr>
        <a:xfrm>
          <a:off x="336917" y="3074724"/>
          <a:ext cx="1208429" cy="519082"/>
        </a:xfrm>
        <a:prstGeom prst="rect">
          <a:avLst/>
        </a:prstGeom>
        <a:solidFill>
          <a:schemeClr val="accent6">
            <a:lumMod val="7500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nl-NL" sz="2000" kern="1200" dirty="0"/>
            <a:t>Teamleden A2</a:t>
          </a:r>
          <a:endParaRPr lang="en-US" sz="2000" kern="1200" dirty="0"/>
        </a:p>
      </dsp:txBody>
      <dsp:txXfrm>
        <a:off x="336917" y="3074724"/>
        <a:ext cx="1208429" cy="519082"/>
      </dsp:txXfrm>
    </dsp:sp>
    <dsp:sp modelId="{08F128D2-8464-45A7-B52A-F7A4BBEFFDE4}">
      <dsp:nvSpPr>
        <dsp:cNvPr id="0" name=""/>
        <dsp:cNvSpPr/>
      </dsp:nvSpPr>
      <dsp:spPr>
        <a:xfrm>
          <a:off x="1666826" y="1242145"/>
          <a:ext cx="1346328" cy="673171"/>
        </a:xfrm>
        <a:prstGeom prst="rect">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nl-NL" sz="2000" kern="1200" dirty="0"/>
            <a:t>Teamleider B</a:t>
          </a:r>
          <a:endParaRPr lang="en-US" sz="2000" kern="1200" dirty="0"/>
        </a:p>
      </dsp:txBody>
      <dsp:txXfrm>
        <a:off x="1666826" y="1242145"/>
        <a:ext cx="1346328" cy="673171"/>
      </dsp:txXfrm>
    </dsp:sp>
    <dsp:sp modelId="{BE1B9A6A-ECEA-425E-AD2D-47FC4F4E4D70}">
      <dsp:nvSpPr>
        <dsp:cNvPr id="0" name=""/>
        <dsp:cNvSpPr/>
      </dsp:nvSpPr>
      <dsp:spPr>
        <a:xfrm>
          <a:off x="2003408" y="2235479"/>
          <a:ext cx="1208429" cy="519082"/>
        </a:xfrm>
        <a:prstGeom prst="rect">
          <a:avLst/>
        </a:prstGeom>
        <a:solidFill>
          <a:schemeClr val="accent6">
            <a:lumMod val="7500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nl-NL" sz="2000" kern="1200" dirty="0"/>
            <a:t>Teamleden B1</a:t>
          </a:r>
          <a:endParaRPr lang="en-US" sz="2000" kern="1200" dirty="0"/>
        </a:p>
      </dsp:txBody>
      <dsp:txXfrm>
        <a:off x="2003408" y="2235479"/>
        <a:ext cx="1208429" cy="519082"/>
      </dsp:txXfrm>
    </dsp:sp>
    <dsp:sp modelId="{3B03EADF-E47B-419E-BD57-3328DA624CF2}">
      <dsp:nvSpPr>
        <dsp:cNvPr id="0" name=""/>
        <dsp:cNvSpPr/>
      </dsp:nvSpPr>
      <dsp:spPr>
        <a:xfrm>
          <a:off x="2003408" y="3074724"/>
          <a:ext cx="1208429" cy="519082"/>
        </a:xfrm>
        <a:prstGeom prst="rect">
          <a:avLst/>
        </a:prstGeom>
        <a:solidFill>
          <a:schemeClr val="accent6">
            <a:lumMod val="7500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nl-NL" sz="2000" kern="1200" dirty="0"/>
            <a:t>Teamleden B2</a:t>
          </a:r>
          <a:endParaRPr lang="en-US" sz="2000" kern="1200" dirty="0"/>
        </a:p>
      </dsp:txBody>
      <dsp:txXfrm>
        <a:off x="2003408" y="3074724"/>
        <a:ext cx="1208429" cy="519082"/>
      </dsp:txXfrm>
    </dsp:sp>
    <dsp:sp modelId="{2CA47398-EF80-444C-8E10-38AB1A59836A}">
      <dsp:nvSpPr>
        <dsp:cNvPr id="0" name=""/>
        <dsp:cNvSpPr/>
      </dsp:nvSpPr>
      <dsp:spPr>
        <a:xfrm>
          <a:off x="3333316" y="1242145"/>
          <a:ext cx="1346328" cy="673171"/>
        </a:xfrm>
        <a:prstGeom prst="rect">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nl-NL" sz="2000" kern="1200" dirty="0"/>
            <a:t>Teamleider C</a:t>
          </a:r>
          <a:endParaRPr lang="en-US" sz="2000" kern="1200" dirty="0"/>
        </a:p>
      </dsp:txBody>
      <dsp:txXfrm>
        <a:off x="3333316" y="1242145"/>
        <a:ext cx="1346328" cy="673171"/>
      </dsp:txXfrm>
    </dsp:sp>
    <dsp:sp modelId="{8DD7C16D-514F-436C-B08E-C07FD8F4DF62}">
      <dsp:nvSpPr>
        <dsp:cNvPr id="0" name=""/>
        <dsp:cNvSpPr/>
      </dsp:nvSpPr>
      <dsp:spPr>
        <a:xfrm>
          <a:off x="3669898" y="2235479"/>
          <a:ext cx="1208429" cy="519082"/>
        </a:xfrm>
        <a:prstGeom prst="rect">
          <a:avLst/>
        </a:prstGeom>
        <a:solidFill>
          <a:schemeClr val="accent6">
            <a:lumMod val="7500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nl-NL" sz="2000" kern="1200" dirty="0"/>
            <a:t>Teamleden C1</a:t>
          </a:r>
          <a:endParaRPr lang="en-US" sz="2000" kern="1200" dirty="0"/>
        </a:p>
      </dsp:txBody>
      <dsp:txXfrm>
        <a:off x="3669898" y="2235479"/>
        <a:ext cx="1208429" cy="519082"/>
      </dsp:txXfrm>
    </dsp:sp>
    <dsp:sp modelId="{3C6CE83D-5FF4-4A12-9944-1B800A6782D3}">
      <dsp:nvSpPr>
        <dsp:cNvPr id="0" name=""/>
        <dsp:cNvSpPr/>
      </dsp:nvSpPr>
      <dsp:spPr>
        <a:xfrm>
          <a:off x="3669898" y="3074724"/>
          <a:ext cx="1208429" cy="519082"/>
        </a:xfrm>
        <a:prstGeom prst="rect">
          <a:avLst/>
        </a:prstGeom>
        <a:solidFill>
          <a:schemeClr val="accent6">
            <a:lumMod val="7500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nl-NL" sz="2000" kern="1200" dirty="0"/>
            <a:t>Teamleden C2</a:t>
          </a:r>
          <a:endParaRPr lang="en-US" sz="2000" kern="1200" dirty="0"/>
        </a:p>
      </dsp:txBody>
      <dsp:txXfrm>
        <a:off x="3669898" y="3074724"/>
        <a:ext cx="1208429" cy="51908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4EE769-BB2C-4D4B-AB10-87301F6AE292}">
      <dsp:nvSpPr>
        <dsp:cNvPr id="0" name=""/>
        <dsp:cNvSpPr/>
      </dsp:nvSpPr>
      <dsp:spPr>
        <a:xfrm>
          <a:off x="2384844" y="1317127"/>
          <a:ext cx="138876" cy="975783"/>
        </a:xfrm>
        <a:custGeom>
          <a:avLst/>
          <a:gdLst/>
          <a:ahLst/>
          <a:cxnLst/>
          <a:rect l="0" t="0" r="0" b="0"/>
          <a:pathLst>
            <a:path>
              <a:moveTo>
                <a:pt x="0" y="0"/>
              </a:moveTo>
              <a:lnTo>
                <a:pt x="0" y="975783"/>
              </a:lnTo>
              <a:lnTo>
                <a:pt x="138876" y="975783"/>
              </a:lnTo>
            </a:path>
          </a:pathLst>
        </a:custGeom>
        <a:noFill/>
        <a:ln w="12700" cap="flat" cmpd="sng" algn="in">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2B23786-5590-4D28-B906-052C426BCCCE}">
      <dsp:nvSpPr>
        <dsp:cNvPr id="0" name=""/>
        <dsp:cNvSpPr/>
      </dsp:nvSpPr>
      <dsp:spPr>
        <a:xfrm>
          <a:off x="2384844" y="1317127"/>
          <a:ext cx="138876" cy="398651"/>
        </a:xfrm>
        <a:custGeom>
          <a:avLst/>
          <a:gdLst/>
          <a:ahLst/>
          <a:cxnLst/>
          <a:rect l="0" t="0" r="0" b="0"/>
          <a:pathLst>
            <a:path>
              <a:moveTo>
                <a:pt x="0" y="0"/>
              </a:moveTo>
              <a:lnTo>
                <a:pt x="0" y="398651"/>
              </a:lnTo>
              <a:lnTo>
                <a:pt x="138876" y="398651"/>
              </a:lnTo>
            </a:path>
          </a:pathLst>
        </a:custGeom>
        <a:noFill/>
        <a:ln w="12700" cap="flat" cmpd="sng" algn="in">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CC7C944-722E-4675-9EAB-0E3915F82EA7}">
      <dsp:nvSpPr>
        <dsp:cNvPr id="0" name=""/>
        <dsp:cNvSpPr/>
      </dsp:nvSpPr>
      <dsp:spPr>
        <a:xfrm>
          <a:off x="1609167" y="634030"/>
          <a:ext cx="1146014" cy="220169"/>
        </a:xfrm>
        <a:custGeom>
          <a:avLst/>
          <a:gdLst/>
          <a:ahLst/>
          <a:cxnLst/>
          <a:rect l="0" t="0" r="0" b="0"/>
          <a:pathLst>
            <a:path>
              <a:moveTo>
                <a:pt x="0" y="0"/>
              </a:moveTo>
              <a:lnTo>
                <a:pt x="0" y="110084"/>
              </a:lnTo>
              <a:lnTo>
                <a:pt x="1146014" y="110084"/>
              </a:lnTo>
              <a:lnTo>
                <a:pt x="1146014" y="220169"/>
              </a:lnTo>
            </a:path>
          </a:pathLst>
        </a:custGeom>
        <a:noFill/>
        <a:ln w="12700" cap="flat" cmpd="sng" algn="in">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AA01B84-575F-48DB-B915-285A970AF514}">
      <dsp:nvSpPr>
        <dsp:cNvPr id="0" name=""/>
        <dsp:cNvSpPr/>
      </dsp:nvSpPr>
      <dsp:spPr>
        <a:xfrm>
          <a:off x="1238829" y="1317127"/>
          <a:ext cx="138876" cy="975783"/>
        </a:xfrm>
        <a:custGeom>
          <a:avLst/>
          <a:gdLst/>
          <a:ahLst/>
          <a:cxnLst/>
          <a:rect l="0" t="0" r="0" b="0"/>
          <a:pathLst>
            <a:path>
              <a:moveTo>
                <a:pt x="0" y="0"/>
              </a:moveTo>
              <a:lnTo>
                <a:pt x="0" y="975783"/>
              </a:lnTo>
              <a:lnTo>
                <a:pt x="138876" y="975783"/>
              </a:lnTo>
            </a:path>
          </a:pathLst>
        </a:custGeom>
        <a:noFill/>
        <a:ln w="12700" cap="flat" cmpd="sng" algn="in">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9CC0A07-A9F0-4E02-97F2-29FEC84CF6FC}">
      <dsp:nvSpPr>
        <dsp:cNvPr id="0" name=""/>
        <dsp:cNvSpPr/>
      </dsp:nvSpPr>
      <dsp:spPr>
        <a:xfrm>
          <a:off x="1238829" y="1317127"/>
          <a:ext cx="138876" cy="398651"/>
        </a:xfrm>
        <a:custGeom>
          <a:avLst/>
          <a:gdLst/>
          <a:ahLst/>
          <a:cxnLst/>
          <a:rect l="0" t="0" r="0" b="0"/>
          <a:pathLst>
            <a:path>
              <a:moveTo>
                <a:pt x="0" y="0"/>
              </a:moveTo>
              <a:lnTo>
                <a:pt x="0" y="398651"/>
              </a:lnTo>
              <a:lnTo>
                <a:pt x="138876" y="398651"/>
              </a:lnTo>
            </a:path>
          </a:pathLst>
        </a:custGeom>
        <a:noFill/>
        <a:ln w="12700" cap="flat" cmpd="sng" algn="in">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30A672C-338B-49F4-9CBA-FFD0966FFC76}">
      <dsp:nvSpPr>
        <dsp:cNvPr id="0" name=""/>
        <dsp:cNvSpPr/>
      </dsp:nvSpPr>
      <dsp:spPr>
        <a:xfrm>
          <a:off x="1563447" y="634030"/>
          <a:ext cx="91440" cy="220169"/>
        </a:xfrm>
        <a:custGeom>
          <a:avLst/>
          <a:gdLst/>
          <a:ahLst/>
          <a:cxnLst/>
          <a:rect l="0" t="0" r="0" b="0"/>
          <a:pathLst>
            <a:path>
              <a:moveTo>
                <a:pt x="45720" y="0"/>
              </a:moveTo>
              <a:lnTo>
                <a:pt x="45720" y="220169"/>
              </a:lnTo>
            </a:path>
          </a:pathLst>
        </a:custGeom>
        <a:noFill/>
        <a:ln w="12700" cap="flat" cmpd="sng" algn="in">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FBFB677-CAFC-4F5E-914D-CCA45AC12E35}">
      <dsp:nvSpPr>
        <dsp:cNvPr id="0" name=""/>
        <dsp:cNvSpPr/>
      </dsp:nvSpPr>
      <dsp:spPr>
        <a:xfrm>
          <a:off x="92815" y="1317127"/>
          <a:ext cx="138876" cy="975783"/>
        </a:xfrm>
        <a:custGeom>
          <a:avLst/>
          <a:gdLst/>
          <a:ahLst/>
          <a:cxnLst/>
          <a:rect l="0" t="0" r="0" b="0"/>
          <a:pathLst>
            <a:path>
              <a:moveTo>
                <a:pt x="0" y="0"/>
              </a:moveTo>
              <a:lnTo>
                <a:pt x="0" y="975783"/>
              </a:lnTo>
              <a:lnTo>
                <a:pt x="138876" y="975783"/>
              </a:lnTo>
            </a:path>
          </a:pathLst>
        </a:custGeom>
        <a:noFill/>
        <a:ln w="12700" cap="flat" cmpd="sng" algn="in">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0FA32DB-C165-45A6-95EC-C481C2AB96C8}">
      <dsp:nvSpPr>
        <dsp:cNvPr id="0" name=""/>
        <dsp:cNvSpPr/>
      </dsp:nvSpPr>
      <dsp:spPr>
        <a:xfrm>
          <a:off x="92815" y="1317127"/>
          <a:ext cx="138876" cy="398651"/>
        </a:xfrm>
        <a:custGeom>
          <a:avLst/>
          <a:gdLst/>
          <a:ahLst/>
          <a:cxnLst/>
          <a:rect l="0" t="0" r="0" b="0"/>
          <a:pathLst>
            <a:path>
              <a:moveTo>
                <a:pt x="0" y="0"/>
              </a:moveTo>
              <a:lnTo>
                <a:pt x="0" y="398651"/>
              </a:lnTo>
              <a:lnTo>
                <a:pt x="138876" y="398651"/>
              </a:lnTo>
            </a:path>
          </a:pathLst>
        </a:custGeom>
        <a:noFill/>
        <a:ln w="12700" cap="flat" cmpd="sng" algn="in">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A02432-27CF-4AE9-930B-14CBDBB86B8B}">
      <dsp:nvSpPr>
        <dsp:cNvPr id="0" name=""/>
        <dsp:cNvSpPr/>
      </dsp:nvSpPr>
      <dsp:spPr>
        <a:xfrm>
          <a:off x="463153" y="634030"/>
          <a:ext cx="1146014" cy="220169"/>
        </a:xfrm>
        <a:custGeom>
          <a:avLst/>
          <a:gdLst/>
          <a:ahLst/>
          <a:cxnLst/>
          <a:rect l="0" t="0" r="0" b="0"/>
          <a:pathLst>
            <a:path>
              <a:moveTo>
                <a:pt x="1146014" y="0"/>
              </a:moveTo>
              <a:lnTo>
                <a:pt x="1146014" y="110084"/>
              </a:lnTo>
              <a:lnTo>
                <a:pt x="0" y="110084"/>
              </a:lnTo>
              <a:lnTo>
                <a:pt x="0" y="220169"/>
              </a:lnTo>
            </a:path>
          </a:pathLst>
        </a:custGeom>
        <a:noFill/>
        <a:ln w="12700" cap="flat" cmpd="sng" algn="in">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E047548-577D-418E-BB3A-5006280FE0AA}">
      <dsp:nvSpPr>
        <dsp:cNvPr id="0" name=""/>
        <dsp:cNvSpPr/>
      </dsp:nvSpPr>
      <dsp:spPr>
        <a:xfrm>
          <a:off x="1084954" y="109816"/>
          <a:ext cx="1048426" cy="524213"/>
        </a:xfrm>
        <a:prstGeom prst="rect">
          <a:avLst/>
        </a:prstGeom>
        <a:solidFill>
          <a:schemeClr val="tx2"/>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nl-NL" sz="2400" kern="1200" dirty="0"/>
            <a:t>Directie</a:t>
          </a:r>
          <a:endParaRPr lang="en-US" sz="3200" kern="1200" dirty="0"/>
        </a:p>
      </dsp:txBody>
      <dsp:txXfrm>
        <a:off x="1084954" y="109816"/>
        <a:ext cx="1048426" cy="524213"/>
      </dsp:txXfrm>
    </dsp:sp>
    <dsp:sp modelId="{02E159CD-5E26-4BD2-8EC2-FEC081B283AC}">
      <dsp:nvSpPr>
        <dsp:cNvPr id="0" name=""/>
        <dsp:cNvSpPr/>
      </dsp:nvSpPr>
      <dsp:spPr>
        <a:xfrm>
          <a:off x="230" y="854199"/>
          <a:ext cx="925844" cy="462927"/>
        </a:xfrm>
        <a:prstGeom prst="rect">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nl-NL" sz="1800" kern="1200" dirty="0"/>
            <a:t>Afdeling A</a:t>
          </a:r>
          <a:endParaRPr lang="en-US" sz="1800" kern="1200" dirty="0"/>
        </a:p>
      </dsp:txBody>
      <dsp:txXfrm>
        <a:off x="230" y="854199"/>
        <a:ext cx="925844" cy="462927"/>
      </dsp:txXfrm>
    </dsp:sp>
    <dsp:sp modelId="{98E27C55-915F-4C0A-8A06-FFAD43080596}">
      <dsp:nvSpPr>
        <dsp:cNvPr id="0" name=""/>
        <dsp:cNvSpPr/>
      </dsp:nvSpPr>
      <dsp:spPr>
        <a:xfrm>
          <a:off x="231691" y="1537297"/>
          <a:ext cx="831014" cy="356963"/>
        </a:xfrm>
        <a:prstGeom prst="rect">
          <a:avLst/>
        </a:prstGeom>
        <a:solidFill>
          <a:schemeClr val="accent6">
            <a:lumMod val="7500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nl-NL" sz="1800" kern="1200" dirty="0"/>
            <a:t>TeamA1</a:t>
          </a:r>
          <a:endParaRPr lang="en-US" sz="1800" kern="1200" dirty="0"/>
        </a:p>
      </dsp:txBody>
      <dsp:txXfrm>
        <a:off x="231691" y="1537297"/>
        <a:ext cx="831014" cy="356963"/>
      </dsp:txXfrm>
    </dsp:sp>
    <dsp:sp modelId="{F8894053-662F-4EDD-89F5-E4BC74C558A9}">
      <dsp:nvSpPr>
        <dsp:cNvPr id="0" name=""/>
        <dsp:cNvSpPr/>
      </dsp:nvSpPr>
      <dsp:spPr>
        <a:xfrm>
          <a:off x="231691" y="2114430"/>
          <a:ext cx="831014" cy="356963"/>
        </a:xfrm>
        <a:prstGeom prst="rect">
          <a:avLst/>
        </a:prstGeom>
        <a:solidFill>
          <a:schemeClr val="accent6">
            <a:lumMod val="7500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nl-NL" sz="1800" kern="1200" dirty="0"/>
            <a:t>Team A2</a:t>
          </a:r>
          <a:endParaRPr lang="en-US" sz="1800" kern="1200" dirty="0"/>
        </a:p>
      </dsp:txBody>
      <dsp:txXfrm>
        <a:off x="231691" y="2114430"/>
        <a:ext cx="831014" cy="356963"/>
      </dsp:txXfrm>
    </dsp:sp>
    <dsp:sp modelId="{08F128D2-8464-45A7-B52A-F7A4BBEFFDE4}">
      <dsp:nvSpPr>
        <dsp:cNvPr id="0" name=""/>
        <dsp:cNvSpPr/>
      </dsp:nvSpPr>
      <dsp:spPr>
        <a:xfrm>
          <a:off x="1146245" y="854199"/>
          <a:ext cx="925844" cy="462927"/>
        </a:xfrm>
        <a:prstGeom prst="rect">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nl-NL" sz="1800" kern="1200" dirty="0"/>
            <a:t>Afdeling B</a:t>
          </a:r>
          <a:endParaRPr lang="en-US" sz="1800" kern="1200" dirty="0"/>
        </a:p>
      </dsp:txBody>
      <dsp:txXfrm>
        <a:off x="1146245" y="854199"/>
        <a:ext cx="925844" cy="462927"/>
      </dsp:txXfrm>
    </dsp:sp>
    <dsp:sp modelId="{BE1B9A6A-ECEA-425E-AD2D-47FC4F4E4D70}">
      <dsp:nvSpPr>
        <dsp:cNvPr id="0" name=""/>
        <dsp:cNvSpPr/>
      </dsp:nvSpPr>
      <dsp:spPr>
        <a:xfrm>
          <a:off x="1377706" y="1537297"/>
          <a:ext cx="831014" cy="356963"/>
        </a:xfrm>
        <a:prstGeom prst="rect">
          <a:avLst/>
        </a:prstGeom>
        <a:solidFill>
          <a:schemeClr val="accent6">
            <a:lumMod val="7500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nl-NL" sz="1800" kern="1200" dirty="0"/>
            <a:t>Team B1</a:t>
          </a:r>
          <a:endParaRPr lang="en-US" sz="1800" kern="1200" dirty="0"/>
        </a:p>
      </dsp:txBody>
      <dsp:txXfrm>
        <a:off x="1377706" y="1537297"/>
        <a:ext cx="831014" cy="356963"/>
      </dsp:txXfrm>
    </dsp:sp>
    <dsp:sp modelId="{3B03EADF-E47B-419E-BD57-3328DA624CF2}">
      <dsp:nvSpPr>
        <dsp:cNvPr id="0" name=""/>
        <dsp:cNvSpPr/>
      </dsp:nvSpPr>
      <dsp:spPr>
        <a:xfrm>
          <a:off x="1377706" y="2114430"/>
          <a:ext cx="831014" cy="356963"/>
        </a:xfrm>
        <a:prstGeom prst="rect">
          <a:avLst/>
        </a:prstGeom>
        <a:solidFill>
          <a:schemeClr val="accent6">
            <a:lumMod val="7500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nl-NL" sz="1800" kern="1200" dirty="0"/>
            <a:t>Team B2</a:t>
          </a:r>
          <a:endParaRPr lang="en-US" sz="1800" kern="1200" dirty="0"/>
        </a:p>
      </dsp:txBody>
      <dsp:txXfrm>
        <a:off x="1377706" y="2114430"/>
        <a:ext cx="831014" cy="356963"/>
      </dsp:txXfrm>
    </dsp:sp>
    <dsp:sp modelId="{2CA47398-EF80-444C-8E10-38AB1A59836A}">
      <dsp:nvSpPr>
        <dsp:cNvPr id="0" name=""/>
        <dsp:cNvSpPr/>
      </dsp:nvSpPr>
      <dsp:spPr>
        <a:xfrm>
          <a:off x="2292259" y="854199"/>
          <a:ext cx="925844" cy="462927"/>
        </a:xfrm>
        <a:prstGeom prst="rect">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nl-NL" sz="1800" kern="1200" dirty="0"/>
            <a:t>Afdeling C</a:t>
          </a:r>
          <a:endParaRPr lang="en-US" sz="1800" kern="1200" dirty="0"/>
        </a:p>
      </dsp:txBody>
      <dsp:txXfrm>
        <a:off x="2292259" y="854199"/>
        <a:ext cx="925844" cy="462927"/>
      </dsp:txXfrm>
    </dsp:sp>
    <dsp:sp modelId="{8DD7C16D-514F-436C-B08E-C07FD8F4DF62}">
      <dsp:nvSpPr>
        <dsp:cNvPr id="0" name=""/>
        <dsp:cNvSpPr/>
      </dsp:nvSpPr>
      <dsp:spPr>
        <a:xfrm>
          <a:off x="2523720" y="1537297"/>
          <a:ext cx="831014" cy="356963"/>
        </a:xfrm>
        <a:prstGeom prst="rect">
          <a:avLst/>
        </a:prstGeom>
        <a:solidFill>
          <a:schemeClr val="accent6">
            <a:lumMod val="7500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nl-NL" sz="1800" kern="1200" dirty="0"/>
            <a:t>Team C1</a:t>
          </a:r>
          <a:endParaRPr lang="en-US" sz="1800" kern="1200" dirty="0"/>
        </a:p>
      </dsp:txBody>
      <dsp:txXfrm>
        <a:off x="2523720" y="1537297"/>
        <a:ext cx="831014" cy="356963"/>
      </dsp:txXfrm>
    </dsp:sp>
    <dsp:sp modelId="{3C6CE83D-5FF4-4A12-9944-1B800A6782D3}">
      <dsp:nvSpPr>
        <dsp:cNvPr id="0" name=""/>
        <dsp:cNvSpPr/>
      </dsp:nvSpPr>
      <dsp:spPr>
        <a:xfrm>
          <a:off x="2523720" y="2114430"/>
          <a:ext cx="831014" cy="356963"/>
        </a:xfrm>
        <a:prstGeom prst="rect">
          <a:avLst/>
        </a:prstGeom>
        <a:solidFill>
          <a:schemeClr val="accent6">
            <a:lumMod val="7500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nl-NL" sz="1800" kern="1200" dirty="0"/>
            <a:t>Team C2</a:t>
          </a:r>
          <a:endParaRPr lang="en-US" sz="1800" kern="1200" dirty="0"/>
        </a:p>
      </dsp:txBody>
      <dsp:txXfrm>
        <a:off x="2523720" y="2114430"/>
        <a:ext cx="831014" cy="35696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4EE769-BB2C-4D4B-AB10-87301F6AE292}">
      <dsp:nvSpPr>
        <dsp:cNvPr id="0" name=""/>
        <dsp:cNvSpPr/>
      </dsp:nvSpPr>
      <dsp:spPr>
        <a:xfrm>
          <a:off x="3264227" y="1802802"/>
          <a:ext cx="190085" cy="1335592"/>
        </a:xfrm>
        <a:custGeom>
          <a:avLst/>
          <a:gdLst/>
          <a:ahLst/>
          <a:cxnLst/>
          <a:rect l="0" t="0" r="0" b="0"/>
          <a:pathLst>
            <a:path>
              <a:moveTo>
                <a:pt x="0" y="0"/>
              </a:moveTo>
              <a:lnTo>
                <a:pt x="0" y="1335592"/>
              </a:lnTo>
              <a:lnTo>
                <a:pt x="190085" y="1335592"/>
              </a:lnTo>
            </a:path>
          </a:pathLst>
        </a:custGeom>
        <a:noFill/>
        <a:ln w="12700" cap="flat" cmpd="sng" algn="in">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2B23786-5590-4D28-B906-052C426BCCCE}">
      <dsp:nvSpPr>
        <dsp:cNvPr id="0" name=""/>
        <dsp:cNvSpPr/>
      </dsp:nvSpPr>
      <dsp:spPr>
        <a:xfrm>
          <a:off x="3264227" y="1802802"/>
          <a:ext cx="190085" cy="545649"/>
        </a:xfrm>
        <a:custGeom>
          <a:avLst/>
          <a:gdLst/>
          <a:ahLst/>
          <a:cxnLst/>
          <a:rect l="0" t="0" r="0" b="0"/>
          <a:pathLst>
            <a:path>
              <a:moveTo>
                <a:pt x="0" y="0"/>
              </a:moveTo>
              <a:lnTo>
                <a:pt x="0" y="545649"/>
              </a:lnTo>
              <a:lnTo>
                <a:pt x="190085" y="545649"/>
              </a:lnTo>
            </a:path>
          </a:pathLst>
        </a:custGeom>
        <a:noFill/>
        <a:ln w="12700" cap="flat" cmpd="sng" algn="in">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CC7C944-722E-4675-9EAB-0E3915F82EA7}">
      <dsp:nvSpPr>
        <dsp:cNvPr id="0" name=""/>
        <dsp:cNvSpPr/>
      </dsp:nvSpPr>
      <dsp:spPr>
        <a:xfrm>
          <a:off x="2202528" y="867821"/>
          <a:ext cx="1568593" cy="301354"/>
        </a:xfrm>
        <a:custGeom>
          <a:avLst/>
          <a:gdLst/>
          <a:ahLst/>
          <a:cxnLst/>
          <a:rect l="0" t="0" r="0" b="0"/>
          <a:pathLst>
            <a:path>
              <a:moveTo>
                <a:pt x="0" y="0"/>
              </a:moveTo>
              <a:lnTo>
                <a:pt x="0" y="150677"/>
              </a:lnTo>
              <a:lnTo>
                <a:pt x="1568593" y="150677"/>
              </a:lnTo>
              <a:lnTo>
                <a:pt x="1568593" y="301354"/>
              </a:lnTo>
            </a:path>
          </a:pathLst>
        </a:custGeom>
        <a:noFill/>
        <a:ln w="12700" cap="flat" cmpd="sng" algn="in">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AA01B84-575F-48DB-B915-285A970AF514}">
      <dsp:nvSpPr>
        <dsp:cNvPr id="0" name=""/>
        <dsp:cNvSpPr/>
      </dsp:nvSpPr>
      <dsp:spPr>
        <a:xfrm>
          <a:off x="1695633" y="1802802"/>
          <a:ext cx="190085" cy="1335592"/>
        </a:xfrm>
        <a:custGeom>
          <a:avLst/>
          <a:gdLst/>
          <a:ahLst/>
          <a:cxnLst/>
          <a:rect l="0" t="0" r="0" b="0"/>
          <a:pathLst>
            <a:path>
              <a:moveTo>
                <a:pt x="0" y="0"/>
              </a:moveTo>
              <a:lnTo>
                <a:pt x="0" y="1335592"/>
              </a:lnTo>
              <a:lnTo>
                <a:pt x="190085" y="1335592"/>
              </a:lnTo>
            </a:path>
          </a:pathLst>
        </a:custGeom>
        <a:noFill/>
        <a:ln w="12700" cap="flat" cmpd="sng" algn="in">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9CC0A07-A9F0-4E02-97F2-29FEC84CF6FC}">
      <dsp:nvSpPr>
        <dsp:cNvPr id="0" name=""/>
        <dsp:cNvSpPr/>
      </dsp:nvSpPr>
      <dsp:spPr>
        <a:xfrm>
          <a:off x="1695633" y="1802802"/>
          <a:ext cx="190085" cy="545649"/>
        </a:xfrm>
        <a:custGeom>
          <a:avLst/>
          <a:gdLst/>
          <a:ahLst/>
          <a:cxnLst/>
          <a:rect l="0" t="0" r="0" b="0"/>
          <a:pathLst>
            <a:path>
              <a:moveTo>
                <a:pt x="0" y="0"/>
              </a:moveTo>
              <a:lnTo>
                <a:pt x="0" y="545649"/>
              </a:lnTo>
              <a:lnTo>
                <a:pt x="190085" y="545649"/>
              </a:lnTo>
            </a:path>
          </a:pathLst>
        </a:custGeom>
        <a:noFill/>
        <a:ln w="12700" cap="flat" cmpd="sng" algn="in">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30A672C-338B-49F4-9CBA-FFD0966FFC76}">
      <dsp:nvSpPr>
        <dsp:cNvPr id="0" name=""/>
        <dsp:cNvSpPr/>
      </dsp:nvSpPr>
      <dsp:spPr>
        <a:xfrm>
          <a:off x="2156808" y="867821"/>
          <a:ext cx="91440" cy="301354"/>
        </a:xfrm>
        <a:custGeom>
          <a:avLst/>
          <a:gdLst/>
          <a:ahLst/>
          <a:cxnLst/>
          <a:rect l="0" t="0" r="0" b="0"/>
          <a:pathLst>
            <a:path>
              <a:moveTo>
                <a:pt x="45720" y="0"/>
              </a:moveTo>
              <a:lnTo>
                <a:pt x="45720" y="301354"/>
              </a:lnTo>
            </a:path>
          </a:pathLst>
        </a:custGeom>
        <a:noFill/>
        <a:ln w="12700" cap="flat" cmpd="sng" algn="in">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FBFB677-CAFC-4F5E-914D-CCA45AC12E35}">
      <dsp:nvSpPr>
        <dsp:cNvPr id="0" name=""/>
        <dsp:cNvSpPr/>
      </dsp:nvSpPr>
      <dsp:spPr>
        <a:xfrm>
          <a:off x="127039" y="1802802"/>
          <a:ext cx="190085" cy="1335592"/>
        </a:xfrm>
        <a:custGeom>
          <a:avLst/>
          <a:gdLst/>
          <a:ahLst/>
          <a:cxnLst/>
          <a:rect l="0" t="0" r="0" b="0"/>
          <a:pathLst>
            <a:path>
              <a:moveTo>
                <a:pt x="0" y="0"/>
              </a:moveTo>
              <a:lnTo>
                <a:pt x="0" y="1335592"/>
              </a:lnTo>
              <a:lnTo>
                <a:pt x="190085" y="1335592"/>
              </a:lnTo>
            </a:path>
          </a:pathLst>
        </a:custGeom>
        <a:noFill/>
        <a:ln w="12700" cap="flat" cmpd="sng" algn="in">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0FA32DB-C165-45A6-95EC-C481C2AB96C8}">
      <dsp:nvSpPr>
        <dsp:cNvPr id="0" name=""/>
        <dsp:cNvSpPr/>
      </dsp:nvSpPr>
      <dsp:spPr>
        <a:xfrm>
          <a:off x="127039" y="1802802"/>
          <a:ext cx="190085" cy="545649"/>
        </a:xfrm>
        <a:custGeom>
          <a:avLst/>
          <a:gdLst/>
          <a:ahLst/>
          <a:cxnLst/>
          <a:rect l="0" t="0" r="0" b="0"/>
          <a:pathLst>
            <a:path>
              <a:moveTo>
                <a:pt x="0" y="0"/>
              </a:moveTo>
              <a:lnTo>
                <a:pt x="0" y="545649"/>
              </a:lnTo>
              <a:lnTo>
                <a:pt x="190085" y="545649"/>
              </a:lnTo>
            </a:path>
          </a:pathLst>
        </a:custGeom>
        <a:noFill/>
        <a:ln w="12700" cap="flat" cmpd="sng" algn="in">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A02432-27CF-4AE9-930B-14CBDBB86B8B}">
      <dsp:nvSpPr>
        <dsp:cNvPr id="0" name=""/>
        <dsp:cNvSpPr/>
      </dsp:nvSpPr>
      <dsp:spPr>
        <a:xfrm>
          <a:off x="633935" y="867821"/>
          <a:ext cx="1568593" cy="301354"/>
        </a:xfrm>
        <a:custGeom>
          <a:avLst/>
          <a:gdLst/>
          <a:ahLst/>
          <a:cxnLst/>
          <a:rect l="0" t="0" r="0" b="0"/>
          <a:pathLst>
            <a:path>
              <a:moveTo>
                <a:pt x="1568593" y="0"/>
              </a:moveTo>
              <a:lnTo>
                <a:pt x="1568593" y="150677"/>
              </a:lnTo>
              <a:lnTo>
                <a:pt x="0" y="150677"/>
              </a:lnTo>
              <a:lnTo>
                <a:pt x="0" y="301354"/>
              </a:lnTo>
            </a:path>
          </a:pathLst>
        </a:custGeom>
        <a:noFill/>
        <a:ln w="12700" cap="flat" cmpd="sng" algn="in">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E047548-577D-418E-BB3A-5006280FE0AA}">
      <dsp:nvSpPr>
        <dsp:cNvPr id="0" name=""/>
        <dsp:cNvSpPr/>
      </dsp:nvSpPr>
      <dsp:spPr>
        <a:xfrm>
          <a:off x="1485018" y="150310"/>
          <a:ext cx="1435021" cy="717510"/>
        </a:xfrm>
        <a:prstGeom prst="rect">
          <a:avLst/>
        </a:prstGeom>
        <a:solidFill>
          <a:schemeClr val="tx2"/>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nl-NL" sz="2400" kern="1200" dirty="0"/>
            <a:t>Directie</a:t>
          </a:r>
          <a:endParaRPr lang="en-US" sz="3200" kern="1200" dirty="0"/>
        </a:p>
      </dsp:txBody>
      <dsp:txXfrm>
        <a:off x="1485018" y="150310"/>
        <a:ext cx="1435021" cy="717510"/>
      </dsp:txXfrm>
    </dsp:sp>
    <dsp:sp modelId="{02E159CD-5E26-4BD2-8EC2-FEC081B283AC}">
      <dsp:nvSpPr>
        <dsp:cNvPr id="0" name=""/>
        <dsp:cNvSpPr/>
      </dsp:nvSpPr>
      <dsp:spPr>
        <a:xfrm>
          <a:off x="315" y="1169176"/>
          <a:ext cx="1267239" cy="633626"/>
        </a:xfrm>
        <a:prstGeom prst="rect">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nl-NL" sz="1800" kern="1200" dirty="0" err="1"/>
            <a:t>Afdelings-hoofd</a:t>
          </a:r>
          <a:endParaRPr lang="en-US" sz="1800" kern="1200" dirty="0"/>
        </a:p>
      </dsp:txBody>
      <dsp:txXfrm>
        <a:off x="315" y="1169176"/>
        <a:ext cx="1267239" cy="633626"/>
      </dsp:txXfrm>
    </dsp:sp>
    <dsp:sp modelId="{98E27C55-915F-4C0A-8A06-FFAD43080596}">
      <dsp:nvSpPr>
        <dsp:cNvPr id="0" name=""/>
        <dsp:cNvSpPr/>
      </dsp:nvSpPr>
      <dsp:spPr>
        <a:xfrm>
          <a:off x="317125" y="2104157"/>
          <a:ext cx="1137441" cy="488589"/>
        </a:xfrm>
        <a:prstGeom prst="rect">
          <a:avLst/>
        </a:prstGeom>
        <a:solidFill>
          <a:schemeClr val="accent6">
            <a:lumMod val="7500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nl-NL" sz="1800" kern="1200" dirty="0"/>
            <a:t>Teamleider</a:t>
          </a:r>
          <a:endParaRPr lang="en-US" sz="1800" kern="1200" dirty="0"/>
        </a:p>
      </dsp:txBody>
      <dsp:txXfrm>
        <a:off x="317125" y="2104157"/>
        <a:ext cx="1137441" cy="488589"/>
      </dsp:txXfrm>
    </dsp:sp>
    <dsp:sp modelId="{F8894053-662F-4EDD-89F5-E4BC74C558A9}">
      <dsp:nvSpPr>
        <dsp:cNvPr id="0" name=""/>
        <dsp:cNvSpPr/>
      </dsp:nvSpPr>
      <dsp:spPr>
        <a:xfrm>
          <a:off x="317125" y="2894101"/>
          <a:ext cx="1137441" cy="488589"/>
        </a:xfrm>
        <a:prstGeom prst="rect">
          <a:avLst/>
        </a:prstGeom>
        <a:solidFill>
          <a:schemeClr val="accent6">
            <a:lumMod val="7500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nl-NL" sz="1800" kern="1200" dirty="0"/>
            <a:t>Teamleider</a:t>
          </a:r>
          <a:endParaRPr lang="en-US" sz="1800" kern="1200" dirty="0"/>
        </a:p>
      </dsp:txBody>
      <dsp:txXfrm>
        <a:off x="317125" y="2894101"/>
        <a:ext cx="1137441" cy="488589"/>
      </dsp:txXfrm>
    </dsp:sp>
    <dsp:sp modelId="{08F128D2-8464-45A7-B52A-F7A4BBEFFDE4}">
      <dsp:nvSpPr>
        <dsp:cNvPr id="0" name=""/>
        <dsp:cNvSpPr/>
      </dsp:nvSpPr>
      <dsp:spPr>
        <a:xfrm>
          <a:off x="1568909" y="1169176"/>
          <a:ext cx="1267239" cy="633626"/>
        </a:xfrm>
        <a:prstGeom prst="rect">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nl-NL" sz="1800" kern="1200" dirty="0" err="1"/>
            <a:t>Afdelings-hoofd</a:t>
          </a:r>
          <a:endParaRPr lang="en-US" sz="1800" kern="1200" dirty="0"/>
        </a:p>
      </dsp:txBody>
      <dsp:txXfrm>
        <a:off x="1568909" y="1169176"/>
        <a:ext cx="1267239" cy="633626"/>
      </dsp:txXfrm>
    </dsp:sp>
    <dsp:sp modelId="{BE1B9A6A-ECEA-425E-AD2D-47FC4F4E4D70}">
      <dsp:nvSpPr>
        <dsp:cNvPr id="0" name=""/>
        <dsp:cNvSpPr/>
      </dsp:nvSpPr>
      <dsp:spPr>
        <a:xfrm>
          <a:off x="1885719" y="2104157"/>
          <a:ext cx="1137441" cy="488589"/>
        </a:xfrm>
        <a:prstGeom prst="rect">
          <a:avLst/>
        </a:prstGeom>
        <a:solidFill>
          <a:schemeClr val="accent6">
            <a:lumMod val="7500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nl-NL" sz="1800" kern="1200" dirty="0"/>
            <a:t>Teamleider</a:t>
          </a:r>
          <a:endParaRPr lang="en-US" sz="1800" kern="1200" dirty="0"/>
        </a:p>
      </dsp:txBody>
      <dsp:txXfrm>
        <a:off x="1885719" y="2104157"/>
        <a:ext cx="1137441" cy="488589"/>
      </dsp:txXfrm>
    </dsp:sp>
    <dsp:sp modelId="{3B03EADF-E47B-419E-BD57-3328DA624CF2}">
      <dsp:nvSpPr>
        <dsp:cNvPr id="0" name=""/>
        <dsp:cNvSpPr/>
      </dsp:nvSpPr>
      <dsp:spPr>
        <a:xfrm>
          <a:off x="1885719" y="2894101"/>
          <a:ext cx="1137441" cy="488589"/>
        </a:xfrm>
        <a:prstGeom prst="rect">
          <a:avLst/>
        </a:prstGeom>
        <a:solidFill>
          <a:schemeClr val="accent6">
            <a:lumMod val="7500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nl-NL" sz="1800" kern="1200" dirty="0"/>
            <a:t>Teamleider</a:t>
          </a:r>
          <a:endParaRPr lang="en-US" sz="1800" kern="1200" dirty="0"/>
        </a:p>
      </dsp:txBody>
      <dsp:txXfrm>
        <a:off x="1885719" y="2894101"/>
        <a:ext cx="1137441" cy="488589"/>
      </dsp:txXfrm>
    </dsp:sp>
    <dsp:sp modelId="{2CA47398-EF80-444C-8E10-38AB1A59836A}">
      <dsp:nvSpPr>
        <dsp:cNvPr id="0" name=""/>
        <dsp:cNvSpPr/>
      </dsp:nvSpPr>
      <dsp:spPr>
        <a:xfrm>
          <a:off x="3137503" y="1169176"/>
          <a:ext cx="1267239" cy="633626"/>
        </a:xfrm>
        <a:prstGeom prst="rect">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nl-NL" sz="1800" kern="1200" dirty="0" err="1"/>
            <a:t>Afdelings-hoofd</a:t>
          </a:r>
          <a:endParaRPr lang="en-US" sz="1800" kern="1200" dirty="0"/>
        </a:p>
      </dsp:txBody>
      <dsp:txXfrm>
        <a:off x="3137503" y="1169176"/>
        <a:ext cx="1267239" cy="633626"/>
      </dsp:txXfrm>
    </dsp:sp>
    <dsp:sp modelId="{8DD7C16D-514F-436C-B08E-C07FD8F4DF62}">
      <dsp:nvSpPr>
        <dsp:cNvPr id="0" name=""/>
        <dsp:cNvSpPr/>
      </dsp:nvSpPr>
      <dsp:spPr>
        <a:xfrm>
          <a:off x="3454312" y="2104157"/>
          <a:ext cx="1137441" cy="488589"/>
        </a:xfrm>
        <a:prstGeom prst="rect">
          <a:avLst/>
        </a:prstGeom>
        <a:solidFill>
          <a:schemeClr val="accent6">
            <a:lumMod val="7500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nl-NL" sz="1800" kern="1200" dirty="0"/>
            <a:t>Teamleider</a:t>
          </a:r>
          <a:endParaRPr lang="en-US" sz="1800" kern="1200" dirty="0"/>
        </a:p>
      </dsp:txBody>
      <dsp:txXfrm>
        <a:off x="3454312" y="2104157"/>
        <a:ext cx="1137441" cy="488589"/>
      </dsp:txXfrm>
    </dsp:sp>
    <dsp:sp modelId="{3C6CE83D-5FF4-4A12-9944-1B800A6782D3}">
      <dsp:nvSpPr>
        <dsp:cNvPr id="0" name=""/>
        <dsp:cNvSpPr/>
      </dsp:nvSpPr>
      <dsp:spPr>
        <a:xfrm>
          <a:off x="3454312" y="2894101"/>
          <a:ext cx="1137441" cy="488589"/>
        </a:xfrm>
        <a:prstGeom prst="rect">
          <a:avLst/>
        </a:prstGeom>
        <a:solidFill>
          <a:schemeClr val="accent6">
            <a:lumMod val="7500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nl-NL" sz="1800" kern="1200" dirty="0"/>
            <a:t>Teamleider</a:t>
          </a:r>
          <a:endParaRPr lang="en-US" sz="1800" kern="1200" dirty="0"/>
        </a:p>
      </dsp:txBody>
      <dsp:txXfrm>
        <a:off x="3454312" y="2894101"/>
        <a:ext cx="1137441" cy="488589"/>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98B89F-6388-4A92-A79B-EF4F2F944C52}" type="datetimeFigureOut">
              <a:rPr lang="nl-NL" smtClean="0"/>
              <a:t>14-4-2025</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FB6706-A364-4047-ACC1-5CD0F228248A}" type="slidenum">
              <a:rPr lang="nl-NL" smtClean="0"/>
              <a:t>‹nr.›</a:t>
            </a:fld>
            <a:endParaRPr lang="nl-NL"/>
          </a:p>
        </p:txBody>
      </p:sp>
    </p:spTree>
    <p:extLst>
      <p:ext uri="{BB962C8B-B14F-4D97-AF65-F5344CB8AC3E}">
        <p14:creationId xmlns:p14="http://schemas.microsoft.com/office/powerpoint/2010/main" val="38898208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685800" y="1143000"/>
            <a:ext cx="5486400" cy="3086100"/>
          </a:xfrm>
        </p:spPr>
      </p:sp>
      <p:sp>
        <p:nvSpPr>
          <p:cNvPr id="3" name="Tijdelijke aanduiding voor notities 2"/>
          <p:cNvSpPr>
            <a:spLocks noGrp="1"/>
          </p:cNvSpPr>
          <p:nvPr>
            <p:ph type="body" idx="1"/>
          </p:nvPr>
        </p:nvSpPr>
        <p:spPr/>
        <p:txBody>
          <a:bodyPr/>
          <a:lstStyle/>
          <a:p>
            <a:endParaRPr lang="nl-NL" dirty="0"/>
          </a:p>
          <a:p>
            <a:endParaRPr lang="nl-NL" dirty="0"/>
          </a:p>
        </p:txBody>
      </p:sp>
      <p:sp>
        <p:nvSpPr>
          <p:cNvPr id="4" name="Tijdelijke aanduiding voor dianumm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FB6706-A364-4047-ACC1-5CD0F228248A}"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nl-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523730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US" dirty="0"/>
          </a:p>
        </p:txBody>
      </p:sp>
      <p:sp>
        <p:nvSpPr>
          <p:cNvPr id="4" name="Tijdelijke aanduiding voor dianummer 3"/>
          <p:cNvSpPr>
            <a:spLocks noGrp="1"/>
          </p:cNvSpPr>
          <p:nvPr>
            <p:ph type="sldNum" sz="quarter" idx="5"/>
          </p:nvPr>
        </p:nvSpPr>
        <p:spPr/>
        <p:txBody>
          <a:bodyPr/>
          <a:lstStyle/>
          <a:p>
            <a:fld id="{E0FB6706-A364-4047-ACC1-5CD0F228248A}" type="slidenum">
              <a:rPr lang="nl-NL" smtClean="0"/>
              <a:t>4</a:t>
            </a:fld>
            <a:endParaRPr lang="nl-NL"/>
          </a:p>
        </p:txBody>
      </p:sp>
    </p:spTree>
    <p:extLst>
      <p:ext uri="{BB962C8B-B14F-4D97-AF65-F5344CB8AC3E}">
        <p14:creationId xmlns:p14="http://schemas.microsoft.com/office/powerpoint/2010/main" val="37689014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Voorkennis ophalen</a:t>
            </a:r>
            <a:endParaRPr lang="en-US" dirty="0"/>
          </a:p>
        </p:txBody>
      </p:sp>
      <p:sp>
        <p:nvSpPr>
          <p:cNvPr id="4" name="Tijdelijke aanduiding voor dianummer 3"/>
          <p:cNvSpPr>
            <a:spLocks noGrp="1"/>
          </p:cNvSpPr>
          <p:nvPr>
            <p:ph type="sldNum" sz="quarter" idx="5"/>
          </p:nvPr>
        </p:nvSpPr>
        <p:spPr/>
        <p:txBody>
          <a:bodyPr/>
          <a:lstStyle/>
          <a:p>
            <a:fld id="{E0FB6706-A364-4047-ACC1-5CD0F228248A}" type="slidenum">
              <a:rPr lang="nl-NL" smtClean="0"/>
              <a:t>6</a:t>
            </a:fld>
            <a:endParaRPr lang="nl-NL"/>
          </a:p>
        </p:txBody>
      </p:sp>
    </p:spTree>
    <p:extLst>
      <p:ext uri="{BB962C8B-B14F-4D97-AF65-F5344CB8AC3E}">
        <p14:creationId xmlns:p14="http://schemas.microsoft.com/office/powerpoint/2010/main" val="11833076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Bij een implementatie is leren een cruciaal onderdeel. Het aanleren van nieuw gedrag of vaardigheden is een fase van ieder verandermodel. </a:t>
            </a:r>
            <a:endParaRPr lang="en-US" dirty="0"/>
          </a:p>
        </p:txBody>
      </p:sp>
      <p:sp>
        <p:nvSpPr>
          <p:cNvPr id="4" name="Tijdelijke aanduiding voor dianummer 3"/>
          <p:cNvSpPr>
            <a:spLocks noGrp="1"/>
          </p:cNvSpPr>
          <p:nvPr>
            <p:ph type="sldNum" sz="quarter" idx="5"/>
          </p:nvPr>
        </p:nvSpPr>
        <p:spPr/>
        <p:txBody>
          <a:bodyPr/>
          <a:lstStyle/>
          <a:p>
            <a:fld id="{E0FB6706-A364-4047-ACC1-5CD0F228248A}" type="slidenum">
              <a:rPr lang="nl-NL" smtClean="0"/>
              <a:t>7</a:t>
            </a:fld>
            <a:endParaRPr lang="nl-NL"/>
          </a:p>
        </p:txBody>
      </p:sp>
    </p:spTree>
    <p:extLst>
      <p:ext uri="{BB962C8B-B14F-4D97-AF65-F5344CB8AC3E}">
        <p14:creationId xmlns:p14="http://schemas.microsoft.com/office/powerpoint/2010/main" val="14620328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Bij een implementatie is leren een cruciaal onderdeel. Het aanleren van nieuw gedrag of vaardigheden is een fase van ieder verandermodel. </a:t>
            </a:r>
            <a:endParaRPr lang="en-US" dirty="0"/>
          </a:p>
        </p:txBody>
      </p:sp>
      <p:sp>
        <p:nvSpPr>
          <p:cNvPr id="4" name="Tijdelijke aanduiding voor dianummer 3"/>
          <p:cNvSpPr>
            <a:spLocks noGrp="1"/>
          </p:cNvSpPr>
          <p:nvPr>
            <p:ph type="sldNum" sz="quarter" idx="5"/>
          </p:nvPr>
        </p:nvSpPr>
        <p:spPr/>
        <p:txBody>
          <a:bodyPr/>
          <a:lstStyle/>
          <a:p>
            <a:fld id="{E0FB6706-A364-4047-ACC1-5CD0F228248A}" type="slidenum">
              <a:rPr lang="nl-NL" smtClean="0"/>
              <a:t>8</a:t>
            </a:fld>
            <a:endParaRPr lang="nl-NL"/>
          </a:p>
        </p:txBody>
      </p:sp>
    </p:spTree>
    <p:extLst>
      <p:ext uri="{BB962C8B-B14F-4D97-AF65-F5344CB8AC3E}">
        <p14:creationId xmlns:p14="http://schemas.microsoft.com/office/powerpoint/2010/main" val="29897771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Bij een implementatie is leren een cruciaal onderdeel. Het aanleren van nieuw gedrag of vaardigheden is een fase van ieder verandermodel. </a:t>
            </a:r>
            <a:endParaRPr lang="en-US" dirty="0"/>
          </a:p>
        </p:txBody>
      </p:sp>
      <p:sp>
        <p:nvSpPr>
          <p:cNvPr id="4" name="Tijdelijke aanduiding voor dianummer 3"/>
          <p:cNvSpPr>
            <a:spLocks noGrp="1"/>
          </p:cNvSpPr>
          <p:nvPr>
            <p:ph type="sldNum" sz="quarter" idx="5"/>
          </p:nvPr>
        </p:nvSpPr>
        <p:spPr/>
        <p:txBody>
          <a:bodyPr/>
          <a:lstStyle/>
          <a:p>
            <a:fld id="{E0FB6706-A364-4047-ACC1-5CD0F228248A}" type="slidenum">
              <a:rPr lang="nl-NL" smtClean="0"/>
              <a:t>9</a:t>
            </a:fld>
            <a:endParaRPr lang="nl-NL"/>
          </a:p>
        </p:txBody>
      </p:sp>
    </p:spTree>
    <p:extLst>
      <p:ext uri="{BB962C8B-B14F-4D97-AF65-F5344CB8AC3E}">
        <p14:creationId xmlns:p14="http://schemas.microsoft.com/office/powerpoint/2010/main" val="1204185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Voorkennis ophalen</a:t>
            </a:r>
            <a:endParaRPr lang="en-US" dirty="0"/>
          </a:p>
        </p:txBody>
      </p:sp>
      <p:sp>
        <p:nvSpPr>
          <p:cNvPr id="4" name="Tijdelijke aanduiding voor dianummer 3"/>
          <p:cNvSpPr>
            <a:spLocks noGrp="1"/>
          </p:cNvSpPr>
          <p:nvPr>
            <p:ph type="sldNum" sz="quarter" idx="5"/>
          </p:nvPr>
        </p:nvSpPr>
        <p:spPr/>
        <p:txBody>
          <a:bodyPr/>
          <a:lstStyle/>
          <a:p>
            <a:fld id="{E0FB6706-A364-4047-ACC1-5CD0F228248A}" type="slidenum">
              <a:rPr lang="nl-NL" smtClean="0"/>
              <a:t>10</a:t>
            </a:fld>
            <a:endParaRPr lang="nl-NL"/>
          </a:p>
        </p:txBody>
      </p:sp>
    </p:spTree>
    <p:extLst>
      <p:ext uri="{BB962C8B-B14F-4D97-AF65-F5344CB8AC3E}">
        <p14:creationId xmlns:p14="http://schemas.microsoft.com/office/powerpoint/2010/main" val="21061149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Vandaag nemen we de eerste 3 stappen door van verandering volgens Kotter</a:t>
            </a:r>
            <a:endParaRPr lang="en-US" dirty="0"/>
          </a:p>
        </p:txBody>
      </p:sp>
      <p:sp>
        <p:nvSpPr>
          <p:cNvPr id="4" name="Tijdelijke aanduiding voor dianummer 3"/>
          <p:cNvSpPr>
            <a:spLocks noGrp="1"/>
          </p:cNvSpPr>
          <p:nvPr>
            <p:ph type="sldNum" sz="quarter" idx="5"/>
          </p:nvPr>
        </p:nvSpPr>
        <p:spPr/>
        <p:txBody>
          <a:bodyPr/>
          <a:lstStyle/>
          <a:p>
            <a:fld id="{E0FB6706-A364-4047-ACC1-5CD0F228248A}" type="slidenum">
              <a:rPr lang="nl-NL" smtClean="0"/>
              <a:t>11</a:t>
            </a:fld>
            <a:endParaRPr lang="nl-NL"/>
          </a:p>
        </p:txBody>
      </p:sp>
    </p:spTree>
    <p:extLst>
      <p:ext uri="{BB962C8B-B14F-4D97-AF65-F5344CB8AC3E}">
        <p14:creationId xmlns:p14="http://schemas.microsoft.com/office/powerpoint/2010/main" val="9175571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Wie heeft dit wel eens gehoord? </a:t>
            </a:r>
            <a:endParaRPr lang="en-US" dirty="0"/>
          </a:p>
        </p:txBody>
      </p:sp>
      <p:sp>
        <p:nvSpPr>
          <p:cNvPr id="4" name="Tijdelijke aanduiding voor dianummer 3"/>
          <p:cNvSpPr>
            <a:spLocks noGrp="1"/>
          </p:cNvSpPr>
          <p:nvPr>
            <p:ph type="sldNum" sz="quarter" idx="5"/>
          </p:nvPr>
        </p:nvSpPr>
        <p:spPr/>
        <p:txBody>
          <a:bodyPr/>
          <a:lstStyle/>
          <a:p>
            <a:fld id="{E0FB6706-A364-4047-ACC1-5CD0F228248A}" type="slidenum">
              <a:rPr lang="nl-NL" smtClean="0"/>
              <a:t>12</a:t>
            </a:fld>
            <a:endParaRPr lang="nl-NL"/>
          </a:p>
        </p:txBody>
      </p:sp>
    </p:spTree>
    <p:extLst>
      <p:ext uri="{BB962C8B-B14F-4D97-AF65-F5344CB8AC3E}">
        <p14:creationId xmlns:p14="http://schemas.microsoft.com/office/powerpoint/2010/main" val="2996415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Urgentie is 1 van de belangrijkste redenen voor verandering. Zonder urgentie of noodzaak voor de verandering; wordt het heel lastig. </a:t>
            </a:r>
            <a:endParaRPr lang="en-US" dirty="0"/>
          </a:p>
        </p:txBody>
      </p:sp>
      <p:sp>
        <p:nvSpPr>
          <p:cNvPr id="4" name="Tijdelijke aanduiding voor dianummer 3"/>
          <p:cNvSpPr>
            <a:spLocks noGrp="1"/>
          </p:cNvSpPr>
          <p:nvPr>
            <p:ph type="sldNum" sz="quarter" idx="5"/>
          </p:nvPr>
        </p:nvSpPr>
        <p:spPr/>
        <p:txBody>
          <a:bodyPr/>
          <a:lstStyle/>
          <a:p>
            <a:fld id="{E0FB6706-A364-4047-ACC1-5CD0F228248A}" type="slidenum">
              <a:rPr lang="nl-NL" smtClean="0"/>
              <a:t>13</a:t>
            </a:fld>
            <a:endParaRPr lang="nl-NL"/>
          </a:p>
        </p:txBody>
      </p:sp>
    </p:spTree>
    <p:extLst>
      <p:ext uri="{BB962C8B-B14F-4D97-AF65-F5344CB8AC3E}">
        <p14:creationId xmlns:p14="http://schemas.microsoft.com/office/powerpoint/2010/main" val="19595813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Als je de antwoorden op deze vragen samenvoegt, heb je een krachtige boodschap om urgentie en noodzaak te creëren. Het is ook goed om dit te bespreken met jouw opdrachtgever of andere relevante stakeholders. </a:t>
            </a:r>
            <a:endParaRPr lang="en-US" dirty="0"/>
          </a:p>
        </p:txBody>
      </p:sp>
      <p:sp>
        <p:nvSpPr>
          <p:cNvPr id="4" name="Tijdelijke aanduiding voor dianummer 3"/>
          <p:cNvSpPr>
            <a:spLocks noGrp="1"/>
          </p:cNvSpPr>
          <p:nvPr>
            <p:ph type="sldNum" sz="quarter" idx="5"/>
          </p:nvPr>
        </p:nvSpPr>
        <p:spPr/>
        <p:txBody>
          <a:bodyPr/>
          <a:lstStyle/>
          <a:p>
            <a:fld id="{E0FB6706-A364-4047-ACC1-5CD0F228248A}" type="slidenum">
              <a:rPr lang="nl-NL" smtClean="0"/>
              <a:t>14</a:t>
            </a:fld>
            <a:endParaRPr lang="nl-NL"/>
          </a:p>
        </p:txBody>
      </p:sp>
    </p:spTree>
    <p:extLst>
      <p:ext uri="{BB962C8B-B14F-4D97-AF65-F5344CB8AC3E}">
        <p14:creationId xmlns:p14="http://schemas.microsoft.com/office/powerpoint/2010/main" val="30954246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Formele sponsors hebben beslissingsbevoegdheid, hiërarchische positie in de organisatie </a:t>
            </a:r>
            <a:endParaRPr lang="en-US" dirty="0"/>
          </a:p>
        </p:txBody>
      </p:sp>
      <p:sp>
        <p:nvSpPr>
          <p:cNvPr id="4" name="Tijdelijke aanduiding voor dianummer 3"/>
          <p:cNvSpPr>
            <a:spLocks noGrp="1"/>
          </p:cNvSpPr>
          <p:nvPr>
            <p:ph type="sldNum" sz="quarter" idx="5"/>
          </p:nvPr>
        </p:nvSpPr>
        <p:spPr/>
        <p:txBody>
          <a:bodyPr/>
          <a:lstStyle/>
          <a:p>
            <a:fld id="{4368E44D-58CF-484B-A153-B0B25C0AA8FC}" type="slidenum">
              <a:rPr lang="en-US" smtClean="0"/>
              <a:t>16</a:t>
            </a:fld>
            <a:endParaRPr lang="en-US"/>
          </a:p>
        </p:txBody>
      </p:sp>
    </p:spTree>
    <p:extLst>
      <p:ext uri="{BB962C8B-B14F-4D97-AF65-F5344CB8AC3E}">
        <p14:creationId xmlns:p14="http://schemas.microsoft.com/office/powerpoint/2010/main" val="39534334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Formele sponsors hebben beslissingsbevoegdheid, hiërarchische positie in de organisatie </a:t>
            </a:r>
            <a:endParaRPr lang="en-US" dirty="0"/>
          </a:p>
        </p:txBody>
      </p:sp>
      <p:sp>
        <p:nvSpPr>
          <p:cNvPr id="4" name="Tijdelijke aanduiding voor dianummer 3"/>
          <p:cNvSpPr>
            <a:spLocks noGrp="1"/>
          </p:cNvSpPr>
          <p:nvPr>
            <p:ph type="sldNum" sz="quarter" idx="5"/>
          </p:nvPr>
        </p:nvSpPr>
        <p:spPr/>
        <p:txBody>
          <a:bodyPr/>
          <a:lstStyle/>
          <a:p>
            <a:fld id="{4368E44D-58CF-484B-A153-B0B25C0AA8FC}" type="slidenum">
              <a:rPr lang="en-US" smtClean="0"/>
              <a:t>18</a:t>
            </a:fld>
            <a:endParaRPr lang="en-US"/>
          </a:p>
        </p:txBody>
      </p:sp>
    </p:spTree>
    <p:extLst>
      <p:ext uri="{BB962C8B-B14F-4D97-AF65-F5344CB8AC3E}">
        <p14:creationId xmlns:p14="http://schemas.microsoft.com/office/powerpoint/2010/main" val="6265192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Als je opdrachtgever iemand is die geen beslissingsbevoegdheid heeft, of laag in de </a:t>
            </a:r>
            <a:r>
              <a:rPr lang="nl-NL" dirty="0" err="1"/>
              <a:t>hierarchie</a:t>
            </a:r>
            <a:r>
              <a:rPr lang="nl-NL" dirty="0"/>
              <a:t> zit. Dan is er aan de voorkant al iets mis?</a:t>
            </a:r>
            <a:endParaRPr lang="en-US" dirty="0"/>
          </a:p>
        </p:txBody>
      </p:sp>
      <p:sp>
        <p:nvSpPr>
          <p:cNvPr id="4" name="Tijdelijke aanduiding voor dianummer 3"/>
          <p:cNvSpPr>
            <a:spLocks noGrp="1"/>
          </p:cNvSpPr>
          <p:nvPr>
            <p:ph type="sldNum" sz="quarter" idx="5"/>
          </p:nvPr>
        </p:nvSpPr>
        <p:spPr/>
        <p:txBody>
          <a:bodyPr/>
          <a:lstStyle/>
          <a:p>
            <a:fld id="{4368E44D-58CF-484B-A153-B0B25C0AA8FC}" type="slidenum">
              <a:rPr lang="en-US" smtClean="0"/>
              <a:t>19</a:t>
            </a:fld>
            <a:endParaRPr lang="en-US"/>
          </a:p>
        </p:txBody>
      </p:sp>
    </p:spTree>
    <p:extLst>
      <p:ext uri="{BB962C8B-B14F-4D97-AF65-F5344CB8AC3E}">
        <p14:creationId xmlns:p14="http://schemas.microsoft.com/office/powerpoint/2010/main" val="15641489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0" indent="0" defTabSz="912813">
              <a:lnSpc>
                <a:spcPct val="85000"/>
              </a:lnSpc>
              <a:spcBef>
                <a:spcPts val="1200"/>
              </a:spcBef>
              <a:buClr>
                <a:schemeClr val="tx2"/>
              </a:buClr>
              <a:buFont typeface="Arial" panose="020B0604020202020204" pitchFamily="34" charset="0"/>
              <a:buNone/>
              <a:defRPr/>
            </a:pPr>
            <a:r>
              <a:rPr lang="nl-NL" dirty="0"/>
              <a:t>Actieve en zichtbare </a:t>
            </a:r>
            <a:r>
              <a:rPr lang="nl-NL" dirty="0" err="1"/>
              <a:t>partcipatie</a:t>
            </a:r>
            <a:r>
              <a:rPr lang="nl-NL" dirty="0"/>
              <a:t>: </a:t>
            </a:r>
          </a:p>
          <a:p>
            <a:pPr marL="171450" indent="-171450" defTabSz="912813">
              <a:lnSpc>
                <a:spcPct val="85000"/>
              </a:lnSpc>
              <a:spcBef>
                <a:spcPts val="1200"/>
              </a:spcBef>
              <a:buClr>
                <a:schemeClr val="tx2"/>
              </a:buClr>
              <a:buFont typeface="Arial" panose="020B0604020202020204" pitchFamily="34" charset="0"/>
              <a:buChar char="•"/>
              <a:defRPr/>
            </a:pPr>
            <a:r>
              <a:rPr lang="en-US" altLang="en-US" sz="1200" dirty="0">
                <a:solidFill>
                  <a:prstClr val="black"/>
                </a:solidFill>
                <a:latin typeface="Calibri"/>
              </a:rPr>
              <a:t>Neemt </a:t>
            </a:r>
            <a:r>
              <a:rPr lang="en-US" altLang="en-US" sz="1200" dirty="0" err="1">
                <a:solidFill>
                  <a:prstClr val="black"/>
                </a:solidFill>
                <a:latin typeface="Calibri"/>
              </a:rPr>
              <a:t>zelf</a:t>
            </a:r>
            <a:r>
              <a:rPr lang="en-US" altLang="en-US" sz="1200" dirty="0">
                <a:solidFill>
                  <a:prstClr val="black"/>
                </a:solidFill>
                <a:latin typeface="Calibri"/>
              </a:rPr>
              <a:t> </a:t>
            </a:r>
            <a:r>
              <a:rPr lang="en-US" altLang="en-US" sz="1200" dirty="0" err="1">
                <a:solidFill>
                  <a:prstClr val="black"/>
                </a:solidFill>
                <a:latin typeface="Calibri"/>
              </a:rPr>
              <a:t>deel</a:t>
            </a:r>
            <a:r>
              <a:rPr lang="en-US" altLang="en-US" sz="1200" dirty="0">
                <a:solidFill>
                  <a:prstClr val="black"/>
                </a:solidFill>
                <a:latin typeface="Calibri"/>
              </a:rPr>
              <a:t> </a:t>
            </a:r>
            <a:r>
              <a:rPr lang="en-US" altLang="en-US" sz="1200" dirty="0" err="1">
                <a:solidFill>
                  <a:prstClr val="black"/>
                </a:solidFill>
                <a:latin typeface="Calibri"/>
              </a:rPr>
              <a:t>aan</a:t>
            </a:r>
            <a:r>
              <a:rPr lang="en-US" altLang="en-US" sz="1200" dirty="0">
                <a:solidFill>
                  <a:prstClr val="black"/>
                </a:solidFill>
                <a:latin typeface="Calibri"/>
              </a:rPr>
              <a:t> </a:t>
            </a:r>
            <a:r>
              <a:rPr lang="en-US" altLang="en-US" sz="1200" dirty="0" err="1">
                <a:solidFill>
                  <a:prstClr val="black"/>
                </a:solidFill>
                <a:latin typeface="Calibri"/>
              </a:rPr>
              <a:t>trainingen</a:t>
            </a:r>
            <a:r>
              <a:rPr lang="en-US" altLang="en-US" sz="1200" dirty="0">
                <a:solidFill>
                  <a:prstClr val="black"/>
                </a:solidFill>
                <a:latin typeface="Calibri"/>
              </a:rPr>
              <a:t> </a:t>
            </a:r>
          </a:p>
          <a:p>
            <a:pPr marL="171450" indent="-171450" defTabSz="912813">
              <a:lnSpc>
                <a:spcPct val="85000"/>
              </a:lnSpc>
              <a:spcBef>
                <a:spcPts val="1200"/>
              </a:spcBef>
              <a:buClr>
                <a:schemeClr val="tx2"/>
              </a:buClr>
              <a:buFont typeface="Arial" panose="020B0604020202020204" pitchFamily="34" charset="0"/>
              <a:buChar char="•"/>
              <a:defRPr/>
            </a:pPr>
            <a:r>
              <a:rPr lang="en-US" altLang="en-US" sz="1200" dirty="0" err="1">
                <a:solidFill>
                  <a:prstClr val="black"/>
                </a:solidFill>
                <a:latin typeface="Calibri"/>
              </a:rPr>
              <a:t>Gaat</a:t>
            </a:r>
            <a:r>
              <a:rPr lang="en-US" altLang="en-US" sz="1200" dirty="0">
                <a:solidFill>
                  <a:prstClr val="black"/>
                </a:solidFill>
                <a:latin typeface="Calibri"/>
              </a:rPr>
              <a:t> </a:t>
            </a:r>
            <a:r>
              <a:rPr lang="en-US" altLang="en-US" sz="1200" dirty="0" err="1">
                <a:solidFill>
                  <a:prstClr val="black"/>
                </a:solidFill>
                <a:latin typeface="Calibri"/>
              </a:rPr>
              <a:t>zelf</a:t>
            </a:r>
            <a:r>
              <a:rPr lang="en-US" altLang="en-US" sz="1200" dirty="0">
                <a:solidFill>
                  <a:prstClr val="black"/>
                </a:solidFill>
                <a:latin typeface="Calibri"/>
              </a:rPr>
              <a:t> op de </a:t>
            </a:r>
            <a:r>
              <a:rPr lang="en-US" altLang="en-US" sz="1200" dirty="0" err="1">
                <a:solidFill>
                  <a:prstClr val="black"/>
                </a:solidFill>
                <a:latin typeface="Calibri"/>
              </a:rPr>
              <a:t>zeepkist</a:t>
            </a:r>
            <a:r>
              <a:rPr lang="en-US" altLang="en-US" sz="1200" dirty="0">
                <a:solidFill>
                  <a:prstClr val="black"/>
                </a:solidFill>
                <a:latin typeface="Calibri"/>
              </a:rPr>
              <a:t> </a:t>
            </a:r>
            <a:r>
              <a:rPr lang="en-US" altLang="en-US" sz="1200" dirty="0" err="1">
                <a:solidFill>
                  <a:prstClr val="black"/>
                </a:solidFill>
                <a:latin typeface="Calibri"/>
              </a:rPr>
              <a:t>staan</a:t>
            </a:r>
            <a:r>
              <a:rPr lang="en-US" altLang="en-US" sz="1200" dirty="0">
                <a:solidFill>
                  <a:prstClr val="black"/>
                </a:solidFill>
                <a:latin typeface="Calibri"/>
              </a:rPr>
              <a:t> en </a:t>
            </a:r>
            <a:r>
              <a:rPr lang="en-US" altLang="en-US" sz="1200" dirty="0" err="1">
                <a:solidFill>
                  <a:prstClr val="black"/>
                </a:solidFill>
                <a:latin typeface="Calibri"/>
              </a:rPr>
              <a:t>laat</a:t>
            </a:r>
            <a:r>
              <a:rPr lang="en-US" altLang="en-US" sz="1200" dirty="0">
                <a:solidFill>
                  <a:prstClr val="black"/>
                </a:solidFill>
                <a:latin typeface="Calibri"/>
              </a:rPr>
              <a:t> </a:t>
            </a:r>
            <a:r>
              <a:rPr lang="en-US" altLang="en-US" sz="1200" dirty="0" err="1">
                <a:solidFill>
                  <a:prstClr val="black"/>
                </a:solidFill>
                <a:latin typeface="Calibri"/>
              </a:rPr>
              <a:t>dit</a:t>
            </a:r>
            <a:r>
              <a:rPr lang="en-US" altLang="en-US" sz="1200" dirty="0">
                <a:solidFill>
                  <a:prstClr val="black"/>
                </a:solidFill>
                <a:latin typeface="Calibri"/>
              </a:rPr>
              <a:t> </a:t>
            </a:r>
            <a:r>
              <a:rPr lang="en-US" altLang="en-US" sz="1200" dirty="0" err="1">
                <a:solidFill>
                  <a:prstClr val="black"/>
                </a:solidFill>
                <a:latin typeface="Calibri"/>
              </a:rPr>
              <a:t>niet</a:t>
            </a:r>
            <a:r>
              <a:rPr lang="en-US" altLang="en-US" sz="1200" dirty="0">
                <a:solidFill>
                  <a:prstClr val="black"/>
                </a:solidFill>
                <a:latin typeface="Calibri"/>
              </a:rPr>
              <a:t> over </a:t>
            </a:r>
            <a:r>
              <a:rPr lang="en-US" altLang="en-US" sz="1200" dirty="0" err="1">
                <a:solidFill>
                  <a:prstClr val="black"/>
                </a:solidFill>
                <a:latin typeface="Calibri"/>
              </a:rPr>
              <a:t>aan</a:t>
            </a:r>
            <a:r>
              <a:rPr lang="en-US" altLang="en-US" sz="1200" dirty="0">
                <a:solidFill>
                  <a:prstClr val="black"/>
                </a:solidFill>
                <a:latin typeface="Calibri"/>
              </a:rPr>
              <a:t> de </a:t>
            </a:r>
            <a:r>
              <a:rPr lang="en-US" altLang="en-US" sz="1200" dirty="0" err="1">
                <a:solidFill>
                  <a:prstClr val="black"/>
                </a:solidFill>
                <a:latin typeface="Calibri"/>
              </a:rPr>
              <a:t>projectleider</a:t>
            </a:r>
            <a:endParaRPr lang="en-US" altLang="en-US" sz="1200" dirty="0">
              <a:solidFill>
                <a:prstClr val="black"/>
              </a:solidFill>
              <a:latin typeface="Calibri"/>
            </a:endParaRPr>
          </a:p>
          <a:p>
            <a:pPr marL="171450" indent="-171450" defTabSz="912813">
              <a:lnSpc>
                <a:spcPct val="85000"/>
              </a:lnSpc>
              <a:spcBef>
                <a:spcPts val="1200"/>
              </a:spcBef>
              <a:buClr>
                <a:schemeClr val="tx2"/>
              </a:buClr>
              <a:buFont typeface="Arial" panose="020B0604020202020204" pitchFamily="34" charset="0"/>
              <a:buChar char="•"/>
              <a:defRPr/>
            </a:pPr>
            <a:r>
              <a:rPr lang="en-US" altLang="en-US" sz="1200" dirty="0">
                <a:solidFill>
                  <a:prstClr val="black"/>
                </a:solidFill>
                <a:latin typeface="Calibri"/>
              </a:rPr>
              <a:t>Is </a:t>
            </a:r>
            <a:r>
              <a:rPr lang="en-US" altLang="en-US" sz="1200" dirty="0" err="1">
                <a:solidFill>
                  <a:prstClr val="black"/>
                </a:solidFill>
                <a:latin typeface="Calibri"/>
              </a:rPr>
              <a:t>aanwezig</a:t>
            </a:r>
            <a:r>
              <a:rPr lang="en-US" altLang="en-US" sz="1200" dirty="0">
                <a:solidFill>
                  <a:prstClr val="black"/>
                </a:solidFill>
                <a:latin typeface="Calibri"/>
              </a:rPr>
              <a:t> </a:t>
            </a:r>
            <a:r>
              <a:rPr lang="en-US" altLang="en-US" sz="1200" dirty="0" err="1">
                <a:solidFill>
                  <a:prstClr val="black"/>
                </a:solidFill>
                <a:latin typeface="Calibri"/>
              </a:rPr>
              <a:t>bij</a:t>
            </a:r>
            <a:r>
              <a:rPr lang="en-US" altLang="en-US" sz="1200" dirty="0">
                <a:solidFill>
                  <a:prstClr val="black"/>
                </a:solidFill>
                <a:latin typeface="Calibri"/>
              </a:rPr>
              <a:t> </a:t>
            </a:r>
            <a:r>
              <a:rPr lang="en-US" altLang="en-US" sz="1200" dirty="0" err="1">
                <a:solidFill>
                  <a:prstClr val="black"/>
                </a:solidFill>
                <a:latin typeface="Calibri"/>
              </a:rPr>
              <a:t>eventuele</a:t>
            </a:r>
            <a:r>
              <a:rPr lang="en-US" altLang="en-US" sz="1200" dirty="0">
                <a:solidFill>
                  <a:prstClr val="black"/>
                </a:solidFill>
                <a:latin typeface="Calibri"/>
              </a:rPr>
              <a:t> </a:t>
            </a:r>
            <a:r>
              <a:rPr lang="en-US" altLang="en-US" sz="1200" dirty="0" err="1">
                <a:solidFill>
                  <a:prstClr val="black"/>
                </a:solidFill>
                <a:latin typeface="Calibri"/>
              </a:rPr>
              <a:t>adoptieactiviteiten</a:t>
            </a:r>
            <a:r>
              <a:rPr lang="en-US" altLang="en-US" sz="1200" dirty="0">
                <a:solidFill>
                  <a:prstClr val="black"/>
                </a:solidFill>
                <a:latin typeface="Calibri"/>
              </a:rPr>
              <a:t> (kick-offs, </a:t>
            </a:r>
            <a:r>
              <a:rPr lang="en-US" altLang="en-US" sz="1200" dirty="0" err="1">
                <a:solidFill>
                  <a:prstClr val="black"/>
                </a:solidFill>
                <a:latin typeface="Calibri"/>
              </a:rPr>
              <a:t>inspiratiesessies</a:t>
            </a:r>
            <a:r>
              <a:rPr lang="en-US" altLang="en-US" sz="1200" dirty="0">
                <a:solidFill>
                  <a:prstClr val="black"/>
                </a:solidFill>
                <a:latin typeface="Calibri"/>
              </a:rPr>
              <a:t>, live-gang </a:t>
            </a:r>
            <a:r>
              <a:rPr lang="en-US" altLang="en-US" sz="1200" dirty="0" err="1">
                <a:solidFill>
                  <a:prstClr val="black"/>
                </a:solidFill>
                <a:latin typeface="Calibri"/>
              </a:rPr>
              <a:t>evenement</a:t>
            </a:r>
            <a:r>
              <a:rPr lang="en-US" altLang="en-US" sz="1200" dirty="0">
                <a:solidFill>
                  <a:prstClr val="black"/>
                </a:solidFill>
                <a:latin typeface="Calibri"/>
              </a:rPr>
              <a:t>, etc.) </a:t>
            </a:r>
          </a:p>
          <a:p>
            <a:pPr marL="171450" indent="-171450" defTabSz="912813">
              <a:lnSpc>
                <a:spcPct val="85000"/>
              </a:lnSpc>
              <a:spcBef>
                <a:spcPts val="1200"/>
              </a:spcBef>
              <a:buClr>
                <a:schemeClr val="tx2"/>
              </a:buClr>
              <a:buFont typeface="Arial" panose="020B0604020202020204" pitchFamily="34" charset="0"/>
              <a:buChar char="•"/>
              <a:defRPr/>
            </a:pPr>
            <a:r>
              <a:rPr lang="en-US" altLang="en-US" sz="1200" dirty="0" err="1">
                <a:solidFill>
                  <a:prstClr val="black"/>
                </a:solidFill>
                <a:latin typeface="Calibri"/>
              </a:rPr>
              <a:t>Motiveren</a:t>
            </a:r>
            <a:r>
              <a:rPr lang="en-US" altLang="en-US" sz="1200" dirty="0">
                <a:solidFill>
                  <a:prstClr val="black"/>
                </a:solidFill>
                <a:latin typeface="Calibri"/>
              </a:rPr>
              <a:t> </a:t>
            </a:r>
            <a:r>
              <a:rPr lang="en-US" altLang="en-US" sz="1200" dirty="0" err="1">
                <a:solidFill>
                  <a:prstClr val="black"/>
                </a:solidFill>
                <a:latin typeface="Calibri"/>
              </a:rPr>
              <a:t>medewerkers</a:t>
            </a:r>
            <a:r>
              <a:rPr lang="en-US" altLang="en-US" sz="1200" dirty="0">
                <a:solidFill>
                  <a:prstClr val="black"/>
                </a:solidFill>
                <a:latin typeface="Calibri"/>
              </a:rPr>
              <a:t> </a:t>
            </a:r>
            <a:r>
              <a:rPr lang="en-US" altLang="en-US" sz="1200" dirty="0" err="1">
                <a:solidFill>
                  <a:prstClr val="black"/>
                </a:solidFill>
                <a:latin typeface="Calibri"/>
              </a:rPr>
              <a:t>actief</a:t>
            </a:r>
            <a:r>
              <a:rPr lang="en-US" altLang="en-US" sz="1200" dirty="0">
                <a:solidFill>
                  <a:prstClr val="black"/>
                </a:solidFill>
                <a:latin typeface="Calibri"/>
              </a:rPr>
              <a:t> om </a:t>
            </a:r>
            <a:r>
              <a:rPr lang="en-US" altLang="en-US" sz="1200" dirty="0" err="1">
                <a:solidFill>
                  <a:prstClr val="black"/>
                </a:solidFill>
                <a:latin typeface="Calibri"/>
              </a:rPr>
              <a:t>ook</a:t>
            </a:r>
            <a:r>
              <a:rPr lang="en-US" altLang="en-US" sz="1200" dirty="0">
                <a:solidFill>
                  <a:prstClr val="black"/>
                </a:solidFill>
                <a:latin typeface="Calibri"/>
              </a:rPr>
              <a:t> </a:t>
            </a:r>
            <a:r>
              <a:rPr lang="en-US" altLang="en-US" sz="1200" dirty="0" err="1">
                <a:solidFill>
                  <a:prstClr val="black"/>
                </a:solidFill>
                <a:latin typeface="Calibri"/>
              </a:rPr>
              <a:t>deel</a:t>
            </a:r>
            <a:r>
              <a:rPr lang="en-US" altLang="en-US" sz="1200" dirty="0">
                <a:solidFill>
                  <a:prstClr val="black"/>
                </a:solidFill>
                <a:latin typeface="Calibri"/>
              </a:rPr>
              <a:t> te </a:t>
            </a:r>
            <a:r>
              <a:rPr lang="en-US" altLang="en-US" sz="1200" dirty="0" err="1">
                <a:solidFill>
                  <a:prstClr val="black"/>
                </a:solidFill>
                <a:latin typeface="Calibri"/>
              </a:rPr>
              <a:t>nemen</a:t>
            </a:r>
            <a:r>
              <a:rPr lang="en-US" altLang="en-US" sz="1200" dirty="0">
                <a:solidFill>
                  <a:prstClr val="black"/>
                </a:solidFill>
                <a:latin typeface="Calibri"/>
              </a:rPr>
              <a:t> </a:t>
            </a:r>
            <a:r>
              <a:rPr lang="en-US" altLang="en-US" sz="1200" dirty="0" err="1">
                <a:solidFill>
                  <a:prstClr val="black"/>
                </a:solidFill>
                <a:latin typeface="Calibri"/>
              </a:rPr>
              <a:t>aan</a:t>
            </a:r>
            <a:r>
              <a:rPr lang="en-US" altLang="en-US" sz="1200" dirty="0">
                <a:solidFill>
                  <a:prstClr val="black"/>
                </a:solidFill>
                <a:latin typeface="Calibri"/>
              </a:rPr>
              <a:t> </a:t>
            </a:r>
            <a:r>
              <a:rPr lang="en-US" altLang="en-US" sz="1200" dirty="0" err="1">
                <a:solidFill>
                  <a:prstClr val="black"/>
                </a:solidFill>
                <a:latin typeface="Calibri"/>
              </a:rPr>
              <a:t>adoptieactiviteiten</a:t>
            </a:r>
            <a:r>
              <a:rPr lang="en-US" altLang="en-US" sz="1200" dirty="0">
                <a:solidFill>
                  <a:prstClr val="black"/>
                </a:solidFill>
                <a:latin typeface="Calibri"/>
              </a:rPr>
              <a:t>. </a:t>
            </a:r>
            <a:r>
              <a:rPr lang="en-US" altLang="en-US" sz="1200" dirty="0" err="1">
                <a:solidFill>
                  <a:prstClr val="black"/>
                </a:solidFill>
                <a:latin typeface="Calibri"/>
              </a:rPr>
              <a:t>Sturen</a:t>
            </a:r>
            <a:r>
              <a:rPr lang="en-US" altLang="en-US" sz="1200" dirty="0">
                <a:solidFill>
                  <a:prstClr val="black"/>
                </a:solidFill>
                <a:latin typeface="Calibri"/>
              </a:rPr>
              <a:t> </a:t>
            </a:r>
            <a:r>
              <a:rPr lang="en-US" altLang="en-US" sz="1200" dirty="0" err="1">
                <a:solidFill>
                  <a:prstClr val="black"/>
                </a:solidFill>
                <a:latin typeface="Calibri"/>
              </a:rPr>
              <a:t>aan</a:t>
            </a:r>
            <a:r>
              <a:rPr lang="en-US" altLang="en-US" sz="1200" dirty="0">
                <a:solidFill>
                  <a:prstClr val="black"/>
                </a:solidFill>
                <a:latin typeface="Calibri"/>
              </a:rPr>
              <a:t> op </a:t>
            </a:r>
            <a:r>
              <a:rPr lang="en-US" altLang="en-US" sz="1200" dirty="0" err="1">
                <a:solidFill>
                  <a:prstClr val="black"/>
                </a:solidFill>
                <a:latin typeface="Calibri"/>
              </a:rPr>
              <a:t>aanwezigheid</a:t>
            </a:r>
            <a:r>
              <a:rPr lang="en-US" altLang="en-US" sz="1200" dirty="0">
                <a:solidFill>
                  <a:prstClr val="black"/>
                </a:solidFill>
                <a:latin typeface="Calibri"/>
              </a:rPr>
              <a:t> </a:t>
            </a:r>
            <a:r>
              <a:rPr lang="en-US" altLang="en-US" sz="1200" dirty="0" err="1">
                <a:solidFill>
                  <a:prstClr val="black"/>
                </a:solidFill>
                <a:latin typeface="Calibri"/>
              </a:rPr>
              <a:t>bij</a:t>
            </a:r>
            <a:r>
              <a:rPr lang="en-US" altLang="en-US" sz="1200" dirty="0">
                <a:solidFill>
                  <a:prstClr val="black"/>
                </a:solidFill>
                <a:latin typeface="Calibri"/>
              </a:rPr>
              <a:t> </a:t>
            </a:r>
            <a:r>
              <a:rPr lang="en-US" altLang="en-US" sz="1200" dirty="0" err="1">
                <a:solidFill>
                  <a:prstClr val="black"/>
                </a:solidFill>
                <a:latin typeface="Calibri"/>
              </a:rPr>
              <a:t>trainingen</a:t>
            </a:r>
            <a:r>
              <a:rPr lang="en-US" altLang="en-US" sz="1200" dirty="0">
                <a:solidFill>
                  <a:prstClr val="black"/>
                </a:solidFill>
                <a:latin typeface="Calibri"/>
              </a:rPr>
              <a:t>. </a:t>
            </a:r>
          </a:p>
          <a:p>
            <a:endParaRPr lang="en-US" dirty="0"/>
          </a:p>
          <a:p>
            <a:r>
              <a:rPr lang="en-US" dirty="0" err="1"/>
              <a:t>Bouwen</a:t>
            </a:r>
            <a:r>
              <a:rPr lang="en-US" dirty="0"/>
              <a:t> van een </a:t>
            </a:r>
            <a:r>
              <a:rPr lang="en-US" dirty="0" err="1"/>
              <a:t>coaltie</a:t>
            </a:r>
            <a:r>
              <a:rPr lang="en-US" dirty="0"/>
              <a:t>:</a:t>
            </a:r>
          </a:p>
          <a:p>
            <a:pPr marL="171450" indent="-171450">
              <a:buFont typeface="Arial" panose="020B0604020202020204" pitchFamily="34" charset="0"/>
              <a:buChar char="•"/>
            </a:pPr>
            <a:r>
              <a:rPr lang="en-US" altLang="en-US" sz="1200" dirty="0">
                <a:solidFill>
                  <a:prstClr val="black"/>
                </a:solidFill>
                <a:latin typeface="Calibri"/>
              </a:rPr>
              <a:t>De </a:t>
            </a:r>
            <a:r>
              <a:rPr lang="en-US" altLang="en-US" sz="1200" dirty="0" err="1">
                <a:solidFill>
                  <a:prstClr val="black"/>
                </a:solidFill>
                <a:latin typeface="Calibri"/>
              </a:rPr>
              <a:t>verandering</a:t>
            </a:r>
            <a:r>
              <a:rPr lang="en-US" altLang="en-US" sz="1200" dirty="0">
                <a:solidFill>
                  <a:prstClr val="black"/>
                </a:solidFill>
                <a:latin typeface="Calibri"/>
              </a:rPr>
              <a:t> is een agenda </a:t>
            </a:r>
            <a:r>
              <a:rPr lang="en-US" altLang="en-US" sz="1200" dirty="0" err="1">
                <a:solidFill>
                  <a:prstClr val="black"/>
                </a:solidFill>
                <a:latin typeface="Calibri"/>
              </a:rPr>
              <a:t>onderwerp</a:t>
            </a:r>
            <a:r>
              <a:rPr lang="en-US" altLang="en-US" sz="1200" dirty="0">
                <a:solidFill>
                  <a:prstClr val="black"/>
                </a:solidFill>
                <a:latin typeface="Calibri"/>
              </a:rPr>
              <a:t> </a:t>
            </a:r>
            <a:r>
              <a:rPr lang="en-US" altLang="en-US" sz="1200" dirty="0" err="1">
                <a:solidFill>
                  <a:prstClr val="black"/>
                </a:solidFill>
                <a:latin typeface="Calibri"/>
              </a:rPr>
              <a:t>binnen</a:t>
            </a:r>
            <a:r>
              <a:rPr lang="en-US" altLang="en-US" sz="1200" dirty="0">
                <a:solidFill>
                  <a:prstClr val="black"/>
                </a:solidFill>
                <a:latin typeface="Calibri"/>
              </a:rPr>
              <a:t> het MT </a:t>
            </a:r>
          </a:p>
          <a:p>
            <a:pPr marL="171450" indent="-171450" defTabSz="912813">
              <a:lnSpc>
                <a:spcPct val="85000"/>
              </a:lnSpc>
              <a:spcBef>
                <a:spcPts val="1200"/>
              </a:spcBef>
              <a:buClr>
                <a:schemeClr val="tx2"/>
              </a:buClr>
              <a:buFont typeface="Arial" panose="020B0604020202020204" pitchFamily="34" charset="0"/>
              <a:buChar char="•"/>
              <a:defRPr/>
            </a:pPr>
            <a:r>
              <a:rPr lang="en-US" altLang="en-US" sz="1200" dirty="0" err="1">
                <a:solidFill>
                  <a:prstClr val="black"/>
                </a:solidFill>
                <a:latin typeface="Calibri"/>
              </a:rPr>
              <a:t>Wanneer</a:t>
            </a:r>
            <a:r>
              <a:rPr lang="en-US" altLang="en-US" sz="1200" dirty="0">
                <a:solidFill>
                  <a:prstClr val="black"/>
                </a:solidFill>
                <a:latin typeface="Calibri"/>
              </a:rPr>
              <a:t> </a:t>
            </a:r>
            <a:r>
              <a:rPr lang="en-US" altLang="en-US" sz="1200" dirty="0" err="1">
                <a:solidFill>
                  <a:prstClr val="black"/>
                </a:solidFill>
                <a:latin typeface="Calibri"/>
              </a:rPr>
              <a:t>gesignaleerd</a:t>
            </a:r>
            <a:r>
              <a:rPr lang="en-US" altLang="en-US" sz="1200" dirty="0">
                <a:solidFill>
                  <a:prstClr val="black"/>
                </a:solidFill>
                <a:latin typeface="Calibri"/>
              </a:rPr>
              <a:t> </a:t>
            </a:r>
            <a:r>
              <a:rPr lang="en-US" altLang="en-US" sz="1200" dirty="0" err="1">
                <a:solidFill>
                  <a:prstClr val="black"/>
                </a:solidFill>
                <a:latin typeface="Calibri"/>
              </a:rPr>
              <a:t>wordt</a:t>
            </a:r>
            <a:r>
              <a:rPr lang="en-US" altLang="en-US" sz="1200" dirty="0">
                <a:solidFill>
                  <a:prstClr val="black"/>
                </a:solidFill>
                <a:latin typeface="Calibri"/>
              </a:rPr>
              <a:t> </a:t>
            </a:r>
            <a:r>
              <a:rPr lang="en-US" altLang="en-US" sz="1200" dirty="0" err="1">
                <a:solidFill>
                  <a:prstClr val="black"/>
                </a:solidFill>
                <a:latin typeface="Calibri"/>
              </a:rPr>
              <a:t>dat</a:t>
            </a:r>
            <a:r>
              <a:rPr lang="en-US" altLang="en-US" sz="1200" dirty="0">
                <a:solidFill>
                  <a:prstClr val="black"/>
                </a:solidFill>
                <a:latin typeface="Calibri"/>
              </a:rPr>
              <a:t> een sponsor </a:t>
            </a:r>
            <a:r>
              <a:rPr lang="en-US" altLang="en-US" sz="1200" dirty="0" err="1">
                <a:solidFill>
                  <a:prstClr val="black"/>
                </a:solidFill>
                <a:latin typeface="Calibri"/>
              </a:rPr>
              <a:t>zijn</a:t>
            </a:r>
            <a:r>
              <a:rPr lang="en-US" altLang="en-US" sz="1200" dirty="0">
                <a:solidFill>
                  <a:prstClr val="black"/>
                </a:solidFill>
                <a:latin typeface="Calibri"/>
              </a:rPr>
              <a:t> </a:t>
            </a:r>
            <a:r>
              <a:rPr lang="en-US" altLang="en-US" sz="1200" dirty="0" err="1">
                <a:solidFill>
                  <a:prstClr val="black"/>
                </a:solidFill>
                <a:latin typeface="Calibri"/>
              </a:rPr>
              <a:t>rol</a:t>
            </a:r>
            <a:r>
              <a:rPr lang="en-US" altLang="en-US" sz="1200" dirty="0">
                <a:solidFill>
                  <a:prstClr val="black"/>
                </a:solidFill>
                <a:latin typeface="Calibri"/>
              </a:rPr>
              <a:t> </a:t>
            </a:r>
            <a:r>
              <a:rPr lang="en-US" altLang="en-US" sz="1200" dirty="0" err="1">
                <a:solidFill>
                  <a:prstClr val="black"/>
                </a:solidFill>
                <a:latin typeface="Calibri"/>
              </a:rPr>
              <a:t>niet</a:t>
            </a:r>
            <a:r>
              <a:rPr lang="en-US" altLang="en-US" sz="1200" dirty="0">
                <a:solidFill>
                  <a:prstClr val="black"/>
                </a:solidFill>
                <a:latin typeface="Calibri"/>
              </a:rPr>
              <a:t> </a:t>
            </a:r>
            <a:r>
              <a:rPr lang="en-US" altLang="en-US" sz="1200" dirty="0" err="1">
                <a:solidFill>
                  <a:prstClr val="black"/>
                </a:solidFill>
                <a:latin typeface="Calibri"/>
              </a:rPr>
              <a:t>pakt</a:t>
            </a:r>
            <a:r>
              <a:rPr lang="en-US" altLang="en-US" sz="1200" dirty="0">
                <a:solidFill>
                  <a:prstClr val="black"/>
                </a:solidFill>
                <a:latin typeface="Calibri"/>
              </a:rPr>
              <a:t>, dan </a:t>
            </a:r>
            <a:r>
              <a:rPr lang="en-US" altLang="en-US" sz="1200" dirty="0" err="1">
                <a:solidFill>
                  <a:prstClr val="black"/>
                </a:solidFill>
                <a:latin typeface="Calibri"/>
              </a:rPr>
              <a:t>gaat</a:t>
            </a:r>
            <a:r>
              <a:rPr lang="en-US" altLang="en-US" sz="1200" dirty="0">
                <a:solidFill>
                  <a:prstClr val="black"/>
                </a:solidFill>
                <a:latin typeface="Calibri"/>
              </a:rPr>
              <a:t> de </a:t>
            </a:r>
            <a:r>
              <a:rPr lang="en-US" altLang="en-US" sz="1200" dirty="0" err="1">
                <a:solidFill>
                  <a:prstClr val="black"/>
                </a:solidFill>
                <a:latin typeface="Calibri"/>
              </a:rPr>
              <a:t>primaire</a:t>
            </a:r>
            <a:r>
              <a:rPr lang="en-US" altLang="en-US" sz="1200" dirty="0">
                <a:solidFill>
                  <a:prstClr val="black"/>
                </a:solidFill>
                <a:latin typeface="Calibri"/>
              </a:rPr>
              <a:t> sponsor met </a:t>
            </a:r>
            <a:r>
              <a:rPr lang="en-US" altLang="en-US" sz="1200" dirty="0" err="1">
                <a:solidFill>
                  <a:prstClr val="black"/>
                </a:solidFill>
                <a:latin typeface="Calibri"/>
              </a:rPr>
              <a:t>diegene</a:t>
            </a:r>
            <a:r>
              <a:rPr lang="en-US" altLang="en-US" sz="1200" dirty="0">
                <a:solidFill>
                  <a:prstClr val="black"/>
                </a:solidFill>
                <a:latin typeface="Calibri"/>
              </a:rPr>
              <a:t> in </a:t>
            </a:r>
            <a:r>
              <a:rPr lang="en-US" altLang="en-US" sz="1200" dirty="0" err="1">
                <a:solidFill>
                  <a:prstClr val="black"/>
                </a:solidFill>
                <a:latin typeface="Calibri"/>
              </a:rPr>
              <a:t>gesprek</a:t>
            </a:r>
            <a:r>
              <a:rPr lang="en-US" altLang="en-US" sz="1200" dirty="0">
                <a:solidFill>
                  <a:prstClr val="black"/>
                </a:solidFill>
                <a:latin typeface="Calibri"/>
              </a:rPr>
              <a:t> </a:t>
            </a:r>
          </a:p>
          <a:p>
            <a:pPr marL="342900" indent="-342900" defTabSz="912813">
              <a:lnSpc>
                <a:spcPct val="85000"/>
              </a:lnSpc>
              <a:spcBef>
                <a:spcPts val="1200"/>
              </a:spcBef>
              <a:buClr>
                <a:schemeClr val="tx2"/>
              </a:buClr>
              <a:buFont typeface="Arial" panose="020B0604020202020204" pitchFamily="34" charset="0"/>
              <a:buChar char="•"/>
              <a:defRPr/>
            </a:pPr>
            <a:endParaRPr lang="en-US" altLang="en-US" sz="1200" dirty="0">
              <a:solidFill>
                <a:prstClr val="black"/>
              </a:solidFill>
              <a:latin typeface="Calibri"/>
            </a:endParaRPr>
          </a:p>
          <a:p>
            <a:pPr marL="0" indent="0" defTabSz="912813">
              <a:lnSpc>
                <a:spcPct val="85000"/>
              </a:lnSpc>
              <a:spcBef>
                <a:spcPts val="1200"/>
              </a:spcBef>
              <a:buClr>
                <a:schemeClr val="tx2"/>
              </a:buClr>
              <a:buFont typeface="Arial" panose="020B0604020202020204" pitchFamily="34" charset="0"/>
              <a:buNone/>
              <a:defRPr/>
            </a:pPr>
            <a:r>
              <a:rPr lang="en-US" altLang="en-US" sz="1200" dirty="0" err="1">
                <a:solidFill>
                  <a:prstClr val="black"/>
                </a:solidFill>
                <a:latin typeface="Calibri"/>
              </a:rPr>
              <a:t>Communiceer</a:t>
            </a:r>
            <a:r>
              <a:rPr lang="en-US" altLang="en-US" sz="1200" dirty="0">
                <a:solidFill>
                  <a:prstClr val="black"/>
                </a:solidFill>
                <a:latin typeface="Calibri"/>
              </a:rPr>
              <a:t> direct:</a:t>
            </a:r>
          </a:p>
          <a:p>
            <a:pPr marL="171450" indent="-171450" defTabSz="912813">
              <a:lnSpc>
                <a:spcPct val="85000"/>
              </a:lnSpc>
              <a:spcBef>
                <a:spcPts val="1200"/>
              </a:spcBef>
              <a:buClr>
                <a:schemeClr val="tx2"/>
              </a:buClr>
              <a:buFont typeface="Arial" panose="020B0604020202020204" pitchFamily="34" charset="0"/>
              <a:buChar char="•"/>
              <a:defRPr/>
            </a:pPr>
            <a:r>
              <a:rPr lang="en-US" altLang="en-US" sz="1200" dirty="0">
                <a:solidFill>
                  <a:prstClr val="black"/>
                </a:solidFill>
                <a:latin typeface="Calibri"/>
              </a:rPr>
              <a:t>Teamleiders </a:t>
            </a:r>
            <a:r>
              <a:rPr lang="en-US" altLang="en-US" sz="1200" dirty="0" err="1">
                <a:solidFill>
                  <a:prstClr val="black"/>
                </a:solidFill>
                <a:latin typeface="Calibri"/>
              </a:rPr>
              <a:t>bespreken</a:t>
            </a:r>
            <a:r>
              <a:rPr lang="en-US" altLang="en-US" sz="1200" dirty="0">
                <a:solidFill>
                  <a:prstClr val="black"/>
                </a:solidFill>
                <a:latin typeface="Calibri"/>
              </a:rPr>
              <a:t> de </a:t>
            </a:r>
            <a:r>
              <a:rPr lang="en-US" altLang="en-US" sz="1200" dirty="0" err="1">
                <a:solidFill>
                  <a:prstClr val="black"/>
                </a:solidFill>
                <a:latin typeface="Calibri"/>
              </a:rPr>
              <a:t>verandering</a:t>
            </a:r>
            <a:r>
              <a:rPr lang="en-US" altLang="en-US" sz="1200" dirty="0">
                <a:solidFill>
                  <a:prstClr val="black"/>
                </a:solidFill>
                <a:latin typeface="Calibri"/>
              </a:rPr>
              <a:t> in </a:t>
            </a:r>
            <a:r>
              <a:rPr lang="en-US" altLang="en-US" sz="1200" dirty="0" err="1">
                <a:solidFill>
                  <a:prstClr val="black"/>
                </a:solidFill>
                <a:latin typeface="Calibri"/>
              </a:rPr>
              <a:t>teamoverleggen</a:t>
            </a:r>
            <a:r>
              <a:rPr lang="en-US" altLang="en-US" sz="1200" dirty="0">
                <a:solidFill>
                  <a:prstClr val="black"/>
                </a:solidFill>
                <a:latin typeface="Calibri"/>
              </a:rPr>
              <a:t>. </a:t>
            </a:r>
            <a:r>
              <a:rPr lang="en-US" altLang="en-US" sz="1200" dirty="0" err="1">
                <a:solidFill>
                  <a:prstClr val="black"/>
                </a:solidFill>
                <a:latin typeface="Calibri"/>
              </a:rPr>
              <a:t>Gaan</a:t>
            </a:r>
            <a:r>
              <a:rPr lang="en-US" altLang="en-US" sz="1200" dirty="0">
                <a:solidFill>
                  <a:prstClr val="black"/>
                </a:solidFill>
                <a:latin typeface="Calibri"/>
              </a:rPr>
              <a:t> in </a:t>
            </a:r>
            <a:r>
              <a:rPr lang="en-US" altLang="en-US" sz="1200" dirty="0" err="1">
                <a:solidFill>
                  <a:prstClr val="black"/>
                </a:solidFill>
                <a:latin typeface="Calibri"/>
              </a:rPr>
              <a:t>gesprek</a:t>
            </a:r>
            <a:r>
              <a:rPr lang="en-US" altLang="en-US" sz="1200" dirty="0">
                <a:solidFill>
                  <a:prstClr val="black"/>
                </a:solidFill>
                <a:latin typeface="Calibri"/>
              </a:rPr>
              <a:t> over de </a:t>
            </a:r>
            <a:r>
              <a:rPr lang="en-US" altLang="en-US" sz="1200" dirty="0" err="1">
                <a:solidFill>
                  <a:prstClr val="black"/>
                </a:solidFill>
                <a:latin typeface="Calibri"/>
              </a:rPr>
              <a:t>verandering</a:t>
            </a:r>
            <a:r>
              <a:rPr lang="en-US" altLang="en-US" sz="1200" dirty="0">
                <a:solidFill>
                  <a:prstClr val="black"/>
                </a:solidFill>
                <a:latin typeface="Calibri"/>
              </a:rPr>
              <a:t> met </a:t>
            </a:r>
            <a:r>
              <a:rPr lang="en-US" altLang="en-US" sz="1200" dirty="0" err="1">
                <a:solidFill>
                  <a:prstClr val="black"/>
                </a:solidFill>
                <a:latin typeface="Calibri"/>
              </a:rPr>
              <a:t>medewerkers</a:t>
            </a:r>
            <a:r>
              <a:rPr lang="en-US" altLang="en-US" sz="1200" dirty="0">
                <a:solidFill>
                  <a:prstClr val="black"/>
                </a:solidFill>
                <a:latin typeface="Calibri"/>
              </a:rPr>
              <a:t>. En </a:t>
            </a:r>
            <a:r>
              <a:rPr lang="en-US" altLang="en-US" sz="1200" dirty="0" err="1">
                <a:solidFill>
                  <a:prstClr val="black"/>
                </a:solidFill>
                <a:latin typeface="Calibri"/>
              </a:rPr>
              <a:t>signaleren</a:t>
            </a:r>
            <a:r>
              <a:rPr lang="en-US" altLang="en-US" sz="1200" dirty="0">
                <a:solidFill>
                  <a:prstClr val="black"/>
                </a:solidFill>
                <a:latin typeface="Calibri"/>
              </a:rPr>
              <a:t> </a:t>
            </a:r>
            <a:r>
              <a:rPr lang="en-US" altLang="en-US" sz="1200" dirty="0" err="1">
                <a:solidFill>
                  <a:prstClr val="black"/>
                </a:solidFill>
                <a:latin typeface="Calibri"/>
              </a:rPr>
              <a:t>daarmee</a:t>
            </a:r>
            <a:r>
              <a:rPr lang="en-US" altLang="en-US" sz="1200" dirty="0">
                <a:solidFill>
                  <a:prstClr val="black"/>
                </a:solidFill>
                <a:latin typeface="Calibri"/>
              </a:rPr>
              <a:t> </a:t>
            </a:r>
            <a:r>
              <a:rPr lang="en-US" altLang="en-US" sz="1200" dirty="0" err="1">
                <a:solidFill>
                  <a:prstClr val="black"/>
                </a:solidFill>
                <a:latin typeface="Calibri"/>
              </a:rPr>
              <a:t>eventuele</a:t>
            </a:r>
            <a:r>
              <a:rPr lang="en-US" altLang="en-US" sz="1200" dirty="0">
                <a:solidFill>
                  <a:prstClr val="black"/>
                </a:solidFill>
                <a:latin typeface="Calibri"/>
              </a:rPr>
              <a:t> </a:t>
            </a:r>
            <a:r>
              <a:rPr lang="en-US" altLang="en-US" sz="1200" dirty="0" err="1">
                <a:solidFill>
                  <a:prstClr val="black"/>
                </a:solidFill>
                <a:latin typeface="Calibri"/>
              </a:rPr>
              <a:t>belemmeringen</a:t>
            </a:r>
            <a:r>
              <a:rPr lang="en-US" altLang="en-US" sz="1200" dirty="0">
                <a:solidFill>
                  <a:prstClr val="black"/>
                </a:solidFill>
                <a:latin typeface="Calibri"/>
              </a:rPr>
              <a:t>. </a:t>
            </a:r>
          </a:p>
          <a:p>
            <a:pPr marL="171450" indent="-171450" defTabSz="912813">
              <a:lnSpc>
                <a:spcPct val="85000"/>
              </a:lnSpc>
              <a:spcBef>
                <a:spcPts val="1200"/>
              </a:spcBef>
              <a:buClr>
                <a:schemeClr val="tx2"/>
              </a:buClr>
              <a:buFont typeface="Arial" panose="020B0604020202020204" pitchFamily="34" charset="0"/>
              <a:buChar char="•"/>
              <a:defRPr/>
            </a:pPr>
            <a:r>
              <a:rPr lang="en-US" altLang="en-US" sz="1200" dirty="0" err="1">
                <a:solidFill>
                  <a:prstClr val="black"/>
                </a:solidFill>
                <a:latin typeface="Calibri"/>
              </a:rPr>
              <a:t>Berichtgeving</a:t>
            </a:r>
            <a:r>
              <a:rPr lang="en-US" altLang="en-US" sz="1200" dirty="0">
                <a:solidFill>
                  <a:prstClr val="black"/>
                </a:solidFill>
                <a:latin typeface="Calibri"/>
              </a:rPr>
              <a:t> over de </a:t>
            </a:r>
            <a:r>
              <a:rPr lang="en-US" altLang="en-US" sz="1200" dirty="0" err="1">
                <a:solidFill>
                  <a:prstClr val="black"/>
                </a:solidFill>
                <a:latin typeface="Calibri"/>
              </a:rPr>
              <a:t>verandering</a:t>
            </a:r>
            <a:r>
              <a:rPr lang="en-US" altLang="en-US" sz="1200" dirty="0">
                <a:solidFill>
                  <a:prstClr val="black"/>
                </a:solidFill>
                <a:latin typeface="Calibri"/>
              </a:rPr>
              <a:t> </a:t>
            </a:r>
            <a:r>
              <a:rPr lang="en-US" altLang="en-US" sz="1200" dirty="0" err="1">
                <a:solidFill>
                  <a:prstClr val="black"/>
                </a:solidFill>
                <a:latin typeface="Calibri"/>
              </a:rPr>
              <a:t>komt</a:t>
            </a:r>
            <a:r>
              <a:rPr lang="en-US" altLang="en-US" sz="1200" dirty="0">
                <a:solidFill>
                  <a:prstClr val="black"/>
                </a:solidFill>
                <a:latin typeface="Calibri"/>
              </a:rPr>
              <a:t> </a:t>
            </a:r>
            <a:r>
              <a:rPr lang="en-US" altLang="en-US" sz="1200" dirty="0" err="1">
                <a:solidFill>
                  <a:prstClr val="black"/>
                </a:solidFill>
                <a:latin typeface="Calibri"/>
              </a:rPr>
              <a:t>rechtstreeks</a:t>
            </a:r>
            <a:r>
              <a:rPr lang="en-US" altLang="en-US" sz="1200" dirty="0">
                <a:solidFill>
                  <a:prstClr val="black"/>
                </a:solidFill>
                <a:latin typeface="Calibri"/>
              </a:rPr>
              <a:t> </a:t>
            </a:r>
            <a:r>
              <a:rPr lang="en-US" altLang="en-US" sz="1200" dirty="0" err="1">
                <a:solidFill>
                  <a:prstClr val="black"/>
                </a:solidFill>
                <a:latin typeface="Calibri"/>
              </a:rPr>
              <a:t>vanuit</a:t>
            </a:r>
            <a:r>
              <a:rPr lang="en-US" altLang="en-US" sz="1200" dirty="0">
                <a:solidFill>
                  <a:prstClr val="black"/>
                </a:solidFill>
                <a:latin typeface="Calibri"/>
              </a:rPr>
              <a:t> een sponsor op </a:t>
            </a:r>
            <a:r>
              <a:rPr lang="en-US" altLang="en-US" sz="1200" dirty="0" err="1">
                <a:solidFill>
                  <a:prstClr val="black"/>
                </a:solidFill>
                <a:latin typeface="Calibri"/>
              </a:rPr>
              <a:t>organisatieniveau</a:t>
            </a:r>
            <a:r>
              <a:rPr lang="en-US" altLang="en-US" sz="1200" dirty="0">
                <a:solidFill>
                  <a:prstClr val="black"/>
                </a:solidFill>
                <a:latin typeface="Calibri"/>
              </a:rPr>
              <a:t>. </a:t>
            </a:r>
            <a:r>
              <a:rPr lang="en-US" altLang="en-US" sz="1200" dirty="0" err="1">
                <a:solidFill>
                  <a:prstClr val="black"/>
                </a:solidFill>
                <a:latin typeface="Calibri"/>
              </a:rPr>
              <a:t>Niet</a:t>
            </a:r>
            <a:r>
              <a:rPr lang="en-US" altLang="en-US" sz="1200" dirty="0">
                <a:solidFill>
                  <a:prstClr val="black"/>
                </a:solidFill>
                <a:latin typeface="Calibri"/>
              </a:rPr>
              <a:t> via een </a:t>
            </a:r>
            <a:r>
              <a:rPr lang="en-US" altLang="en-US" sz="1200" dirty="0" err="1">
                <a:solidFill>
                  <a:prstClr val="black"/>
                </a:solidFill>
                <a:latin typeface="Calibri"/>
              </a:rPr>
              <a:t>communicatieteam</a:t>
            </a:r>
            <a:r>
              <a:rPr lang="en-US" altLang="en-US" sz="1200" dirty="0">
                <a:solidFill>
                  <a:prstClr val="black"/>
                </a:solidFill>
                <a:latin typeface="Calibri"/>
              </a:rPr>
              <a:t>. </a:t>
            </a:r>
          </a:p>
          <a:p>
            <a:pPr marL="0" indent="0" defTabSz="912813">
              <a:lnSpc>
                <a:spcPct val="85000"/>
              </a:lnSpc>
              <a:spcBef>
                <a:spcPts val="1200"/>
              </a:spcBef>
              <a:buClr>
                <a:schemeClr val="tx2"/>
              </a:buClr>
              <a:buFont typeface="Arial" panose="020B0604020202020204" pitchFamily="34" charset="0"/>
              <a:buNone/>
              <a:defRPr/>
            </a:pPr>
            <a:endParaRPr lang="en-US" altLang="en-US" sz="1200" dirty="0">
              <a:solidFill>
                <a:prstClr val="black"/>
              </a:solidFill>
              <a:latin typeface="Calibri"/>
            </a:endParaRPr>
          </a:p>
          <a:p>
            <a:endParaRPr lang="en-US" dirty="0"/>
          </a:p>
        </p:txBody>
      </p:sp>
      <p:sp>
        <p:nvSpPr>
          <p:cNvPr id="4" name="Tijdelijke aanduiding voor dianummer 3"/>
          <p:cNvSpPr>
            <a:spLocks noGrp="1"/>
          </p:cNvSpPr>
          <p:nvPr>
            <p:ph type="sldNum" sz="quarter" idx="5"/>
          </p:nvPr>
        </p:nvSpPr>
        <p:spPr/>
        <p:txBody>
          <a:bodyPr/>
          <a:lstStyle/>
          <a:p>
            <a:fld id="{4368E44D-58CF-484B-A153-B0B25C0AA8FC}" type="slidenum">
              <a:rPr lang="en-US" smtClean="0"/>
              <a:t>21</a:t>
            </a:fld>
            <a:endParaRPr lang="en-US"/>
          </a:p>
        </p:txBody>
      </p:sp>
    </p:spTree>
    <p:extLst>
      <p:ext uri="{BB962C8B-B14F-4D97-AF65-F5344CB8AC3E}">
        <p14:creationId xmlns:p14="http://schemas.microsoft.com/office/powerpoint/2010/main" val="7281843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Als je een opdracht doet die te maken heeft met de strategie van een organisatie, maar je primaire sponsor of opdrachtgever is een teamleider of iemand uit de operatie. Dan zit er aan de voorkant al iets fout. Bij een strategisch vraagstuk moet de verantwoordelijkheid voor de oplossing ook liggen op strategisch niveau. Anders loop je het risico dat adviezen niet worden overgenomen. </a:t>
            </a:r>
            <a:endParaRPr lang="en-US" dirty="0"/>
          </a:p>
        </p:txBody>
      </p:sp>
      <p:sp>
        <p:nvSpPr>
          <p:cNvPr id="4" name="Tijdelijke aanduiding voor dianummer 3"/>
          <p:cNvSpPr>
            <a:spLocks noGrp="1"/>
          </p:cNvSpPr>
          <p:nvPr>
            <p:ph type="sldNum" sz="quarter" idx="5"/>
          </p:nvPr>
        </p:nvSpPr>
        <p:spPr/>
        <p:txBody>
          <a:bodyPr/>
          <a:lstStyle/>
          <a:p>
            <a:fld id="{4368E44D-58CF-484B-A153-B0B25C0AA8FC}" type="slidenum">
              <a:rPr lang="en-US" smtClean="0"/>
              <a:t>22</a:t>
            </a:fld>
            <a:endParaRPr lang="en-US"/>
          </a:p>
        </p:txBody>
      </p:sp>
    </p:spTree>
    <p:extLst>
      <p:ext uri="{BB962C8B-B14F-4D97-AF65-F5344CB8AC3E}">
        <p14:creationId xmlns:p14="http://schemas.microsoft.com/office/powerpoint/2010/main" val="11369390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Informele sponsors zijn mensen met informele invloed in een team. Mensen die er al lang werken bijvoorbeeld en een sterke stem hebben. Mensen naar wie geluisterd wordt. </a:t>
            </a:r>
            <a:endParaRPr lang="en-US" dirty="0"/>
          </a:p>
        </p:txBody>
      </p:sp>
      <p:sp>
        <p:nvSpPr>
          <p:cNvPr id="4" name="Tijdelijke aanduiding voor dianummer 3"/>
          <p:cNvSpPr>
            <a:spLocks noGrp="1"/>
          </p:cNvSpPr>
          <p:nvPr>
            <p:ph type="sldNum" sz="quarter" idx="5"/>
          </p:nvPr>
        </p:nvSpPr>
        <p:spPr/>
        <p:txBody>
          <a:bodyPr/>
          <a:lstStyle/>
          <a:p>
            <a:fld id="{4368E44D-58CF-484B-A153-B0B25C0AA8FC}" type="slidenum">
              <a:rPr lang="en-US" smtClean="0"/>
              <a:t>23</a:t>
            </a:fld>
            <a:endParaRPr lang="en-US"/>
          </a:p>
        </p:txBody>
      </p:sp>
    </p:spTree>
    <p:extLst>
      <p:ext uri="{BB962C8B-B14F-4D97-AF65-F5344CB8AC3E}">
        <p14:creationId xmlns:p14="http://schemas.microsoft.com/office/powerpoint/2010/main" val="28172463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0" indent="0">
              <a:lnSpc>
                <a:spcPct val="150000"/>
              </a:lnSpc>
              <a:buFont typeface="Arial" panose="020B0604020202020204" pitchFamily="34" charset="0"/>
              <a:buNone/>
            </a:pPr>
            <a:r>
              <a:rPr lang="nl-NL" sz="1200"/>
              <a:t>Kern van de boodschap kan 100% correct zijn, maar kan zowel beïnvloed worden door de individu als de groep. </a:t>
            </a:r>
          </a:p>
          <a:p>
            <a:pPr marL="0" indent="0">
              <a:lnSpc>
                <a:spcPct val="150000"/>
              </a:lnSpc>
              <a:buFont typeface="Arial" panose="020B0604020202020204" pitchFamily="34" charset="0"/>
              <a:buNone/>
            </a:pPr>
            <a:r>
              <a:rPr lang="nl-NL" sz="1200"/>
              <a:t>Op individueel niveau kan iemand instemmen, maar als gevolg van groepsdenken in de groep niet meer. </a:t>
            </a:r>
          </a:p>
          <a:p>
            <a:pPr marL="0" indent="0">
              <a:lnSpc>
                <a:spcPct val="150000"/>
              </a:lnSpc>
              <a:buFont typeface="Arial" panose="020B0604020202020204" pitchFamily="34" charset="0"/>
              <a:buNone/>
            </a:pPr>
            <a:r>
              <a:rPr lang="nl-NL" sz="1200"/>
              <a:t>Je bent niet altijd in de positie om dit groepsdenken te benoemen of weg te nemen. </a:t>
            </a:r>
          </a:p>
          <a:p>
            <a:pPr marL="0" indent="0">
              <a:lnSpc>
                <a:spcPct val="150000"/>
              </a:lnSpc>
              <a:buFont typeface="Arial" panose="020B0604020202020204" pitchFamily="34" charset="0"/>
              <a:buNone/>
            </a:pPr>
            <a:r>
              <a:rPr lang="nl-NL" sz="1200"/>
              <a:t>Het is belangrijk om jezelf ervan bewust te zijn dat dit aanwezig kan zijn. </a:t>
            </a:r>
          </a:p>
          <a:p>
            <a:endParaRPr lang="nl-NL"/>
          </a:p>
        </p:txBody>
      </p:sp>
      <p:sp>
        <p:nvSpPr>
          <p:cNvPr id="4" name="Tijdelijke aanduiding voor dianummer 3"/>
          <p:cNvSpPr>
            <a:spLocks noGrp="1"/>
          </p:cNvSpPr>
          <p:nvPr>
            <p:ph type="sldNum" sz="quarter" idx="5"/>
          </p:nvPr>
        </p:nvSpPr>
        <p:spPr/>
        <p:txBody>
          <a:bodyPr/>
          <a:lstStyle/>
          <a:p>
            <a:fld id="{A201304D-0BFB-42EE-AE35-1D1FE5347F2C}" type="slidenum">
              <a:rPr lang="nl-NL" smtClean="0"/>
              <a:t>24</a:t>
            </a:fld>
            <a:endParaRPr lang="nl-NL"/>
          </a:p>
        </p:txBody>
      </p:sp>
    </p:spTree>
    <p:extLst>
      <p:ext uri="{BB962C8B-B14F-4D97-AF65-F5344CB8AC3E}">
        <p14:creationId xmlns:p14="http://schemas.microsoft.com/office/powerpoint/2010/main" val="11234391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Bespreek dit ook met je opdrachtgever. Ga in gesprek over wie de leidende coalitie zou kunnen vormen voor de opdracht. </a:t>
            </a:r>
            <a:endParaRPr lang="en-US" dirty="0"/>
          </a:p>
        </p:txBody>
      </p:sp>
      <p:sp>
        <p:nvSpPr>
          <p:cNvPr id="4" name="Tijdelijke aanduiding voor dianummer 3"/>
          <p:cNvSpPr>
            <a:spLocks noGrp="1"/>
          </p:cNvSpPr>
          <p:nvPr>
            <p:ph type="sldNum" sz="quarter" idx="5"/>
          </p:nvPr>
        </p:nvSpPr>
        <p:spPr/>
        <p:txBody>
          <a:bodyPr/>
          <a:lstStyle/>
          <a:p>
            <a:fld id="{E0FB6706-A364-4047-ACC1-5CD0F228248A}" type="slidenum">
              <a:rPr lang="nl-NL" smtClean="0"/>
              <a:t>26</a:t>
            </a:fld>
            <a:endParaRPr lang="nl-NL"/>
          </a:p>
        </p:txBody>
      </p:sp>
    </p:spTree>
    <p:extLst>
      <p:ext uri="{BB962C8B-B14F-4D97-AF65-F5344CB8AC3E}">
        <p14:creationId xmlns:p14="http://schemas.microsoft.com/office/powerpoint/2010/main" val="1132543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685800" y="1143000"/>
            <a:ext cx="5486400" cy="3086100"/>
          </a:xfrm>
        </p:spPr>
      </p:sp>
      <p:sp>
        <p:nvSpPr>
          <p:cNvPr id="3" name="Tijdelijke aanduiding voor notities 2"/>
          <p:cNvSpPr>
            <a:spLocks noGrp="1"/>
          </p:cNvSpPr>
          <p:nvPr>
            <p:ph type="body" idx="1"/>
          </p:nvPr>
        </p:nvSpPr>
        <p:spPr/>
        <p:txBody>
          <a:bodyPr/>
          <a:lstStyle/>
          <a:p>
            <a:endParaRPr lang="nl-NL" dirty="0"/>
          </a:p>
          <a:p>
            <a:endParaRPr lang="nl-NL" dirty="0"/>
          </a:p>
        </p:txBody>
      </p:sp>
      <p:sp>
        <p:nvSpPr>
          <p:cNvPr id="4" name="Tijdelijke aanduiding voor dianumm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FB6706-A364-4047-ACC1-5CD0F228248A}"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nl-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166269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685800" y="1143000"/>
            <a:ext cx="5486400" cy="3086100"/>
          </a:xfrm>
        </p:spPr>
      </p:sp>
      <p:sp>
        <p:nvSpPr>
          <p:cNvPr id="3" name="Tijdelijke aanduiding voor notities 2"/>
          <p:cNvSpPr>
            <a:spLocks noGrp="1"/>
          </p:cNvSpPr>
          <p:nvPr>
            <p:ph type="body" idx="1"/>
          </p:nvPr>
        </p:nvSpPr>
        <p:spPr/>
        <p:txBody>
          <a:bodyPr/>
          <a:lstStyle/>
          <a:p>
            <a:endParaRPr lang="nl-NL" dirty="0"/>
          </a:p>
          <a:p>
            <a:endParaRPr lang="nl-NL" dirty="0"/>
          </a:p>
        </p:txBody>
      </p:sp>
      <p:sp>
        <p:nvSpPr>
          <p:cNvPr id="4" name="Tijdelijke aanduiding voor dianumm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FB6706-A364-4047-ACC1-5CD0F228248A}"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nl-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121038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685800" y="1143000"/>
            <a:ext cx="5486400" cy="3086100"/>
          </a:xfrm>
        </p:spPr>
      </p:sp>
      <p:sp>
        <p:nvSpPr>
          <p:cNvPr id="3" name="Tijdelijke aanduiding voor notities 2"/>
          <p:cNvSpPr>
            <a:spLocks noGrp="1"/>
          </p:cNvSpPr>
          <p:nvPr>
            <p:ph type="body" idx="1"/>
          </p:nvPr>
        </p:nvSpPr>
        <p:spPr/>
        <p:txBody>
          <a:bodyPr/>
          <a:lstStyle/>
          <a:p>
            <a:endParaRPr lang="nl-NL" dirty="0"/>
          </a:p>
          <a:p>
            <a:endParaRPr lang="nl-NL" dirty="0"/>
          </a:p>
        </p:txBody>
      </p:sp>
      <p:sp>
        <p:nvSpPr>
          <p:cNvPr id="4" name="Tijdelijke aanduiding voor dianumm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FB6706-A364-4047-ACC1-5CD0F228248A}"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nl-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673956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685800" y="1143000"/>
            <a:ext cx="5486400" cy="3086100"/>
          </a:xfrm>
        </p:spPr>
      </p:sp>
      <p:sp>
        <p:nvSpPr>
          <p:cNvPr id="3" name="Tijdelijke aanduiding voor notities 2"/>
          <p:cNvSpPr>
            <a:spLocks noGrp="1"/>
          </p:cNvSpPr>
          <p:nvPr>
            <p:ph type="body" idx="1"/>
          </p:nvPr>
        </p:nvSpPr>
        <p:spPr/>
        <p:txBody>
          <a:bodyPr/>
          <a:lstStyle/>
          <a:p>
            <a:r>
              <a:rPr lang="nl-NL" dirty="0"/>
              <a:t>Je mag hiervoor </a:t>
            </a:r>
            <a:r>
              <a:rPr lang="nl-NL" dirty="0" err="1"/>
              <a:t>ChatGPT</a:t>
            </a:r>
            <a:r>
              <a:rPr lang="nl-NL"/>
              <a:t> gebruiken </a:t>
            </a:r>
            <a:endParaRPr lang="nl-NL" dirty="0"/>
          </a:p>
        </p:txBody>
      </p:sp>
      <p:sp>
        <p:nvSpPr>
          <p:cNvPr id="4" name="Tijdelijke aanduiding voor dianumm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FB6706-A364-4047-ACC1-5CD0F228248A}"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nl-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646909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Dit behandelen we volgende week… </a:t>
            </a:r>
            <a:endParaRPr lang="en-US" dirty="0"/>
          </a:p>
        </p:txBody>
      </p:sp>
      <p:sp>
        <p:nvSpPr>
          <p:cNvPr id="4" name="Tijdelijke aanduiding voor dianummer 3"/>
          <p:cNvSpPr>
            <a:spLocks noGrp="1"/>
          </p:cNvSpPr>
          <p:nvPr>
            <p:ph type="sldNum" sz="quarter" idx="5"/>
          </p:nvPr>
        </p:nvSpPr>
        <p:spPr/>
        <p:txBody>
          <a:bodyPr/>
          <a:lstStyle/>
          <a:p>
            <a:fld id="{E0FB6706-A364-4047-ACC1-5CD0F228248A}" type="slidenum">
              <a:rPr lang="nl-NL" smtClean="0"/>
              <a:t>32</a:t>
            </a:fld>
            <a:endParaRPr lang="nl-NL"/>
          </a:p>
        </p:txBody>
      </p:sp>
    </p:spTree>
    <p:extLst>
      <p:ext uri="{BB962C8B-B14F-4D97-AF65-F5344CB8AC3E}">
        <p14:creationId xmlns:p14="http://schemas.microsoft.com/office/powerpoint/2010/main" val="39867601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dia">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22" y="630944"/>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5" y="1098388"/>
            <a:ext cx="10318419" cy="4394988"/>
          </a:xfrm>
        </p:spPr>
        <p:txBody>
          <a:bodyPr anchor="ctr">
            <a:noAutofit/>
          </a:bodyPr>
          <a:lstStyle>
            <a:lvl1pPr algn="ctr">
              <a:defRPr sz="3164" spc="254" baseline="0"/>
            </a:lvl1pPr>
          </a:lstStyle>
          <a:p>
            <a:r>
              <a:rPr lang="nl-NL"/>
              <a:t>Klik om stijl te bewerken</a:t>
            </a:r>
            <a:endParaRPr lang="en-US"/>
          </a:p>
        </p:txBody>
      </p:sp>
      <p:sp>
        <p:nvSpPr>
          <p:cNvPr id="3" name="Subtitle 2"/>
          <p:cNvSpPr>
            <a:spLocks noGrp="1"/>
          </p:cNvSpPr>
          <p:nvPr>
            <p:ph type="subTitle" idx="1"/>
          </p:nvPr>
        </p:nvSpPr>
        <p:spPr>
          <a:xfrm>
            <a:off x="2215048" y="5979204"/>
            <a:ext cx="8045373" cy="742279"/>
          </a:xfrm>
        </p:spPr>
        <p:txBody>
          <a:bodyPr anchor="t">
            <a:normAutofit/>
          </a:bodyPr>
          <a:lstStyle>
            <a:lvl1pPr marL="0" indent="0" algn="ctr">
              <a:lnSpc>
                <a:spcPct val="100000"/>
              </a:lnSpc>
              <a:buNone/>
              <a:defRPr sz="633" b="1" i="0" cap="all" spc="127" baseline="0">
                <a:solidFill>
                  <a:schemeClr val="tx2"/>
                </a:solidFill>
              </a:defRPr>
            </a:lvl1pPr>
            <a:lvl2pPr marL="144661" indent="0" algn="ctr">
              <a:buNone/>
              <a:defRPr sz="633"/>
            </a:lvl2pPr>
            <a:lvl3pPr marL="289322" indent="0" algn="ctr">
              <a:buNone/>
              <a:defRPr sz="570"/>
            </a:lvl3pPr>
            <a:lvl4pPr marL="433983" indent="0" algn="ctr">
              <a:buNone/>
              <a:defRPr sz="506"/>
            </a:lvl4pPr>
            <a:lvl5pPr marL="578644" indent="0" algn="ctr">
              <a:buNone/>
              <a:defRPr sz="506"/>
            </a:lvl5pPr>
            <a:lvl6pPr marL="723305" indent="0" algn="ctr">
              <a:buNone/>
              <a:defRPr sz="506"/>
            </a:lvl6pPr>
            <a:lvl7pPr marL="867966" indent="0" algn="ctr">
              <a:buNone/>
              <a:defRPr sz="506"/>
            </a:lvl7pPr>
            <a:lvl8pPr marL="1012627" indent="0" algn="ctr">
              <a:buNone/>
              <a:defRPr sz="506"/>
            </a:lvl8pPr>
            <a:lvl9pPr marL="1157288" indent="0" algn="ctr">
              <a:buNone/>
              <a:defRPr sz="506"/>
            </a:lvl9pPr>
          </a:lstStyle>
          <a:p>
            <a:r>
              <a:rPr lang="nl-NL"/>
              <a:t>Klikken om de ondertitelstijl van het model te bewerken</a:t>
            </a:r>
            <a:endParaRPr lang="en-US"/>
          </a:p>
        </p:txBody>
      </p:sp>
      <p:sp>
        <p:nvSpPr>
          <p:cNvPr id="4" name="Date Placeholder 3"/>
          <p:cNvSpPr>
            <a:spLocks noGrp="1"/>
          </p:cNvSpPr>
          <p:nvPr>
            <p:ph type="dt" sz="half" idx="10"/>
          </p:nvPr>
        </p:nvSpPr>
        <p:spPr>
          <a:xfrm>
            <a:off x="1078525" y="6375679"/>
            <a:ext cx="2329723" cy="348462"/>
          </a:xfrm>
        </p:spPr>
        <p:txBody>
          <a:bodyPr/>
          <a:lstStyle>
            <a:lvl1pPr>
              <a:defRPr baseline="0">
                <a:solidFill>
                  <a:schemeClr val="accent1">
                    <a:lumMod val="50000"/>
                  </a:schemeClr>
                </a:solidFill>
              </a:defRPr>
            </a:lvl1pPr>
          </a:lstStyle>
          <a:p>
            <a:fld id="{9334D819-9F07-4261-B09B-9E467E5D9002}" type="datetimeFigureOut">
              <a:rPr lang="en-US" dirty="0"/>
              <a:pPr/>
              <a:t>4/14/2025</a:t>
            </a:fld>
            <a:endParaRPr lang="en-US"/>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a:p>
        </p:txBody>
      </p:sp>
      <p:sp>
        <p:nvSpPr>
          <p:cNvPr id="6" name="Slide Number Placeholder 5"/>
          <p:cNvSpPr>
            <a:spLocks noGrp="1"/>
          </p:cNvSpPr>
          <p:nvPr>
            <p:ph type="sldNum" sz="quarter" idx="12"/>
          </p:nvPr>
        </p:nvSpPr>
        <p:spPr>
          <a:xfrm>
            <a:off x="9067221" y="6375679"/>
            <a:ext cx="2329723" cy="345796"/>
          </a:xfrm>
        </p:spPr>
        <p:txBody>
          <a:bodyPr/>
          <a:lstStyle>
            <a:lvl1pPr>
              <a:defRPr baseline="0">
                <a:solidFill>
                  <a:schemeClr val="accent1">
                    <a:lumMod val="50000"/>
                  </a:schemeClr>
                </a:solidFill>
              </a:defRPr>
            </a:lvl1pPr>
          </a:lstStyle>
          <a:p>
            <a:fld id="{71766878-3199-4EAB-94E7-2D6D11070E14}" type="slidenum">
              <a:rPr lang="en-US" dirty="0"/>
              <a:pPr/>
              <a:t>‹nr.›</a:t>
            </a:fld>
            <a:endParaRPr lang="en-US"/>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7417179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a:p>
        </p:txBody>
      </p:sp>
      <p:sp>
        <p:nvSpPr>
          <p:cNvPr id="3" name="Content Placeholder 2"/>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Date Placeholder 3"/>
          <p:cNvSpPr>
            <a:spLocks noGrp="1"/>
          </p:cNvSpPr>
          <p:nvPr>
            <p:ph type="dt" sz="half" idx="10"/>
          </p:nvPr>
        </p:nvSpPr>
        <p:spPr/>
        <p:txBody>
          <a:bodyPr/>
          <a:lstStyle/>
          <a:p>
            <a:fld id="{9334D819-9F07-4261-B09B-9E467E5D9002}" type="datetimeFigureOut">
              <a:rPr lang="en-US" dirty="0"/>
              <a:t>4/14/2025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766878-3199-4EAB-94E7-2D6D11070E14}" type="slidenum">
              <a:rPr lang="en-US" dirty="0"/>
              <a:t>‹nr.›</a:t>
            </a:fld>
            <a:endParaRPr lang="en-US"/>
          </a:p>
        </p:txBody>
      </p:sp>
    </p:spTree>
    <p:extLst>
      <p:ext uri="{BB962C8B-B14F-4D97-AF65-F5344CB8AC3E}">
        <p14:creationId xmlns:p14="http://schemas.microsoft.com/office/powerpoint/2010/main" val="22696763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ekop">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34" y="1073896"/>
            <a:ext cx="8187071" cy="4064627"/>
          </a:xfrm>
        </p:spPr>
        <p:txBody>
          <a:bodyPr anchor="b">
            <a:normAutofit/>
          </a:bodyPr>
          <a:lstStyle>
            <a:lvl1pPr>
              <a:defRPr sz="2658" spc="254" baseline="0">
                <a:solidFill>
                  <a:schemeClr val="tx2"/>
                </a:solidFill>
              </a:defRPr>
            </a:lvl1pPr>
          </a:lstStyle>
          <a:p>
            <a:r>
              <a:rPr lang="nl-NL"/>
              <a:t>Klik om stijl te bewerken</a:t>
            </a:r>
            <a:endParaRPr lang="en-US"/>
          </a:p>
        </p:txBody>
      </p:sp>
      <p:sp>
        <p:nvSpPr>
          <p:cNvPr id="3" name="Text Placeholder 2"/>
          <p:cNvSpPr>
            <a:spLocks noGrp="1"/>
          </p:cNvSpPr>
          <p:nvPr>
            <p:ph type="body" idx="1"/>
          </p:nvPr>
        </p:nvSpPr>
        <p:spPr>
          <a:xfrm>
            <a:off x="3242931" y="5159789"/>
            <a:ext cx="7017488" cy="951135"/>
          </a:xfrm>
        </p:spPr>
        <p:txBody>
          <a:bodyPr>
            <a:normAutofit/>
          </a:bodyPr>
          <a:lstStyle>
            <a:lvl1pPr marL="0" indent="0">
              <a:lnSpc>
                <a:spcPct val="100000"/>
              </a:lnSpc>
              <a:buNone/>
              <a:defRPr sz="633" b="1" i="0" cap="all" spc="127" baseline="0">
                <a:solidFill>
                  <a:schemeClr val="accent1"/>
                </a:solidFill>
              </a:defRPr>
            </a:lvl1pPr>
            <a:lvl2pPr marL="144661" indent="0">
              <a:buNone/>
              <a:defRPr sz="633">
                <a:solidFill>
                  <a:schemeClr val="tx1">
                    <a:tint val="75000"/>
                  </a:schemeClr>
                </a:solidFill>
              </a:defRPr>
            </a:lvl2pPr>
            <a:lvl3pPr marL="289322" indent="0">
              <a:buNone/>
              <a:defRPr sz="570">
                <a:solidFill>
                  <a:schemeClr val="tx1">
                    <a:tint val="75000"/>
                  </a:schemeClr>
                </a:solidFill>
              </a:defRPr>
            </a:lvl3pPr>
            <a:lvl4pPr marL="433983" indent="0">
              <a:buNone/>
              <a:defRPr sz="506">
                <a:solidFill>
                  <a:schemeClr val="tx1">
                    <a:tint val="75000"/>
                  </a:schemeClr>
                </a:solidFill>
              </a:defRPr>
            </a:lvl4pPr>
            <a:lvl5pPr marL="578644" indent="0">
              <a:buNone/>
              <a:defRPr sz="506">
                <a:solidFill>
                  <a:schemeClr val="tx1">
                    <a:tint val="75000"/>
                  </a:schemeClr>
                </a:solidFill>
              </a:defRPr>
            </a:lvl5pPr>
            <a:lvl6pPr marL="723305" indent="0">
              <a:buNone/>
              <a:defRPr sz="506">
                <a:solidFill>
                  <a:schemeClr val="tx1">
                    <a:tint val="75000"/>
                  </a:schemeClr>
                </a:solidFill>
              </a:defRPr>
            </a:lvl6pPr>
            <a:lvl7pPr marL="867966" indent="0">
              <a:buNone/>
              <a:defRPr sz="506">
                <a:solidFill>
                  <a:schemeClr val="tx1">
                    <a:tint val="75000"/>
                  </a:schemeClr>
                </a:solidFill>
              </a:defRPr>
            </a:lvl7pPr>
            <a:lvl8pPr marL="1012627" indent="0">
              <a:buNone/>
              <a:defRPr sz="506">
                <a:solidFill>
                  <a:schemeClr val="tx1">
                    <a:tint val="75000"/>
                  </a:schemeClr>
                </a:solidFill>
              </a:defRPr>
            </a:lvl8pPr>
            <a:lvl9pPr marL="1157288" indent="0">
              <a:buNone/>
              <a:defRPr sz="506">
                <a:solidFill>
                  <a:schemeClr val="tx1">
                    <a:tint val="75000"/>
                  </a:schemeClr>
                </a:solidFill>
              </a:defRPr>
            </a:lvl9pPr>
          </a:lstStyle>
          <a:p>
            <a:pPr lvl="0"/>
            <a:r>
              <a:rPr lang="nl-NL"/>
              <a:t>Klikken om de tekststijl van het model te bewerken</a:t>
            </a:r>
          </a:p>
        </p:txBody>
      </p:sp>
      <p:sp>
        <p:nvSpPr>
          <p:cNvPr id="4" name="Date Placeholder 3"/>
          <p:cNvSpPr>
            <a:spLocks noGrp="1"/>
          </p:cNvSpPr>
          <p:nvPr>
            <p:ph type="dt" sz="half" idx="10"/>
          </p:nvPr>
        </p:nvSpPr>
        <p:spPr>
          <a:xfrm>
            <a:off x="3236549" y="6375679"/>
            <a:ext cx="1493947" cy="348462"/>
          </a:xfrm>
        </p:spPr>
        <p:txBody>
          <a:bodyPr/>
          <a:lstStyle>
            <a:lvl1pPr>
              <a:defRPr baseline="0">
                <a:solidFill>
                  <a:schemeClr val="tx2"/>
                </a:solidFill>
              </a:defRPr>
            </a:lvl1pPr>
          </a:lstStyle>
          <a:p>
            <a:fld id="{9334D819-9F07-4261-B09B-9E467E5D9002}" type="datetimeFigureOut">
              <a:rPr lang="en-US" dirty="0"/>
              <a:pPr/>
              <a:t>4/14/2025</a:t>
            </a:fld>
            <a:endParaRPr lang="en-US"/>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a:p>
        </p:txBody>
      </p:sp>
      <p:sp>
        <p:nvSpPr>
          <p:cNvPr id="6" name="Slide Number Placeholder 5"/>
          <p:cNvSpPr>
            <a:spLocks noGrp="1"/>
          </p:cNvSpPr>
          <p:nvPr>
            <p:ph type="sldNum" sz="quarter" idx="12"/>
          </p:nvPr>
        </p:nvSpPr>
        <p:spPr>
          <a:xfrm>
            <a:off x="9942438" y="6375679"/>
            <a:ext cx="1487567" cy="345796"/>
          </a:xfrm>
        </p:spPr>
        <p:txBody>
          <a:bodyPr/>
          <a:lstStyle>
            <a:lvl1pPr>
              <a:defRPr baseline="0">
                <a:solidFill>
                  <a:schemeClr val="tx2"/>
                </a:solidFill>
              </a:defRPr>
            </a:lvl1pPr>
          </a:lstStyle>
          <a:p>
            <a:fld id="{71766878-3199-4EAB-94E7-2D6D11070E14}" type="slidenum">
              <a:rPr lang="en-US" dirty="0"/>
              <a:pPr/>
              <a:t>‹nr.›</a:t>
            </a:fld>
            <a:endParaRPr lang="en-US"/>
          </a:p>
        </p:txBody>
      </p:sp>
      <p:grpSp>
        <p:nvGrpSpPr>
          <p:cNvPr id="7" name="Group 6" title="left scallop shape"/>
          <p:cNvGrpSpPr/>
          <p:nvPr/>
        </p:nvGrpSpPr>
        <p:grpSpPr>
          <a:xfrm>
            <a:off x="5" y="0"/>
            <a:ext cx="2814639"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3475703741"/>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a:p>
        </p:txBody>
      </p:sp>
      <p:sp>
        <p:nvSpPr>
          <p:cNvPr id="3" name="Content Placeholder 2"/>
          <p:cNvSpPr>
            <a:spLocks noGrp="1"/>
          </p:cNvSpPr>
          <p:nvPr>
            <p:ph sz="half" idx="1"/>
          </p:nvPr>
        </p:nvSpPr>
        <p:spPr>
          <a:xfrm>
            <a:off x="1257300" y="2286000"/>
            <a:ext cx="4800600" cy="3619500"/>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Content Placeholder 3"/>
          <p:cNvSpPr>
            <a:spLocks noGrp="1"/>
          </p:cNvSpPr>
          <p:nvPr>
            <p:ph sz="half" idx="2"/>
          </p:nvPr>
        </p:nvSpPr>
        <p:spPr>
          <a:xfrm>
            <a:off x="6647796" y="2286000"/>
            <a:ext cx="4800600" cy="3619500"/>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5" name="Date Placeholder 4"/>
          <p:cNvSpPr>
            <a:spLocks noGrp="1"/>
          </p:cNvSpPr>
          <p:nvPr>
            <p:ph type="dt" sz="half" idx="10"/>
          </p:nvPr>
        </p:nvSpPr>
        <p:spPr/>
        <p:txBody>
          <a:bodyPr/>
          <a:lstStyle/>
          <a:p>
            <a:fld id="{9334D819-9F07-4261-B09B-9E467E5D9002}" type="datetimeFigureOut">
              <a:rPr lang="en-US" dirty="0"/>
              <a:t>4/14/2025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766878-3199-4EAB-94E7-2D6D11070E14}" type="slidenum">
              <a:rPr lang="en-US" dirty="0"/>
              <a:t>‹nr.›</a:t>
            </a:fld>
            <a:endParaRPr lang="en-US"/>
          </a:p>
        </p:txBody>
      </p:sp>
    </p:spTree>
    <p:extLst>
      <p:ext uri="{BB962C8B-B14F-4D97-AF65-F5344CB8AC3E}">
        <p14:creationId xmlns:p14="http://schemas.microsoft.com/office/powerpoint/2010/main" val="2746689612"/>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le 1"/>
          <p:cNvSpPr>
            <a:spLocks noGrp="1"/>
          </p:cNvSpPr>
          <p:nvPr>
            <p:ph type="title"/>
          </p:nvPr>
        </p:nvSpPr>
        <p:spPr>
          <a:xfrm>
            <a:off x="1252731" y="381008"/>
            <a:ext cx="10172700" cy="1493517"/>
          </a:xfrm>
        </p:spPr>
        <p:txBody>
          <a:bodyPr/>
          <a:lstStyle/>
          <a:p>
            <a:r>
              <a:rPr lang="nl-NL"/>
              <a:t>Klik om stijl te bewerken</a:t>
            </a:r>
            <a:endParaRPr lang="en-US"/>
          </a:p>
        </p:txBody>
      </p:sp>
      <p:sp>
        <p:nvSpPr>
          <p:cNvPr id="3" name="Text Placeholder 2"/>
          <p:cNvSpPr>
            <a:spLocks noGrp="1"/>
          </p:cNvSpPr>
          <p:nvPr>
            <p:ph type="body" idx="1"/>
          </p:nvPr>
        </p:nvSpPr>
        <p:spPr>
          <a:xfrm>
            <a:off x="1251679" y="2199641"/>
            <a:ext cx="4800600" cy="632529"/>
          </a:xfrm>
        </p:spPr>
        <p:txBody>
          <a:bodyPr anchor="b">
            <a:noAutofit/>
          </a:bodyPr>
          <a:lstStyle>
            <a:lvl1pPr marL="0" indent="0">
              <a:lnSpc>
                <a:spcPct val="100000"/>
              </a:lnSpc>
              <a:buNone/>
              <a:defRPr sz="602" b="1" cap="all" spc="64" baseline="0">
                <a:solidFill>
                  <a:schemeClr val="tx2"/>
                </a:solidFill>
              </a:defRPr>
            </a:lvl1pPr>
            <a:lvl2pPr marL="144661" indent="0">
              <a:buNone/>
              <a:defRPr sz="602" b="1"/>
            </a:lvl2pPr>
            <a:lvl3pPr marL="289322" indent="0">
              <a:buNone/>
              <a:defRPr sz="570" b="1"/>
            </a:lvl3pPr>
            <a:lvl4pPr marL="433983" indent="0">
              <a:buNone/>
              <a:defRPr sz="506" b="1"/>
            </a:lvl4pPr>
            <a:lvl5pPr marL="578644" indent="0">
              <a:buNone/>
              <a:defRPr sz="506" b="1"/>
            </a:lvl5pPr>
            <a:lvl6pPr marL="723305" indent="0">
              <a:buNone/>
              <a:defRPr sz="506" b="1"/>
            </a:lvl6pPr>
            <a:lvl7pPr marL="867966" indent="0">
              <a:buNone/>
              <a:defRPr sz="506" b="1"/>
            </a:lvl7pPr>
            <a:lvl8pPr marL="1012627" indent="0">
              <a:buNone/>
              <a:defRPr sz="506" b="1"/>
            </a:lvl8pPr>
            <a:lvl9pPr marL="1157288" indent="0">
              <a:buNone/>
              <a:defRPr sz="506" b="1"/>
            </a:lvl9pPr>
          </a:lstStyle>
          <a:p>
            <a:pPr lvl="0"/>
            <a:r>
              <a:rPr lang="nl-NL"/>
              <a:t>Klikken om de tekststijl van het model te bewerken</a:t>
            </a:r>
          </a:p>
        </p:txBody>
      </p:sp>
      <p:sp>
        <p:nvSpPr>
          <p:cNvPr id="4" name="Content Placeholder 3"/>
          <p:cNvSpPr>
            <a:spLocks noGrp="1"/>
          </p:cNvSpPr>
          <p:nvPr>
            <p:ph sz="half" idx="2"/>
          </p:nvPr>
        </p:nvSpPr>
        <p:spPr>
          <a:xfrm>
            <a:off x="1257300" y="2909102"/>
            <a:ext cx="4800600" cy="299639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5" name="Text Placeholder 4"/>
          <p:cNvSpPr>
            <a:spLocks noGrp="1"/>
          </p:cNvSpPr>
          <p:nvPr>
            <p:ph type="body" sz="quarter" idx="3"/>
          </p:nvPr>
        </p:nvSpPr>
        <p:spPr>
          <a:xfrm>
            <a:off x="6633864" y="2199641"/>
            <a:ext cx="4800600" cy="632529"/>
          </a:xfrm>
        </p:spPr>
        <p:txBody>
          <a:bodyPr anchor="b">
            <a:noAutofit/>
          </a:bodyPr>
          <a:lstStyle>
            <a:lvl1pPr marL="0" indent="0">
              <a:lnSpc>
                <a:spcPct val="100000"/>
              </a:lnSpc>
              <a:buNone/>
              <a:defRPr sz="602" b="1" cap="all" spc="64" baseline="0">
                <a:solidFill>
                  <a:schemeClr val="tx2"/>
                </a:solidFill>
              </a:defRPr>
            </a:lvl1pPr>
            <a:lvl2pPr marL="144661" indent="0">
              <a:buNone/>
              <a:defRPr sz="602" b="1"/>
            </a:lvl2pPr>
            <a:lvl3pPr marL="289322" indent="0">
              <a:buNone/>
              <a:defRPr sz="570" b="1"/>
            </a:lvl3pPr>
            <a:lvl4pPr marL="433983" indent="0">
              <a:buNone/>
              <a:defRPr sz="506" b="1"/>
            </a:lvl4pPr>
            <a:lvl5pPr marL="578644" indent="0">
              <a:buNone/>
              <a:defRPr sz="506" b="1"/>
            </a:lvl5pPr>
            <a:lvl6pPr marL="723305" indent="0">
              <a:buNone/>
              <a:defRPr sz="506" b="1"/>
            </a:lvl6pPr>
            <a:lvl7pPr marL="867966" indent="0">
              <a:buNone/>
              <a:defRPr sz="506" b="1"/>
            </a:lvl7pPr>
            <a:lvl8pPr marL="1012627" indent="0">
              <a:buNone/>
              <a:defRPr sz="506" b="1"/>
            </a:lvl8pPr>
            <a:lvl9pPr marL="1157288" indent="0">
              <a:buNone/>
              <a:defRPr sz="506" b="1"/>
            </a:lvl9pPr>
          </a:lstStyle>
          <a:p>
            <a:pPr lvl="0"/>
            <a:r>
              <a:rPr lang="nl-NL"/>
              <a:t>Klikken om de tekststijl van het model te bewerken</a:t>
            </a:r>
          </a:p>
        </p:txBody>
      </p:sp>
      <p:sp>
        <p:nvSpPr>
          <p:cNvPr id="6" name="Content Placeholder 5"/>
          <p:cNvSpPr>
            <a:spLocks noGrp="1"/>
          </p:cNvSpPr>
          <p:nvPr>
            <p:ph sz="quarter" idx="4"/>
          </p:nvPr>
        </p:nvSpPr>
        <p:spPr>
          <a:xfrm>
            <a:off x="6633864" y="2909102"/>
            <a:ext cx="4800600" cy="299639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7" name="Date Placeholder 6"/>
          <p:cNvSpPr>
            <a:spLocks noGrp="1"/>
          </p:cNvSpPr>
          <p:nvPr>
            <p:ph type="dt" sz="half" idx="10"/>
          </p:nvPr>
        </p:nvSpPr>
        <p:spPr/>
        <p:txBody>
          <a:bodyPr/>
          <a:lstStyle/>
          <a:p>
            <a:fld id="{9334D819-9F07-4261-B09B-9E467E5D9002}" type="datetimeFigureOut">
              <a:rPr lang="en-US" dirty="0"/>
              <a:t>4/14/2025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1766878-3199-4EAB-94E7-2D6D11070E14}" type="slidenum">
              <a:rPr lang="en-US" dirty="0"/>
              <a:t>‹nr.›</a:t>
            </a:fld>
            <a:endParaRPr lang="en-US"/>
          </a:p>
        </p:txBody>
      </p:sp>
    </p:spTree>
    <p:extLst>
      <p:ext uri="{BB962C8B-B14F-4D97-AF65-F5344CB8AC3E}">
        <p14:creationId xmlns:p14="http://schemas.microsoft.com/office/powerpoint/2010/main" val="855280431"/>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a:p>
        </p:txBody>
      </p:sp>
      <p:sp>
        <p:nvSpPr>
          <p:cNvPr id="3" name="Date Placeholder 2"/>
          <p:cNvSpPr>
            <a:spLocks noGrp="1"/>
          </p:cNvSpPr>
          <p:nvPr>
            <p:ph type="dt" sz="half" idx="10"/>
          </p:nvPr>
        </p:nvSpPr>
        <p:spPr/>
        <p:txBody>
          <a:bodyPr/>
          <a:lstStyle/>
          <a:p>
            <a:fld id="{9334D819-9F07-4261-B09B-9E467E5D9002}" type="datetimeFigureOut">
              <a:rPr lang="en-US" dirty="0"/>
              <a:t>4/14/2025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1766878-3199-4EAB-94E7-2D6D11070E14}" type="slidenum">
              <a:rPr lang="en-US" dirty="0"/>
              <a:t>‹nr.›</a:t>
            </a:fld>
            <a:endParaRPr lang="en-US"/>
          </a:p>
        </p:txBody>
      </p:sp>
    </p:spTree>
    <p:extLst>
      <p:ext uri="{BB962C8B-B14F-4D97-AF65-F5344CB8AC3E}">
        <p14:creationId xmlns:p14="http://schemas.microsoft.com/office/powerpoint/2010/main" val="16343270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34D819-9F07-4261-B09B-9E467E5D9002}" type="datetimeFigureOut">
              <a:rPr lang="en-US" dirty="0"/>
              <a:t>4/14/2025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1766878-3199-4EAB-94E7-2D6D11070E14}" type="slidenum">
              <a:rPr lang="en-US" dirty="0"/>
              <a:t>‹nr.›</a:t>
            </a:fld>
            <a:endParaRPr lang="en-US"/>
          </a:p>
        </p:txBody>
      </p:sp>
    </p:spTree>
    <p:extLst>
      <p:ext uri="{BB962C8B-B14F-4D97-AF65-F5344CB8AC3E}">
        <p14:creationId xmlns:p14="http://schemas.microsoft.com/office/powerpoint/2010/main" val="12531826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Inhoud met bijschrift">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5"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5" y="457207"/>
            <a:ext cx="3092115" cy="1196671"/>
          </a:xfrm>
        </p:spPr>
        <p:txBody>
          <a:bodyPr anchor="b">
            <a:normAutofit/>
          </a:bodyPr>
          <a:lstStyle>
            <a:lvl1pPr>
              <a:lnSpc>
                <a:spcPct val="100000"/>
              </a:lnSpc>
              <a:defRPr sz="602" b="1" i="0" cap="all" spc="95" baseline="0">
                <a:solidFill>
                  <a:schemeClr val="accent1"/>
                </a:solidFill>
                <a:latin typeface="+mn-lt"/>
              </a:defRPr>
            </a:lvl1pPr>
          </a:lstStyle>
          <a:p>
            <a:r>
              <a:rPr lang="nl-NL"/>
              <a:t>Klik om stijl te bewerken</a:t>
            </a:r>
            <a:endParaRPr lang="en-US"/>
          </a:p>
        </p:txBody>
      </p:sp>
      <p:sp>
        <p:nvSpPr>
          <p:cNvPr id="3" name="Content Placeholder 2"/>
          <p:cNvSpPr>
            <a:spLocks noGrp="1"/>
          </p:cNvSpPr>
          <p:nvPr>
            <p:ph idx="1"/>
          </p:nvPr>
        </p:nvSpPr>
        <p:spPr>
          <a:xfrm>
            <a:off x="765053" y="920377"/>
            <a:ext cx="6158419" cy="4985124"/>
          </a:xfrm>
        </p:spPr>
        <p:txBody>
          <a:bodyPr/>
          <a:lstStyle>
            <a:lvl1pPr>
              <a:defRPr sz="1013"/>
            </a:lvl1pPr>
            <a:lvl2pPr>
              <a:defRPr sz="886"/>
            </a:lvl2pPr>
            <a:lvl3pPr>
              <a:defRPr sz="760"/>
            </a:lvl3pPr>
            <a:lvl4pPr>
              <a:defRPr sz="633"/>
            </a:lvl4pPr>
            <a:lvl5pPr>
              <a:defRPr sz="633"/>
            </a:lvl5pPr>
            <a:lvl6pPr>
              <a:defRPr sz="633"/>
            </a:lvl6pPr>
            <a:lvl7pPr>
              <a:defRPr sz="633"/>
            </a:lvl7pPr>
            <a:lvl8pPr>
              <a:defRPr sz="633"/>
            </a:lvl8pPr>
            <a:lvl9pPr>
              <a:defRPr sz="633"/>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380"/>
              </a:spcBef>
              <a:buNone/>
              <a:defRPr sz="506" baseline="0">
                <a:solidFill>
                  <a:schemeClr val="bg2"/>
                </a:solidFill>
              </a:defRPr>
            </a:lvl1pPr>
            <a:lvl2pPr marL="144661" indent="0">
              <a:buNone/>
              <a:defRPr sz="443"/>
            </a:lvl2pPr>
            <a:lvl3pPr marL="289322" indent="0">
              <a:buNone/>
              <a:defRPr sz="380"/>
            </a:lvl3pPr>
            <a:lvl4pPr marL="433983" indent="0">
              <a:buNone/>
              <a:defRPr sz="316"/>
            </a:lvl4pPr>
            <a:lvl5pPr marL="578644" indent="0">
              <a:buNone/>
              <a:defRPr sz="316"/>
            </a:lvl5pPr>
            <a:lvl6pPr marL="723305" indent="0">
              <a:buNone/>
              <a:defRPr sz="316"/>
            </a:lvl6pPr>
            <a:lvl7pPr marL="867966" indent="0">
              <a:buNone/>
              <a:defRPr sz="316"/>
            </a:lvl7pPr>
            <a:lvl8pPr marL="1012627" indent="0">
              <a:buNone/>
              <a:defRPr sz="316"/>
            </a:lvl8pPr>
            <a:lvl9pPr marL="1157288" indent="0">
              <a:buNone/>
              <a:defRPr sz="316"/>
            </a:lvl9pPr>
          </a:lstStyle>
          <a:p>
            <a:pPr lvl="0"/>
            <a:r>
              <a:rPr lang="nl-NL"/>
              <a:t>Klikken om de tekststijl van het model te bewerken</a:t>
            </a:r>
          </a:p>
        </p:txBody>
      </p:sp>
      <p:sp>
        <p:nvSpPr>
          <p:cNvPr id="5" name="Date Placeholder 4"/>
          <p:cNvSpPr>
            <a:spLocks noGrp="1"/>
          </p:cNvSpPr>
          <p:nvPr>
            <p:ph type="dt" sz="half" idx="10"/>
          </p:nvPr>
        </p:nvSpPr>
        <p:spPr>
          <a:xfrm>
            <a:off x="765053" y="6375679"/>
            <a:ext cx="1233355" cy="348462"/>
          </a:xfrm>
        </p:spPr>
        <p:txBody>
          <a:bodyPr/>
          <a:lstStyle/>
          <a:p>
            <a:fld id="{9334D819-9F07-4261-B09B-9E467E5D9002}" type="datetimeFigureOut">
              <a:rPr lang="en-US" dirty="0"/>
              <a:t>4/14/2025</a:t>
            </a:fld>
            <a:endParaRPr lang="en-US"/>
          </a:p>
        </p:txBody>
      </p:sp>
      <p:sp>
        <p:nvSpPr>
          <p:cNvPr id="6" name="Footer Placeholder 5"/>
          <p:cNvSpPr>
            <a:spLocks noGrp="1"/>
          </p:cNvSpPr>
          <p:nvPr>
            <p:ph type="ftr" sz="quarter" idx="11"/>
          </p:nvPr>
        </p:nvSpPr>
        <p:spPr>
          <a:xfrm>
            <a:off x="2103621" y="6375679"/>
            <a:ext cx="3482179" cy="345796"/>
          </a:xfrm>
        </p:spPr>
        <p:txBody>
          <a:bodyPr/>
          <a:lstStyle/>
          <a:p>
            <a:endParaRPr lang="en-US"/>
          </a:p>
        </p:txBody>
      </p:sp>
      <p:sp>
        <p:nvSpPr>
          <p:cNvPr id="7" name="Slide Number Placeholder 6"/>
          <p:cNvSpPr>
            <a:spLocks noGrp="1"/>
          </p:cNvSpPr>
          <p:nvPr>
            <p:ph type="sldNum" sz="quarter" idx="12"/>
          </p:nvPr>
        </p:nvSpPr>
        <p:spPr>
          <a:xfrm>
            <a:off x="5691015" y="6375679"/>
            <a:ext cx="1232456" cy="345796"/>
          </a:xfrm>
        </p:spPr>
        <p:txBody>
          <a:bodyPr/>
          <a:lstStyle/>
          <a:p>
            <a:fld id="{71766878-3199-4EAB-94E7-2D6D11070E14}" type="slidenum">
              <a:rPr lang="en-US" dirty="0"/>
              <a:t>‹nr.›</a:t>
            </a:fld>
            <a:endParaRPr lang="en-US"/>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865571847"/>
      </p:ext>
    </p:extLst>
  </p:cSld>
  <p:clrMapOvr>
    <a:masterClrMapping/>
  </p:clrMapOvr>
  <p:extLst>
    <p:ext uri="{DCECCB84-F9BA-43D5-87BE-67443E8EF086}">
      <p15:sldGuideLst xmlns:p15="http://schemas.microsoft.com/office/powerpoint/2012/main">
        <p15:guide id="1" orient="horz" pos="696"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Afbeelding met bijschrift">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9" y="4"/>
            <a:ext cx="7355585" cy="6857999"/>
          </a:xfrm>
        </p:spPr>
        <p:txBody>
          <a:bodyPr anchor="t"/>
          <a:lstStyle>
            <a:lvl1pPr marL="0" indent="0">
              <a:buNone/>
              <a:defRPr sz="1013"/>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nl-NL"/>
              <a:t>Klik op het pictogram als u een afbeelding wilt toevoegen</a:t>
            </a:r>
            <a:endParaRPr lang="en-US"/>
          </a:p>
        </p:txBody>
      </p:sp>
      <p:sp>
        <p:nvSpPr>
          <p:cNvPr id="11" name="Freeform 11" title="right scallop background shape"/>
          <p:cNvSpPr/>
          <p:nvPr/>
        </p:nvSpPr>
        <p:spPr bwMode="auto">
          <a:xfrm>
            <a:off x="7389815"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4" y="457200"/>
            <a:ext cx="3092117" cy="1196670"/>
          </a:xfrm>
        </p:spPr>
        <p:txBody>
          <a:bodyPr anchor="b">
            <a:normAutofit/>
          </a:bodyPr>
          <a:lstStyle>
            <a:lvl1pPr>
              <a:lnSpc>
                <a:spcPct val="100000"/>
              </a:lnSpc>
              <a:defRPr sz="602" b="1" i="0" spc="95" baseline="0">
                <a:solidFill>
                  <a:schemeClr val="accent1"/>
                </a:solidFill>
                <a:latin typeface="+mn-lt"/>
              </a:defRPr>
            </a:lvl1pPr>
          </a:lstStyle>
          <a:p>
            <a:r>
              <a:rPr lang="nl-NL"/>
              <a:t>Klik om stijl te bewerken</a:t>
            </a:r>
            <a:endParaRPr lang="en-US"/>
          </a:p>
        </p:txBody>
      </p:sp>
      <p:sp>
        <p:nvSpPr>
          <p:cNvPr id="4" name="Text Placeholder 3"/>
          <p:cNvSpPr>
            <a:spLocks noGrp="1"/>
          </p:cNvSpPr>
          <p:nvPr>
            <p:ph type="body" sz="half" idx="2"/>
          </p:nvPr>
        </p:nvSpPr>
        <p:spPr>
          <a:xfrm>
            <a:off x="8337884" y="1741336"/>
            <a:ext cx="3092117" cy="4164164"/>
          </a:xfrm>
        </p:spPr>
        <p:txBody>
          <a:bodyPr/>
          <a:lstStyle>
            <a:lvl1pPr marL="0" indent="0">
              <a:lnSpc>
                <a:spcPct val="120000"/>
              </a:lnSpc>
              <a:spcBef>
                <a:spcPts val="380"/>
              </a:spcBef>
              <a:buNone/>
              <a:defRPr sz="506" baseline="0">
                <a:solidFill>
                  <a:schemeClr val="bg2"/>
                </a:solidFill>
              </a:defRPr>
            </a:lvl1pPr>
            <a:lvl2pPr marL="144661" indent="0">
              <a:buNone/>
              <a:defRPr sz="443"/>
            </a:lvl2pPr>
            <a:lvl3pPr marL="289322" indent="0">
              <a:buNone/>
              <a:defRPr sz="380"/>
            </a:lvl3pPr>
            <a:lvl4pPr marL="433983" indent="0">
              <a:buNone/>
              <a:defRPr sz="316"/>
            </a:lvl4pPr>
            <a:lvl5pPr marL="578644" indent="0">
              <a:buNone/>
              <a:defRPr sz="316"/>
            </a:lvl5pPr>
            <a:lvl6pPr marL="723305" indent="0">
              <a:buNone/>
              <a:defRPr sz="316"/>
            </a:lvl6pPr>
            <a:lvl7pPr marL="867966" indent="0">
              <a:buNone/>
              <a:defRPr sz="316"/>
            </a:lvl7pPr>
            <a:lvl8pPr marL="1012627" indent="0">
              <a:buNone/>
              <a:defRPr sz="316"/>
            </a:lvl8pPr>
            <a:lvl9pPr marL="1157288" indent="0">
              <a:buNone/>
              <a:defRPr sz="316"/>
            </a:lvl9pPr>
          </a:lstStyle>
          <a:p>
            <a:pPr lvl="0"/>
            <a:r>
              <a:rPr lang="nl-NL"/>
              <a:t>Klikken om de tekststijl van het model te bewerken</a:t>
            </a:r>
          </a:p>
        </p:txBody>
      </p:sp>
      <p:sp>
        <p:nvSpPr>
          <p:cNvPr id="5" name="Date Placeholder 4"/>
          <p:cNvSpPr>
            <a:spLocks noGrp="1"/>
          </p:cNvSpPr>
          <p:nvPr>
            <p:ph type="dt" sz="half" idx="10"/>
          </p:nvPr>
        </p:nvSpPr>
        <p:spPr>
          <a:xfrm>
            <a:off x="765951" y="6375679"/>
            <a:ext cx="1232456" cy="348462"/>
          </a:xfrm>
        </p:spPr>
        <p:txBody>
          <a:bodyPr/>
          <a:lstStyle/>
          <a:p>
            <a:fld id="{9334D819-9F07-4261-B09B-9E467E5D9002}" type="datetimeFigureOut">
              <a:rPr lang="en-US" dirty="0"/>
              <a:t>4/14/2025</a:t>
            </a:fld>
            <a:endParaRPr lang="en-US"/>
          </a:p>
        </p:txBody>
      </p:sp>
      <p:sp>
        <p:nvSpPr>
          <p:cNvPr id="6" name="Footer Placeholder 5"/>
          <p:cNvSpPr>
            <a:spLocks noGrp="1"/>
          </p:cNvSpPr>
          <p:nvPr>
            <p:ph type="ftr" sz="quarter" idx="11"/>
          </p:nvPr>
        </p:nvSpPr>
        <p:spPr>
          <a:xfrm>
            <a:off x="2103621" y="6375679"/>
            <a:ext cx="3482179" cy="345796"/>
          </a:xfrm>
        </p:spPr>
        <p:txBody>
          <a:bodyPr/>
          <a:lstStyle/>
          <a:p>
            <a:endParaRPr lang="en-US"/>
          </a:p>
        </p:txBody>
      </p:sp>
      <p:sp>
        <p:nvSpPr>
          <p:cNvPr id="7" name="Slide Number Placeholder 6"/>
          <p:cNvSpPr>
            <a:spLocks noGrp="1"/>
          </p:cNvSpPr>
          <p:nvPr>
            <p:ph type="sldNum" sz="quarter" idx="12"/>
          </p:nvPr>
        </p:nvSpPr>
        <p:spPr>
          <a:xfrm>
            <a:off x="5687568" y="6375679"/>
            <a:ext cx="1234440" cy="345796"/>
          </a:xfrm>
        </p:spPr>
        <p:txBody>
          <a:bodyPr/>
          <a:lstStyle/>
          <a:p>
            <a:fld id="{71766878-3199-4EAB-94E7-2D6D11070E14}" type="slidenum">
              <a:rPr lang="en-US" dirty="0"/>
              <a:t>‹nr.›</a:t>
            </a:fld>
            <a:endParaRPr lang="en-US"/>
          </a:p>
        </p:txBody>
      </p:sp>
    </p:spTree>
    <p:extLst>
      <p:ext uri="{BB962C8B-B14F-4D97-AF65-F5344CB8AC3E}">
        <p14:creationId xmlns:p14="http://schemas.microsoft.com/office/powerpoint/2010/main" val="24306074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el en verticale tek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a:p>
        </p:txBody>
      </p:sp>
      <p:sp>
        <p:nvSpPr>
          <p:cNvPr id="4" name="Date Placeholder 3"/>
          <p:cNvSpPr>
            <a:spLocks noGrp="1"/>
          </p:cNvSpPr>
          <p:nvPr>
            <p:ph type="dt" sz="half" idx="10"/>
          </p:nvPr>
        </p:nvSpPr>
        <p:spPr/>
        <p:txBody>
          <a:bodyPr/>
          <a:lstStyle/>
          <a:p>
            <a:fld id="{9334D819-9F07-4261-B09B-9E467E5D9002}" type="datetimeFigureOut">
              <a:rPr lang="en-US" dirty="0"/>
              <a:t>4/14/2025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766878-3199-4EAB-94E7-2D6D11070E14}" type="slidenum">
              <a:rPr lang="en-US" dirty="0"/>
              <a:t>‹nr.›</a:t>
            </a:fld>
            <a:endParaRPr lang="en-US"/>
          </a:p>
        </p:txBody>
      </p:sp>
    </p:spTree>
    <p:extLst>
      <p:ext uri="{BB962C8B-B14F-4D97-AF65-F5344CB8AC3E}">
        <p14:creationId xmlns:p14="http://schemas.microsoft.com/office/powerpoint/2010/main" val="8337469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ticale titel en tekst">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94966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el, Tekst en Afbeeldin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19547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ubbele Titel en Tekst">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28628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Inhoud van twee">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97766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Vergelijkin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54012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Dubbele Titel en Tekst">
    <p:spTree>
      <p:nvGrpSpPr>
        <p:cNvPr id="1" name=""/>
        <p:cNvGrpSpPr/>
        <p:nvPr/>
      </p:nvGrpSpPr>
      <p:grpSpPr>
        <a:xfrm>
          <a:off x="0" y="0"/>
          <a:ext cx="0" cy="0"/>
          <a:chOff x="0" y="0"/>
          <a:chExt cx="0" cy="0"/>
        </a:xfrm>
      </p:grpSpPr>
    </p:spTree>
    <p:extLst>
      <p:ext uri="{BB962C8B-B14F-4D97-AF65-F5344CB8AC3E}">
        <p14:creationId xmlns:p14="http://schemas.microsoft.com/office/powerpoint/2010/main" val="6594304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Dubbele Titel en Tekst">
    <p:spTree>
      <p:nvGrpSpPr>
        <p:cNvPr id="1" name=""/>
        <p:cNvGrpSpPr/>
        <p:nvPr/>
      </p:nvGrpSpPr>
      <p:grpSpPr>
        <a:xfrm>
          <a:off x="0" y="0"/>
          <a:ext cx="0" cy="0"/>
          <a:chOff x="0" y="0"/>
          <a:chExt cx="0" cy="0"/>
        </a:xfrm>
      </p:grpSpPr>
    </p:spTree>
    <p:extLst>
      <p:ext uri="{BB962C8B-B14F-4D97-AF65-F5344CB8AC3E}">
        <p14:creationId xmlns:p14="http://schemas.microsoft.com/office/powerpoint/2010/main" val="6656170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el, Tekst en Afbeeldin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222194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Inhoud van twe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42675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Vergelijkin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1896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eldia">
    <p:spTree>
      <p:nvGrpSpPr>
        <p:cNvPr id="1" name=""/>
        <p:cNvGrpSpPr/>
        <p:nvPr/>
      </p:nvGrpSpPr>
      <p:grpSpPr>
        <a:xfrm>
          <a:off x="0" y="0"/>
          <a:ext cx="0" cy="0"/>
          <a:chOff x="0" y="0"/>
          <a:chExt cx="0" cy="0"/>
        </a:xfrm>
      </p:grpSpPr>
    </p:spTree>
    <p:extLst>
      <p:ext uri="{BB962C8B-B14F-4D97-AF65-F5344CB8AC3E}">
        <p14:creationId xmlns:p14="http://schemas.microsoft.com/office/powerpoint/2010/main" val="5714226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el en Tekst_">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773885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Vergelijking">
    <p:spTree>
      <p:nvGrpSpPr>
        <p:cNvPr id="1" name=""/>
        <p:cNvGrpSpPr/>
        <p:nvPr/>
      </p:nvGrpSpPr>
      <p:grpSpPr>
        <a:xfrm>
          <a:off x="0" y="0"/>
          <a:ext cx="0" cy="0"/>
          <a:chOff x="0" y="0"/>
          <a:chExt cx="0" cy="0"/>
        </a:xfrm>
      </p:grpSpPr>
    </p:spTree>
    <p:extLst>
      <p:ext uri="{BB962C8B-B14F-4D97-AF65-F5344CB8AC3E}">
        <p14:creationId xmlns:p14="http://schemas.microsoft.com/office/powerpoint/2010/main" val="59099355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1_Titel en Tekst_">
    <p:spTree>
      <p:nvGrpSpPr>
        <p:cNvPr id="1" name=""/>
        <p:cNvGrpSpPr/>
        <p:nvPr/>
      </p:nvGrpSpPr>
      <p:grpSpPr>
        <a:xfrm>
          <a:off x="0" y="0"/>
          <a:ext cx="0" cy="0"/>
          <a:chOff x="0" y="0"/>
          <a:chExt cx="0" cy="0"/>
        </a:xfrm>
      </p:grpSpPr>
      <p:sp>
        <p:nvSpPr>
          <p:cNvPr id="5" name="Tijdelijke aanduiding voor tekst 4">
            <a:extLst>
              <a:ext uri="{FF2B5EF4-FFF2-40B4-BE49-F238E27FC236}">
                <a16:creationId xmlns:a16="http://schemas.microsoft.com/office/drawing/2014/main" id="{CA991A77-E592-4927-BAD8-5D3406246AEB}"/>
              </a:ext>
            </a:extLst>
          </p:cNvPr>
          <p:cNvSpPr>
            <a:spLocks noGrp="1"/>
          </p:cNvSpPr>
          <p:nvPr>
            <p:ph type="body" sz="quarter" idx="10" hasCustomPrompt="1"/>
          </p:nvPr>
        </p:nvSpPr>
        <p:spPr>
          <a:xfrm>
            <a:off x="838200" y="1925638"/>
            <a:ext cx="10515600" cy="4259262"/>
          </a:xfrm>
        </p:spPr>
        <p:txBody>
          <a:bodyPr>
            <a:normAutofit/>
          </a:bodyPr>
          <a:lstStyle>
            <a:lvl1pPr marL="0" indent="0">
              <a:spcBef>
                <a:spcPts val="563"/>
              </a:spcBef>
              <a:buFont typeface="Arial" panose="020B0604020202020204" pitchFamily="34" charset="0"/>
              <a:buNone/>
              <a:defRPr sz="1500"/>
            </a:lvl1pPr>
          </a:lstStyle>
          <a:p>
            <a:pPr lvl="0"/>
            <a:r>
              <a:rPr lang="nl-NL" dirty="0"/>
              <a:t>Voorbeeldtekst</a:t>
            </a:r>
          </a:p>
        </p:txBody>
      </p:sp>
      <p:sp>
        <p:nvSpPr>
          <p:cNvPr id="7" name="Titel 6">
            <a:extLst>
              <a:ext uri="{FF2B5EF4-FFF2-40B4-BE49-F238E27FC236}">
                <a16:creationId xmlns:a16="http://schemas.microsoft.com/office/drawing/2014/main" id="{D13B7015-BB4D-A84E-84E4-520C33B85DF3}"/>
              </a:ext>
            </a:extLst>
          </p:cNvPr>
          <p:cNvSpPr>
            <a:spLocks noGrp="1"/>
          </p:cNvSpPr>
          <p:nvPr>
            <p:ph type="title" hasCustomPrompt="1"/>
          </p:nvPr>
        </p:nvSpPr>
        <p:spPr/>
        <p:txBody>
          <a:bodyPr anchor="b">
            <a:normAutofit/>
          </a:bodyPr>
          <a:lstStyle>
            <a:lvl1pPr>
              <a:defRPr sz="2400">
                <a:solidFill>
                  <a:srgbClr val="E50056"/>
                </a:solidFill>
              </a:defRPr>
            </a:lvl1pPr>
          </a:lstStyle>
          <a:p>
            <a:r>
              <a:rPr lang="nl-NL" dirty="0"/>
              <a:t>VOORBEELD VAN EEN ONDERWERP</a:t>
            </a:r>
          </a:p>
        </p:txBody>
      </p:sp>
    </p:spTree>
    <p:extLst>
      <p:ext uri="{BB962C8B-B14F-4D97-AF65-F5344CB8AC3E}">
        <p14:creationId xmlns:p14="http://schemas.microsoft.com/office/powerpoint/2010/main" val="207759660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7_Titel en Tekst_">
    <p:spTree>
      <p:nvGrpSpPr>
        <p:cNvPr id="1" name=""/>
        <p:cNvGrpSpPr/>
        <p:nvPr/>
      </p:nvGrpSpPr>
      <p:grpSpPr>
        <a:xfrm>
          <a:off x="0" y="0"/>
          <a:ext cx="0" cy="0"/>
          <a:chOff x="0" y="0"/>
          <a:chExt cx="0" cy="0"/>
        </a:xfrm>
      </p:grpSpPr>
      <p:sp>
        <p:nvSpPr>
          <p:cNvPr id="5" name="Tijdelijke aanduiding voor tekst 4">
            <a:extLst>
              <a:ext uri="{FF2B5EF4-FFF2-40B4-BE49-F238E27FC236}">
                <a16:creationId xmlns:a16="http://schemas.microsoft.com/office/drawing/2014/main" id="{CA991A77-E592-4927-BAD8-5D3406246AEB}"/>
              </a:ext>
            </a:extLst>
          </p:cNvPr>
          <p:cNvSpPr>
            <a:spLocks noGrp="1"/>
          </p:cNvSpPr>
          <p:nvPr>
            <p:ph type="body" sz="quarter" idx="10" hasCustomPrompt="1"/>
          </p:nvPr>
        </p:nvSpPr>
        <p:spPr>
          <a:xfrm>
            <a:off x="838200" y="1925638"/>
            <a:ext cx="10515600" cy="4259262"/>
          </a:xfrm>
        </p:spPr>
        <p:txBody>
          <a:bodyPr>
            <a:normAutofit/>
          </a:bodyPr>
          <a:lstStyle>
            <a:lvl1pPr marL="0" indent="0">
              <a:spcBef>
                <a:spcPts val="563"/>
              </a:spcBef>
              <a:buFont typeface="Arial" panose="020B0604020202020204" pitchFamily="34" charset="0"/>
              <a:buNone/>
              <a:defRPr sz="1500"/>
            </a:lvl1pPr>
          </a:lstStyle>
          <a:p>
            <a:pPr lvl="0"/>
            <a:r>
              <a:rPr lang="nl-NL" dirty="0"/>
              <a:t>Voorbeeldtekst</a:t>
            </a:r>
          </a:p>
        </p:txBody>
      </p:sp>
      <p:sp>
        <p:nvSpPr>
          <p:cNvPr id="7" name="Titel 6">
            <a:extLst>
              <a:ext uri="{FF2B5EF4-FFF2-40B4-BE49-F238E27FC236}">
                <a16:creationId xmlns:a16="http://schemas.microsoft.com/office/drawing/2014/main" id="{D13B7015-BB4D-A84E-84E4-520C33B85DF3}"/>
              </a:ext>
            </a:extLst>
          </p:cNvPr>
          <p:cNvSpPr>
            <a:spLocks noGrp="1"/>
          </p:cNvSpPr>
          <p:nvPr>
            <p:ph type="title" hasCustomPrompt="1"/>
          </p:nvPr>
        </p:nvSpPr>
        <p:spPr/>
        <p:txBody>
          <a:bodyPr anchor="b">
            <a:normAutofit/>
          </a:bodyPr>
          <a:lstStyle>
            <a:lvl1pPr>
              <a:defRPr sz="2400">
                <a:solidFill>
                  <a:srgbClr val="E50056"/>
                </a:solidFill>
              </a:defRPr>
            </a:lvl1pPr>
          </a:lstStyle>
          <a:p>
            <a:r>
              <a:rPr lang="nl-NL" dirty="0"/>
              <a:t>VOORBEELD VAN EEN ONDERWERP</a:t>
            </a:r>
          </a:p>
        </p:txBody>
      </p:sp>
    </p:spTree>
    <p:extLst>
      <p:ext uri="{BB962C8B-B14F-4D97-AF65-F5344CB8AC3E}">
        <p14:creationId xmlns:p14="http://schemas.microsoft.com/office/powerpoint/2010/main" val="99789919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8_Titel en Tekst_">
    <p:spTree>
      <p:nvGrpSpPr>
        <p:cNvPr id="1" name=""/>
        <p:cNvGrpSpPr/>
        <p:nvPr/>
      </p:nvGrpSpPr>
      <p:grpSpPr>
        <a:xfrm>
          <a:off x="0" y="0"/>
          <a:ext cx="0" cy="0"/>
          <a:chOff x="0" y="0"/>
          <a:chExt cx="0" cy="0"/>
        </a:xfrm>
      </p:grpSpPr>
      <p:sp>
        <p:nvSpPr>
          <p:cNvPr id="5" name="Tijdelijke aanduiding voor tekst 4">
            <a:extLst>
              <a:ext uri="{FF2B5EF4-FFF2-40B4-BE49-F238E27FC236}">
                <a16:creationId xmlns:a16="http://schemas.microsoft.com/office/drawing/2014/main" id="{CA991A77-E592-4927-BAD8-5D3406246AEB}"/>
              </a:ext>
            </a:extLst>
          </p:cNvPr>
          <p:cNvSpPr>
            <a:spLocks noGrp="1"/>
          </p:cNvSpPr>
          <p:nvPr>
            <p:ph type="body" sz="quarter" idx="10" hasCustomPrompt="1"/>
          </p:nvPr>
        </p:nvSpPr>
        <p:spPr>
          <a:xfrm>
            <a:off x="838200" y="1925638"/>
            <a:ext cx="10515600" cy="4259262"/>
          </a:xfrm>
        </p:spPr>
        <p:txBody>
          <a:bodyPr>
            <a:normAutofit/>
          </a:bodyPr>
          <a:lstStyle>
            <a:lvl1pPr marL="0" indent="0">
              <a:spcBef>
                <a:spcPts val="563"/>
              </a:spcBef>
              <a:buFont typeface="Arial" panose="020B0604020202020204" pitchFamily="34" charset="0"/>
              <a:buNone/>
              <a:defRPr sz="1500"/>
            </a:lvl1pPr>
          </a:lstStyle>
          <a:p>
            <a:pPr lvl="0"/>
            <a:r>
              <a:rPr lang="nl-NL" dirty="0"/>
              <a:t>Voorbeeldtekst</a:t>
            </a:r>
          </a:p>
        </p:txBody>
      </p:sp>
      <p:sp>
        <p:nvSpPr>
          <p:cNvPr id="7" name="Titel 6">
            <a:extLst>
              <a:ext uri="{FF2B5EF4-FFF2-40B4-BE49-F238E27FC236}">
                <a16:creationId xmlns:a16="http://schemas.microsoft.com/office/drawing/2014/main" id="{D13B7015-BB4D-A84E-84E4-520C33B85DF3}"/>
              </a:ext>
            </a:extLst>
          </p:cNvPr>
          <p:cNvSpPr>
            <a:spLocks noGrp="1"/>
          </p:cNvSpPr>
          <p:nvPr>
            <p:ph type="title" hasCustomPrompt="1"/>
          </p:nvPr>
        </p:nvSpPr>
        <p:spPr/>
        <p:txBody>
          <a:bodyPr anchor="b">
            <a:normAutofit/>
          </a:bodyPr>
          <a:lstStyle>
            <a:lvl1pPr>
              <a:defRPr sz="2400">
                <a:solidFill>
                  <a:srgbClr val="E50056"/>
                </a:solidFill>
              </a:defRPr>
            </a:lvl1pPr>
          </a:lstStyle>
          <a:p>
            <a:r>
              <a:rPr lang="nl-NL" dirty="0"/>
              <a:t>VOORBEELD VAN EEN ONDERWERP</a:t>
            </a:r>
          </a:p>
        </p:txBody>
      </p:sp>
    </p:spTree>
    <p:extLst>
      <p:ext uri="{BB962C8B-B14F-4D97-AF65-F5344CB8AC3E}">
        <p14:creationId xmlns:p14="http://schemas.microsoft.com/office/powerpoint/2010/main" val="364329200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9_Titel en Tekst_">
    <p:spTree>
      <p:nvGrpSpPr>
        <p:cNvPr id="1" name=""/>
        <p:cNvGrpSpPr/>
        <p:nvPr/>
      </p:nvGrpSpPr>
      <p:grpSpPr>
        <a:xfrm>
          <a:off x="0" y="0"/>
          <a:ext cx="0" cy="0"/>
          <a:chOff x="0" y="0"/>
          <a:chExt cx="0" cy="0"/>
        </a:xfrm>
      </p:grpSpPr>
      <p:sp>
        <p:nvSpPr>
          <p:cNvPr id="5" name="Tijdelijke aanduiding voor tekst 4">
            <a:extLst>
              <a:ext uri="{FF2B5EF4-FFF2-40B4-BE49-F238E27FC236}">
                <a16:creationId xmlns:a16="http://schemas.microsoft.com/office/drawing/2014/main" id="{CA991A77-E592-4927-BAD8-5D3406246AEB}"/>
              </a:ext>
            </a:extLst>
          </p:cNvPr>
          <p:cNvSpPr>
            <a:spLocks noGrp="1"/>
          </p:cNvSpPr>
          <p:nvPr>
            <p:ph type="body" sz="quarter" idx="10" hasCustomPrompt="1"/>
          </p:nvPr>
        </p:nvSpPr>
        <p:spPr>
          <a:xfrm>
            <a:off x="838200" y="1925638"/>
            <a:ext cx="10515600" cy="4259262"/>
          </a:xfrm>
        </p:spPr>
        <p:txBody>
          <a:bodyPr>
            <a:normAutofit/>
          </a:bodyPr>
          <a:lstStyle>
            <a:lvl1pPr marL="0" indent="0">
              <a:spcBef>
                <a:spcPts val="563"/>
              </a:spcBef>
              <a:buFont typeface="Arial" panose="020B0604020202020204" pitchFamily="34" charset="0"/>
              <a:buNone/>
              <a:defRPr sz="1500"/>
            </a:lvl1pPr>
          </a:lstStyle>
          <a:p>
            <a:pPr lvl="0"/>
            <a:r>
              <a:rPr lang="nl-NL" dirty="0"/>
              <a:t>Voorbeeldtekst</a:t>
            </a:r>
          </a:p>
        </p:txBody>
      </p:sp>
      <p:sp>
        <p:nvSpPr>
          <p:cNvPr id="7" name="Titel 6">
            <a:extLst>
              <a:ext uri="{FF2B5EF4-FFF2-40B4-BE49-F238E27FC236}">
                <a16:creationId xmlns:a16="http://schemas.microsoft.com/office/drawing/2014/main" id="{D13B7015-BB4D-A84E-84E4-520C33B85DF3}"/>
              </a:ext>
            </a:extLst>
          </p:cNvPr>
          <p:cNvSpPr>
            <a:spLocks noGrp="1"/>
          </p:cNvSpPr>
          <p:nvPr>
            <p:ph type="title" hasCustomPrompt="1"/>
          </p:nvPr>
        </p:nvSpPr>
        <p:spPr/>
        <p:txBody>
          <a:bodyPr anchor="b">
            <a:normAutofit/>
          </a:bodyPr>
          <a:lstStyle>
            <a:lvl1pPr>
              <a:defRPr sz="2400">
                <a:solidFill>
                  <a:srgbClr val="E50056"/>
                </a:solidFill>
              </a:defRPr>
            </a:lvl1pPr>
          </a:lstStyle>
          <a:p>
            <a:r>
              <a:rPr lang="nl-NL" dirty="0"/>
              <a:t>VOORBEELD VAN EEN ONDERWERP</a:t>
            </a:r>
          </a:p>
        </p:txBody>
      </p:sp>
    </p:spTree>
    <p:extLst>
      <p:ext uri="{BB962C8B-B14F-4D97-AF65-F5344CB8AC3E}">
        <p14:creationId xmlns:p14="http://schemas.microsoft.com/office/powerpoint/2010/main" val="159597035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10_Titel en Tekst_">
    <p:spTree>
      <p:nvGrpSpPr>
        <p:cNvPr id="1" name=""/>
        <p:cNvGrpSpPr/>
        <p:nvPr/>
      </p:nvGrpSpPr>
      <p:grpSpPr>
        <a:xfrm>
          <a:off x="0" y="0"/>
          <a:ext cx="0" cy="0"/>
          <a:chOff x="0" y="0"/>
          <a:chExt cx="0" cy="0"/>
        </a:xfrm>
      </p:grpSpPr>
      <p:sp>
        <p:nvSpPr>
          <p:cNvPr id="5" name="Tijdelijke aanduiding voor tekst 4">
            <a:extLst>
              <a:ext uri="{FF2B5EF4-FFF2-40B4-BE49-F238E27FC236}">
                <a16:creationId xmlns:a16="http://schemas.microsoft.com/office/drawing/2014/main" id="{CA991A77-E592-4927-BAD8-5D3406246AEB}"/>
              </a:ext>
            </a:extLst>
          </p:cNvPr>
          <p:cNvSpPr>
            <a:spLocks noGrp="1"/>
          </p:cNvSpPr>
          <p:nvPr>
            <p:ph type="body" sz="quarter" idx="10" hasCustomPrompt="1"/>
          </p:nvPr>
        </p:nvSpPr>
        <p:spPr>
          <a:xfrm>
            <a:off x="838200" y="1925638"/>
            <a:ext cx="10515600" cy="4259262"/>
          </a:xfrm>
        </p:spPr>
        <p:txBody>
          <a:bodyPr>
            <a:normAutofit/>
          </a:bodyPr>
          <a:lstStyle>
            <a:lvl1pPr marL="0" indent="0">
              <a:spcBef>
                <a:spcPts val="563"/>
              </a:spcBef>
              <a:buFont typeface="Arial" panose="020B0604020202020204" pitchFamily="34" charset="0"/>
              <a:buNone/>
              <a:defRPr sz="1500"/>
            </a:lvl1pPr>
          </a:lstStyle>
          <a:p>
            <a:pPr lvl="0"/>
            <a:r>
              <a:rPr lang="nl-NL" dirty="0"/>
              <a:t>Voorbeeldtekst</a:t>
            </a:r>
          </a:p>
        </p:txBody>
      </p:sp>
      <p:sp>
        <p:nvSpPr>
          <p:cNvPr id="7" name="Titel 6">
            <a:extLst>
              <a:ext uri="{FF2B5EF4-FFF2-40B4-BE49-F238E27FC236}">
                <a16:creationId xmlns:a16="http://schemas.microsoft.com/office/drawing/2014/main" id="{D13B7015-BB4D-A84E-84E4-520C33B85DF3}"/>
              </a:ext>
            </a:extLst>
          </p:cNvPr>
          <p:cNvSpPr>
            <a:spLocks noGrp="1"/>
          </p:cNvSpPr>
          <p:nvPr>
            <p:ph type="title" hasCustomPrompt="1"/>
          </p:nvPr>
        </p:nvSpPr>
        <p:spPr/>
        <p:txBody>
          <a:bodyPr anchor="b">
            <a:normAutofit/>
          </a:bodyPr>
          <a:lstStyle>
            <a:lvl1pPr>
              <a:defRPr sz="2400">
                <a:solidFill>
                  <a:srgbClr val="E50056"/>
                </a:solidFill>
              </a:defRPr>
            </a:lvl1pPr>
          </a:lstStyle>
          <a:p>
            <a:r>
              <a:rPr lang="nl-NL" dirty="0"/>
              <a:t>VOORBEELD VAN EEN ONDERWERP</a:t>
            </a:r>
          </a:p>
        </p:txBody>
      </p:sp>
    </p:spTree>
    <p:extLst>
      <p:ext uri="{BB962C8B-B14F-4D97-AF65-F5344CB8AC3E}">
        <p14:creationId xmlns:p14="http://schemas.microsoft.com/office/powerpoint/2010/main" val="119785807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11_Titel en Tekst_">
    <p:spTree>
      <p:nvGrpSpPr>
        <p:cNvPr id="1" name=""/>
        <p:cNvGrpSpPr/>
        <p:nvPr/>
      </p:nvGrpSpPr>
      <p:grpSpPr>
        <a:xfrm>
          <a:off x="0" y="0"/>
          <a:ext cx="0" cy="0"/>
          <a:chOff x="0" y="0"/>
          <a:chExt cx="0" cy="0"/>
        </a:xfrm>
      </p:grpSpPr>
      <p:sp>
        <p:nvSpPr>
          <p:cNvPr id="5" name="Tijdelijke aanduiding voor tekst 4">
            <a:extLst>
              <a:ext uri="{FF2B5EF4-FFF2-40B4-BE49-F238E27FC236}">
                <a16:creationId xmlns:a16="http://schemas.microsoft.com/office/drawing/2014/main" id="{CA991A77-E592-4927-BAD8-5D3406246AEB}"/>
              </a:ext>
            </a:extLst>
          </p:cNvPr>
          <p:cNvSpPr>
            <a:spLocks noGrp="1"/>
          </p:cNvSpPr>
          <p:nvPr>
            <p:ph type="body" sz="quarter" idx="10" hasCustomPrompt="1"/>
          </p:nvPr>
        </p:nvSpPr>
        <p:spPr>
          <a:xfrm>
            <a:off x="838200" y="1925638"/>
            <a:ext cx="10515600" cy="4259262"/>
          </a:xfrm>
        </p:spPr>
        <p:txBody>
          <a:bodyPr>
            <a:normAutofit/>
          </a:bodyPr>
          <a:lstStyle>
            <a:lvl1pPr marL="0" indent="0">
              <a:spcBef>
                <a:spcPts val="563"/>
              </a:spcBef>
              <a:buFont typeface="Arial" panose="020B0604020202020204" pitchFamily="34" charset="0"/>
              <a:buNone/>
              <a:defRPr sz="1500"/>
            </a:lvl1pPr>
          </a:lstStyle>
          <a:p>
            <a:pPr lvl="0"/>
            <a:r>
              <a:rPr lang="nl-NL" dirty="0"/>
              <a:t>Voorbeeldtekst</a:t>
            </a:r>
          </a:p>
        </p:txBody>
      </p:sp>
      <p:sp>
        <p:nvSpPr>
          <p:cNvPr id="7" name="Titel 6">
            <a:extLst>
              <a:ext uri="{FF2B5EF4-FFF2-40B4-BE49-F238E27FC236}">
                <a16:creationId xmlns:a16="http://schemas.microsoft.com/office/drawing/2014/main" id="{D13B7015-BB4D-A84E-84E4-520C33B85DF3}"/>
              </a:ext>
            </a:extLst>
          </p:cNvPr>
          <p:cNvSpPr>
            <a:spLocks noGrp="1"/>
          </p:cNvSpPr>
          <p:nvPr>
            <p:ph type="title" hasCustomPrompt="1"/>
          </p:nvPr>
        </p:nvSpPr>
        <p:spPr/>
        <p:txBody>
          <a:bodyPr anchor="b">
            <a:normAutofit/>
          </a:bodyPr>
          <a:lstStyle>
            <a:lvl1pPr>
              <a:defRPr sz="2400">
                <a:solidFill>
                  <a:srgbClr val="E50056"/>
                </a:solidFill>
              </a:defRPr>
            </a:lvl1pPr>
          </a:lstStyle>
          <a:p>
            <a:r>
              <a:rPr lang="nl-NL" dirty="0"/>
              <a:t>VOORBEELD VAN EEN ONDERWERP</a:t>
            </a:r>
          </a:p>
        </p:txBody>
      </p:sp>
    </p:spTree>
    <p:extLst>
      <p:ext uri="{BB962C8B-B14F-4D97-AF65-F5344CB8AC3E}">
        <p14:creationId xmlns:p14="http://schemas.microsoft.com/office/powerpoint/2010/main" val="245490994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12_Titel en Tekst_">
    <p:spTree>
      <p:nvGrpSpPr>
        <p:cNvPr id="1" name=""/>
        <p:cNvGrpSpPr/>
        <p:nvPr/>
      </p:nvGrpSpPr>
      <p:grpSpPr>
        <a:xfrm>
          <a:off x="0" y="0"/>
          <a:ext cx="0" cy="0"/>
          <a:chOff x="0" y="0"/>
          <a:chExt cx="0" cy="0"/>
        </a:xfrm>
      </p:grpSpPr>
      <p:sp>
        <p:nvSpPr>
          <p:cNvPr id="5" name="Tijdelijke aanduiding voor tekst 4">
            <a:extLst>
              <a:ext uri="{FF2B5EF4-FFF2-40B4-BE49-F238E27FC236}">
                <a16:creationId xmlns:a16="http://schemas.microsoft.com/office/drawing/2014/main" id="{CA991A77-E592-4927-BAD8-5D3406246AEB}"/>
              </a:ext>
            </a:extLst>
          </p:cNvPr>
          <p:cNvSpPr>
            <a:spLocks noGrp="1"/>
          </p:cNvSpPr>
          <p:nvPr>
            <p:ph type="body" sz="quarter" idx="10" hasCustomPrompt="1"/>
          </p:nvPr>
        </p:nvSpPr>
        <p:spPr>
          <a:xfrm>
            <a:off x="838200" y="1925638"/>
            <a:ext cx="10515600" cy="4259262"/>
          </a:xfrm>
        </p:spPr>
        <p:txBody>
          <a:bodyPr>
            <a:normAutofit/>
          </a:bodyPr>
          <a:lstStyle>
            <a:lvl1pPr marL="0" indent="0">
              <a:spcBef>
                <a:spcPts val="563"/>
              </a:spcBef>
              <a:buFont typeface="Arial" panose="020B0604020202020204" pitchFamily="34" charset="0"/>
              <a:buNone/>
              <a:defRPr sz="1500"/>
            </a:lvl1pPr>
          </a:lstStyle>
          <a:p>
            <a:pPr lvl="0"/>
            <a:r>
              <a:rPr lang="nl-NL" dirty="0"/>
              <a:t>Voorbeeldtekst</a:t>
            </a:r>
          </a:p>
        </p:txBody>
      </p:sp>
      <p:sp>
        <p:nvSpPr>
          <p:cNvPr id="7" name="Titel 6">
            <a:extLst>
              <a:ext uri="{FF2B5EF4-FFF2-40B4-BE49-F238E27FC236}">
                <a16:creationId xmlns:a16="http://schemas.microsoft.com/office/drawing/2014/main" id="{D13B7015-BB4D-A84E-84E4-520C33B85DF3}"/>
              </a:ext>
            </a:extLst>
          </p:cNvPr>
          <p:cNvSpPr>
            <a:spLocks noGrp="1"/>
          </p:cNvSpPr>
          <p:nvPr>
            <p:ph type="title" hasCustomPrompt="1"/>
          </p:nvPr>
        </p:nvSpPr>
        <p:spPr/>
        <p:txBody>
          <a:bodyPr anchor="b">
            <a:normAutofit/>
          </a:bodyPr>
          <a:lstStyle>
            <a:lvl1pPr>
              <a:defRPr sz="2400">
                <a:solidFill>
                  <a:srgbClr val="E50056"/>
                </a:solidFill>
              </a:defRPr>
            </a:lvl1pPr>
          </a:lstStyle>
          <a:p>
            <a:r>
              <a:rPr lang="nl-NL" dirty="0"/>
              <a:t>VOORBEELD VAN EEN ONDERWERP</a:t>
            </a:r>
          </a:p>
        </p:txBody>
      </p:sp>
    </p:spTree>
    <p:extLst>
      <p:ext uri="{BB962C8B-B14F-4D97-AF65-F5344CB8AC3E}">
        <p14:creationId xmlns:p14="http://schemas.microsoft.com/office/powerpoint/2010/main" val="176633614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14_Titel en Tekst_">
    <p:spTree>
      <p:nvGrpSpPr>
        <p:cNvPr id="1" name=""/>
        <p:cNvGrpSpPr/>
        <p:nvPr/>
      </p:nvGrpSpPr>
      <p:grpSpPr>
        <a:xfrm>
          <a:off x="0" y="0"/>
          <a:ext cx="0" cy="0"/>
          <a:chOff x="0" y="0"/>
          <a:chExt cx="0" cy="0"/>
        </a:xfrm>
      </p:grpSpPr>
      <p:sp>
        <p:nvSpPr>
          <p:cNvPr id="5" name="Tijdelijke aanduiding voor tekst 4">
            <a:extLst>
              <a:ext uri="{FF2B5EF4-FFF2-40B4-BE49-F238E27FC236}">
                <a16:creationId xmlns:a16="http://schemas.microsoft.com/office/drawing/2014/main" id="{CA991A77-E592-4927-BAD8-5D3406246AEB}"/>
              </a:ext>
            </a:extLst>
          </p:cNvPr>
          <p:cNvSpPr>
            <a:spLocks noGrp="1"/>
          </p:cNvSpPr>
          <p:nvPr>
            <p:ph type="body" sz="quarter" idx="10" hasCustomPrompt="1"/>
          </p:nvPr>
        </p:nvSpPr>
        <p:spPr>
          <a:xfrm>
            <a:off x="838200" y="1925638"/>
            <a:ext cx="10515600" cy="4259262"/>
          </a:xfrm>
        </p:spPr>
        <p:txBody>
          <a:bodyPr>
            <a:normAutofit/>
          </a:bodyPr>
          <a:lstStyle>
            <a:lvl1pPr marL="0" indent="0">
              <a:spcBef>
                <a:spcPts val="563"/>
              </a:spcBef>
              <a:buFont typeface="Arial" panose="020B0604020202020204" pitchFamily="34" charset="0"/>
              <a:buNone/>
              <a:defRPr sz="1500"/>
            </a:lvl1pPr>
          </a:lstStyle>
          <a:p>
            <a:pPr lvl="0"/>
            <a:r>
              <a:rPr lang="nl-NL" dirty="0"/>
              <a:t>Voorbeeldtekst</a:t>
            </a:r>
          </a:p>
        </p:txBody>
      </p:sp>
      <p:sp>
        <p:nvSpPr>
          <p:cNvPr id="7" name="Titel 6">
            <a:extLst>
              <a:ext uri="{FF2B5EF4-FFF2-40B4-BE49-F238E27FC236}">
                <a16:creationId xmlns:a16="http://schemas.microsoft.com/office/drawing/2014/main" id="{D13B7015-BB4D-A84E-84E4-520C33B85DF3}"/>
              </a:ext>
            </a:extLst>
          </p:cNvPr>
          <p:cNvSpPr>
            <a:spLocks noGrp="1"/>
          </p:cNvSpPr>
          <p:nvPr>
            <p:ph type="title" hasCustomPrompt="1"/>
          </p:nvPr>
        </p:nvSpPr>
        <p:spPr/>
        <p:txBody>
          <a:bodyPr anchor="b">
            <a:normAutofit/>
          </a:bodyPr>
          <a:lstStyle>
            <a:lvl1pPr>
              <a:defRPr sz="2400">
                <a:solidFill>
                  <a:srgbClr val="E50056"/>
                </a:solidFill>
              </a:defRPr>
            </a:lvl1pPr>
          </a:lstStyle>
          <a:p>
            <a:r>
              <a:rPr lang="nl-NL" dirty="0"/>
              <a:t>VOORBEELD VAN EEN ONDERWERP</a:t>
            </a:r>
          </a:p>
        </p:txBody>
      </p:sp>
    </p:spTree>
    <p:extLst>
      <p:ext uri="{BB962C8B-B14F-4D97-AF65-F5344CB8AC3E}">
        <p14:creationId xmlns:p14="http://schemas.microsoft.com/office/powerpoint/2010/main" val="144785077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15_Titel en Tekst_">
    <p:spTree>
      <p:nvGrpSpPr>
        <p:cNvPr id="1" name=""/>
        <p:cNvGrpSpPr/>
        <p:nvPr/>
      </p:nvGrpSpPr>
      <p:grpSpPr>
        <a:xfrm>
          <a:off x="0" y="0"/>
          <a:ext cx="0" cy="0"/>
          <a:chOff x="0" y="0"/>
          <a:chExt cx="0" cy="0"/>
        </a:xfrm>
      </p:grpSpPr>
      <p:sp>
        <p:nvSpPr>
          <p:cNvPr id="5" name="Tijdelijke aanduiding voor tekst 4">
            <a:extLst>
              <a:ext uri="{FF2B5EF4-FFF2-40B4-BE49-F238E27FC236}">
                <a16:creationId xmlns:a16="http://schemas.microsoft.com/office/drawing/2014/main" id="{CA991A77-E592-4927-BAD8-5D3406246AEB}"/>
              </a:ext>
            </a:extLst>
          </p:cNvPr>
          <p:cNvSpPr>
            <a:spLocks noGrp="1"/>
          </p:cNvSpPr>
          <p:nvPr>
            <p:ph type="body" sz="quarter" idx="10" hasCustomPrompt="1"/>
          </p:nvPr>
        </p:nvSpPr>
        <p:spPr>
          <a:xfrm>
            <a:off x="838200" y="1925638"/>
            <a:ext cx="10515600" cy="4259262"/>
          </a:xfrm>
        </p:spPr>
        <p:txBody>
          <a:bodyPr>
            <a:normAutofit/>
          </a:bodyPr>
          <a:lstStyle>
            <a:lvl1pPr marL="0" indent="0">
              <a:spcBef>
                <a:spcPts val="563"/>
              </a:spcBef>
              <a:buFont typeface="Arial" panose="020B0604020202020204" pitchFamily="34" charset="0"/>
              <a:buNone/>
              <a:defRPr sz="1500"/>
            </a:lvl1pPr>
          </a:lstStyle>
          <a:p>
            <a:pPr lvl="0"/>
            <a:r>
              <a:rPr lang="nl-NL" dirty="0"/>
              <a:t>Voorbeeldtekst</a:t>
            </a:r>
          </a:p>
        </p:txBody>
      </p:sp>
      <p:sp>
        <p:nvSpPr>
          <p:cNvPr id="7" name="Titel 6">
            <a:extLst>
              <a:ext uri="{FF2B5EF4-FFF2-40B4-BE49-F238E27FC236}">
                <a16:creationId xmlns:a16="http://schemas.microsoft.com/office/drawing/2014/main" id="{D13B7015-BB4D-A84E-84E4-520C33B85DF3}"/>
              </a:ext>
            </a:extLst>
          </p:cNvPr>
          <p:cNvSpPr>
            <a:spLocks noGrp="1"/>
          </p:cNvSpPr>
          <p:nvPr>
            <p:ph type="title" hasCustomPrompt="1"/>
          </p:nvPr>
        </p:nvSpPr>
        <p:spPr/>
        <p:txBody>
          <a:bodyPr anchor="b">
            <a:normAutofit/>
          </a:bodyPr>
          <a:lstStyle>
            <a:lvl1pPr>
              <a:defRPr sz="2400">
                <a:solidFill>
                  <a:srgbClr val="E50056"/>
                </a:solidFill>
              </a:defRPr>
            </a:lvl1pPr>
          </a:lstStyle>
          <a:p>
            <a:r>
              <a:rPr lang="nl-NL" dirty="0"/>
              <a:t>VOORBEELD VAN EEN ONDERWERP</a:t>
            </a:r>
          </a:p>
        </p:txBody>
      </p:sp>
    </p:spTree>
    <p:extLst>
      <p:ext uri="{BB962C8B-B14F-4D97-AF65-F5344CB8AC3E}">
        <p14:creationId xmlns:p14="http://schemas.microsoft.com/office/powerpoint/2010/main" val="197960827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2_Titeldia">
    <p:spTree>
      <p:nvGrpSpPr>
        <p:cNvPr id="1" name=""/>
        <p:cNvGrpSpPr/>
        <p:nvPr/>
      </p:nvGrpSpPr>
      <p:grpSpPr>
        <a:xfrm>
          <a:off x="0" y="0"/>
          <a:ext cx="0" cy="0"/>
          <a:chOff x="0" y="0"/>
          <a:chExt cx="0" cy="0"/>
        </a:xfrm>
      </p:grpSpPr>
      <p:sp>
        <p:nvSpPr>
          <p:cNvPr id="11" name="Titel 1">
            <a:extLst>
              <a:ext uri="{FF2B5EF4-FFF2-40B4-BE49-F238E27FC236}">
                <a16:creationId xmlns:a16="http://schemas.microsoft.com/office/drawing/2014/main" id="{9F15AFC0-89C9-7D44-AB7F-ED6E02A41BDA}"/>
              </a:ext>
            </a:extLst>
          </p:cNvPr>
          <p:cNvSpPr>
            <a:spLocks noGrp="1"/>
          </p:cNvSpPr>
          <p:nvPr>
            <p:ph type="ctrTitle" hasCustomPrompt="1"/>
          </p:nvPr>
        </p:nvSpPr>
        <p:spPr>
          <a:xfrm>
            <a:off x="1440001" y="3017398"/>
            <a:ext cx="6807273" cy="1084457"/>
          </a:xfrm>
        </p:spPr>
        <p:txBody>
          <a:bodyPr anchor="ctr" anchorCtr="0">
            <a:noAutofit/>
          </a:bodyPr>
          <a:lstStyle>
            <a:lvl1pPr algn="l">
              <a:defRPr sz="4500">
                <a:solidFill>
                  <a:srgbClr val="CB2035"/>
                </a:solidFill>
              </a:defRPr>
            </a:lvl1pPr>
          </a:lstStyle>
          <a:p>
            <a:r>
              <a:rPr lang="nl-NL"/>
              <a:t>Titel</a:t>
            </a:r>
          </a:p>
        </p:txBody>
      </p:sp>
    </p:spTree>
    <p:extLst>
      <p:ext uri="{BB962C8B-B14F-4D97-AF65-F5344CB8AC3E}">
        <p14:creationId xmlns:p14="http://schemas.microsoft.com/office/powerpoint/2010/main" val="43159768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21_Titel en Tekst_">
    <p:spTree>
      <p:nvGrpSpPr>
        <p:cNvPr id="1" name=""/>
        <p:cNvGrpSpPr/>
        <p:nvPr/>
      </p:nvGrpSpPr>
      <p:grpSpPr>
        <a:xfrm>
          <a:off x="0" y="0"/>
          <a:ext cx="0" cy="0"/>
          <a:chOff x="0" y="0"/>
          <a:chExt cx="0" cy="0"/>
        </a:xfrm>
      </p:grpSpPr>
      <p:sp>
        <p:nvSpPr>
          <p:cNvPr id="5" name="Tijdelijke aanduiding voor tekst 4">
            <a:extLst>
              <a:ext uri="{FF2B5EF4-FFF2-40B4-BE49-F238E27FC236}">
                <a16:creationId xmlns:a16="http://schemas.microsoft.com/office/drawing/2014/main" id="{CA991A77-E592-4927-BAD8-5D3406246AEB}"/>
              </a:ext>
            </a:extLst>
          </p:cNvPr>
          <p:cNvSpPr>
            <a:spLocks noGrp="1"/>
          </p:cNvSpPr>
          <p:nvPr>
            <p:ph type="body" sz="quarter" idx="10" hasCustomPrompt="1"/>
          </p:nvPr>
        </p:nvSpPr>
        <p:spPr>
          <a:xfrm>
            <a:off x="838200" y="1925638"/>
            <a:ext cx="10515600" cy="4259262"/>
          </a:xfrm>
        </p:spPr>
        <p:txBody>
          <a:bodyPr>
            <a:normAutofit/>
          </a:bodyPr>
          <a:lstStyle>
            <a:lvl1pPr marL="0" indent="0">
              <a:spcBef>
                <a:spcPts val="563"/>
              </a:spcBef>
              <a:buFont typeface="Arial" panose="020B0604020202020204" pitchFamily="34" charset="0"/>
              <a:buNone/>
              <a:defRPr sz="1500"/>
            </a:lvl1pPr>
          </a:lstStyle>
          <a:p>
            <a:pPr lvl="0"/>
            <a:r>
              <a:rPr lang="nl-NL" dirty="0"/>
              <a:t>Voorbeeldtekst</a:t>
            </a:r>
          </a:p>
        </p:txBody>
      </p:sp>
      <p:sp>
        <p:nvSpPr>
          <p:cNvPr id="7" name="Titel 6">
            <a:extLst>
              <a:ext uri="{FF2B5EF4-FFF2-40B4-BE49-F238E27FC236}">
                <a16:creationId xmlns:a16="http://schemas.microsoft.com/office/drawing/2014/main" id="{D13B7015-BB4D-A84E-84E4-520C33B85DF3}"/>
              </a:ext>
            </a:extLst>
          </p:cNvPr>
          <p:cNvSpPr>
            <a:spLocks noGrp="1"/>
          </p:cNvSpPr>
          <p:nvPr>
            <p:ph type="title" hasCustomPrompt="1"/>
          </p:nvPr>
        </p:nvSpPr>
        <p:spPr/>
        <p:txBody>
          <a:bodyPr anchor="b">
            <a:normAutofit/>
          </a:bodyPr>
          <a:lstStyle>
            <a:lvl1pPr>
              <a:defRPr sz="2400">
                <a:solidFill>
                  <a:srgbClr val="E50056"/>
                </a:solidFill>
              </a:defRPr>
            </a:lvl1pPr>
          </a:lstStyle>
          <a:p>
            <a:r>
              <a:rPr lang="nl-NL" dirty="0"/>
              <a:t>VOORBEELD VAN EEN ONDERWERP</a:t>
            </a:r>
          </a:p>
        </p:txBody>
      </p:sp>
    </p:spTree>
    <p:extLst>
      <p:ext uri="{BB962C8B-B14F-4D97-AF65-F5344CB8AC3E}">
        <p14:creationId xmlns:p14="http://schemas.microsoft.com/office/powerpoint/2010/main" val="17257945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7" y="382385"/>
            <a:ext cx="10178323" cy="1492132"/>
          </a:xfrm>
          <a:prstGeom prst="rect">
            <a:avLst/>
          </a:prstGeom>
        </p:spPr>
        <p:txBody>
          <a:bodyPr vert="horz" lIns="91440" tIns="45720" rIns="91440" bIns="45720" rtlCol="0" anchor="t">
            <a:normAutofit/>
          </a:bodyPr>
          <a:lstStyle/>
          <a:p>
            <a:r>
              <a:rPr lang="nl-NL" dirty="0"/>
              <a:t>Klik om stijl te bewerken</a:t>
            </a:r>
            <a:endParaRPr lang="en-US" dirty="0"/>
          </a:p>
        </p:txBody>
      </p:sp>
      <p:sp>
        <p:nvSpPr>
          <p:cNvPr id="3" name="Text Placeholder 2"/>
          <p:cNvSpPr>
            <a:spLocks noGrp="1"/>
          </p:cNvSpPr>
          <p:nvPr>
            <p:ph type="body" idx="1"/>
          </p:nvPr>
        </p:nvSpPr>
        <p:spPr>
          <a:xfrm>
            <a:off x="1251677" y="2286008"/>
            <a:ext cx="10178323" cy="3593591"/>
          </a:xfrm>
          <a:prstGeom prst="rect">
            <a:avLst/>
          </a:prstGeom>
        </p:spPr>
        <p:txBody>
          <a:bodyPr vert="horz" lIns="91440" tIns="45720" rIns="91440" bIns="45720" rtlCol="0">
            <a:normAutofit/>
          </a:body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en-US" dirty="0"/>
          </a:p>
        </p:txBody>
      </p:sp>
      <p:sp>
        <p:nvSpPr>
          <p:cNvPr id="4" name="Date Placeholder 3"/>
          <p:cNvSpPr>
            <a:spLocks noGrp="1"/>
          </p:cNvSpPr>
          <p:nvPr>
            <p:ph type="dt" sz="half" idx="2"/>
          </p:nvPr>
        </p:nvSpPr>
        <p:spPr>
          <a:xfrm>
            <a:off x="1251677" y="6375679"/>
            <a:ext cx="2329723" cy="348462"/>
          </a:xfrm>
          <a:prstGeom prst="rect">
            <a:avLst/>
          </a:prstGeom>
        </p:spPr>
        <p:txBody>
          <a:bodyPr vert="horz" lIns="91440" tIns="45720" rIns="91440" bIns="45720" rtlCol="0" anchor="ctr"/>
          <a:lstStyle>
            <a:lvl1pPr algn="l">
              <a:defRPr sz="380">
                <a:solidFill>
                  <a:schemeClr val="tx1">
                    <a:lumMod val="65000"/>
                    <a:lumOff val="35000"/>
                  </a:schemeClr>
                </a:solidFill>
              </a:defRPr>
            </a:lvl1pPr>
          </a:lstStyle>
          <a:p>
            <a:fld id="{9334D819-9F07-4261-B09B-9E467E5D9002}" type="datetimeFigureOut">
              <a:rPr lang="en-US" dirty="0"/>
              <a:pPr/>
              <a:t>4/14/2025</a:t>
            </a:fld>
            <a:endParaRPr lang="en-US"/>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380">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8610606" y="6375679"/>
            <a:ext cx="2819399" cy="345796"/>
          </a:xfrm>
          <a:prstGeom prst="rect">
            <a:avLst/>
          </a:prstGeom>
        </p:spPr>
        <p:txBody>
          <a:bodyPr vert="horz" lIns="91440" tIns="45720" rIns="91440" bIns="45720" rtlCol="0" anchor="ctr"/>
          <a:lstStyle>
            <a:lvl1pPr algn="r">
              <a:defRPr sz="380">
                <a:solidFill>
                  <a:schemeClr val="tx1">
                    <a:lumMod val="65000"/>
                    <a:lumOff val="35000"/>
                  </a:schemeClr>
                </a:solidFill>
              </a:defRPr>
            </a:lvl1pPr>
          </a:lstStyle>
          <a:p>
            <a:fld id="{71766878-3199-4EAB-94E7-2D6D11070E14}" type="slidenum">
              <a:rPr lang="en-US" dirty="0"/>
              <a:pPr/>
              <a:t>‹nr.›</a:t>
            </a:fld>
            <a:endParaRPr lang="en-US"/>
          </a:p>
        </p:txBody>
      </p:sp>
      <p:sp>
        <p:nvSpPr>
          <p:cNvPr id="11" name="Freeform 6" title="Left scallop edge"/>
          <p:cNvSpPr/>
          <p:nvPr/>
        </p:nvSpPr>
        <p:spPr bwMode="auto">
          <a:xfrm>
            <a:off x="5"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50088729"/>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 id="2147483703" r:id="rId12"/>
    <p:sldLayoutId id="2147483704" r:id="rId13"/>
    <p:sldLayoutId id="2147483705" r:id="rId14"/>
    <p:sldLayoutId id="2147483706" r:id="rId15"/>
    <p:sldLayoutId id="2147483707" r:id="rId16"/>
    <p:sldLayoutId id="2147483708" r:id="rId17"/>
    <p:sldLayoutId id="2147483709" r:id="rId18"/>
    <p:sldLayoutId id="2147483710" r:id="rId19"/>
    <p:sldLayoutId id="2147483711" r:id="rId20"/>
    <p:sldLayoutId id="2147483712" r:id="rId21"/>
    <p:sldLayoutId id="2147483713" r:id="rId22"/>
    <p:sldLayoutId id="2147483714" r:id="rId23"/>
    <p:sldLayoutId id="2147483783" r:id="rId24"/>
    <p:sldLayoutId id="2147483789" r:id="rId25"/>
    <p:sldLayoutId id="2147483790" r:id="rId26"/>
    <p:sldLayoutId id="2147483791" r:id="rId27"/>
    <p:sldLayoutId id="2147483792" r:id="rId28"/>
    <p:sldLayoutId id="2147483793" r:id="rId29"/>
    <p:sldLayoutId id="2147483794" r:id="rId30"/>
    <p:sldLayoutId id="2147483796" r:id="rId31"/>
    <p:sldLayoutId id="2147483797" r:id="rId32"/>
    <p:sldLayoutId id="2147483799" r:id="rId33"/>
    <p:sldLayoutId id="2147483804" r:id="rId34"/>
  </p:sldLayoutIdLst>
  <p:txStyles>
    <p:titleStyle>
      <a:lvl1pPr algn="l" defTabSz="289322" rtl="0" eaLnBrk="1" latinLnBrk="0" hangingPunct="1">
        <a:lnSpc>
          <a:spcPct val="90000"/>
        </a:lnSpc>
        <a:spcBef>
          <a:spcPct val="0"/>
        </a:spcBef>
        <a:buNone/>
        <a:defRPr sz="3200" kern="1200" cap="all" spc="64" baseline="0">
          <a:solidFill>
            <a:schemeClr val="tx2"/>
          </a:solidFill>
          <a:latin typeface="+mj-lt"/>
          <a:ea typeface="+mj-ea"/>
          <a:cs typeface="+mj-cs"/>
        </a:defRPr>
      </a:lvl1pPr>
    </p:titleStyle>
    <p:bodyStyle>
      <a:lvl1pPr marL="72331" indent="-72331" algn="l" defTabSz="289322" rtl="0" eaLnBrk="1" latinLnBrk="0" hangingPunct="1">
        <a:lnSpc>
          <a:spcPct val="110000"/>
        </a:lnSpc>
        <a:spcBef>
          <a:spcPts val="222"/>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216992" indent="-72331" algn="l" defTabSz="289322" rtl="0" eaLnBrk="1" latinLnBrk="0" hangingPunct="1">
        <a:lnSpc>
          <a:spcPct val="110000"/>
        </a:lnSpc>
        <a:spcBef>
          <a:spcPts val="222"/>
        </a:spcBef>
        <a:buClr>
          <a:schemeClr val="tx2"/>
        </a:buClr>
        <a:buFont typeface="Gill Sans MT" panose="020B0502020104020203" pitchFamily="34" charset="0"/>
        <a:buChar char="–"/>
        <a:defRPr sz="2000" kern="1200">
          <a:solidFill>
            <a:schemeClr val="tx1">
              <a:lumMod val="65000"/>
              <a:lumOff val="35000"/>
            </a:schemeClr>
          </a:solidFill>
          <a:latin typeface="+mn-lt"/>
          <a:ea typeface="+mn-ea"/>
          <a:cs typeface="+mn-cs"/>
        </a:defRPr>
      </a:lvl2pPr>
      <a:lvl3pPr marL="361653" indent="-72331" algn="l" defTabSz="289322" rtl="0" eaLnBrk="1" latinLnBrk="0" hangingPunct="1">
        <a:lnSpc>
          <a:spcPct val="110000"/>
        </a:lnSpc>
        <a:spcBef>
          <a:spcPts val="222"/>
        </a:spcBef>
        <a:buClr>
          <a:schemeClr val="tx2"/>
        </a:buClr>
        <a:buFont typeface="Arial" panose="020B0604020202020204" pitchFamily="34" charset="0"/>
        <a:buChar char="•"/>
        <a:defRPr sz="1800" kern="1200">
          <a:solidFill>
            <a:schemeClr val="tx1">
              <a:lumMod val="65000"/>
              <a:lumOff val="35000"/>
            </a:schemeClr>
          </a:solidFill>
          <a:latin typeface="+mn-lt"/>
          <a:ea typeface="+mn-ea"/>
          <a:cs typeface="+mn-cs"/>
        </a:defRPr>
      </a:lvl3pPr>
      <a:lvl4pPr marL="506314" indent="-72331" algn="l" defTabSz="289322" rtl="0" eaLnBrk="1" latinLnBrk="0" hangingPunct="1">
        <a:lnSpc>
          <a:spcPct val="110000"/>
        </a:lnSpc>
        <a:spcBef>
          <a:spcPts val="222"/>
        </a:spcBef>
        <a:buClr>
          <a:schemeClr val="tx2"/>
        </a:buClr>
        <a:buFont typeface="Gill Sans MT" panose="020B0502020104020203" pitchFamily="34" charset="0"/>
        <a:buChar char="–"/>
        <a:defRPr sz="1600" kern="1200">
          <a:solidFill>
            <a:schemeClr val="tx1">
              <a:lumMod val="65000"/>
              <a:lumOff val="35000"/>
            </a:schemeClr>
          </a:solidFill>
          <a:latin typeface="+mn-lt"/>
          <a:ea typeface="+mn-ea"/>
          <a:cs typeface="+mn-cs"/>
        </a:defRPr>
      </a:lvl4pPr>
      <a:lvl5pPr marL="650975" indent="-72331" algn="l" defTabSz="289322" rtl="0" eaLnBrk="1" latinLnBrk="0" hangingPunct="1">
        <a:lnSpc>
          <a:spcPct val="110000"/>
        </a:lnSpc>
        <a:spcBef>
          <a:spcPts val="222"/>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5pPr>
      <a:lvl6pPr marL="795635" indent="-72331" algn="l" defTabSz="289322" rtl="0" eaLnBrk="1" latinLnBrk="0" hangingPunct="1">
        <a:lnSpc>
          <a:spcPct val="110000"/>
        </a:lnSpc>
        <a:spcBef>
          <a:spcPts val="222"/>
        </a:spcBef>
        <a:buClr>
          <a:schemeClr val="tx2"/>
        </a:buClr>
        <a:buFont typeface="Gill Sans MT" panose="020B0502020104020203" pitchFamily="34" charset="0"/>
        <a:buChar char="–"/>
        <a:defRPr sz="443" kern="1200">
          <a:solidFill>
            <a:schemeClr val="tx1">
              <a:lumMod val="65000"/>
              <a:lumOff val="35000"/>
            </a:schemeClr>
          </a:solidFill>
          <a:latin typeface="+mn-lt"/>
          <a:ea typeface="+mn-ea"/>
          <a:cs typeface="+mn-cs"/>
        </a:defRPr>
      </a:lvl6pPr>
      <a:lvl7pPr marL="940297" indent="-72331" algn="l" defTabSz="289322" rtl="0" eaLnBrk="1" latinLnBrk="0" hangingPunct="1">
        <a:lnSpc>
          <a:spcPct val="110000"/>
        </a:lnSpc>
        <a:spcBef>
          <a:spcPts val="222"/>
        </a:spcBef>
        <a:buClr>
          <a:schemeClr val="tx2"/>
        </a:buClr>
        <a:buFont typeface="Arial" panose="020B0604020202020204" pitchFamily="34" charset="0"/>
        <a:buChar char="•"/>
        <a:defRPr sz="443" kern="1200">
          <a:solidFill>
            <a:schemeClr val="tx1">
              <a:lumMod val="65000"/>
              <a:lumOff val="35000"/>
            </a:schemeClr>
          </a:solidFill>
          <a:latin typeface="+mn-lt"/>
          <a:ea typeface="+mn-ea"/>
          <a:cs typeface="+mn-cs"/>
        </a:defRPr>
      </a:lvl7pPr>
      <a:lvl8pPr marL="1084958" indent="-72331" algn="l" defTabSz="289322" rtl="0" eaLnBrk="1" latinLnBrk="0" hangingPunct="1">
        <a:lnSpc>
          <a:spcPct val="110000"/>
        </a:lnSpc>
        <a:spcBef>
          <a:spcPts val="222"/>
        </a:spcBef>
        <a:buClr>
          <a:schemeClr val="tx2"/>
        </a:buClr>
        <a:buFont typeface="Gill Sans MT" panose="020B0502020104020203" pitchFamily="34" charset="0"/>
        <a:buChar char="–"/>
        <a:defRPr sz="443" kern="1200" baseline="0">
          <a:solidFill>
            <a:schemeClr val="tx1">
              <a:lumMod val="65000"/>
              <a:lumOff val="35000"/>
            </a:schemeClr>
          </a:solidFill>
          <a:latin typeface="+mn-lt"/>
          <a:ea typeface="+mn-ea"/>
          <a:cs typeface="+mn-cs"/>
        </a:defRPr>
      </a:lvl8pPr>
      <a:lvl9pPr marL="1229618" indent="-72331" algn="l" defTabSz="289322" rtl="0" eaLnBrk="1" latinLnBrk="0" hangingPunct="1">
        <a:lnSpc>
          <a:spcPct val="110000"/>
        </a:lnSpc>
        <a:spcBef>
          <a:spcPts val="222"/>
        </a:spcBef>
        <a:buClr>
          <a:schemeClr val="tx2"/>
        </a:buClr>
        <a:buFont typeface="Arial" panose="020B0604020202020204" pitchFamily="34" charset="0"/>
        <a:buChar char="•"/>
        <a:defRPr sz="443" kern="1200" baseline="0">
          <a:solidFill>
            <a:schemeClr val="tx1">
              <a:lumMod val="65000"/>
              <a:lumOff val="35000"/>
            </a:schemeClr>
          </a:solidFill>
          <a:latin typeface="+mn-lt"/>
          <a:ea typeface="+mn-ea"/>
          <a:cs typeface="+mn-cs"/>
        </a:defRPr>
      </a:lvl9pPr>
    </p:bodyStyle>
    <p:otherStyle>
      <a:defPPr>
        <a:defRPr lang="en-US"/>
      </a:defPPr>
      <a:lvl1pPr marL="0" algn="l" defTabSz="289322" rtl="0" eaLnBrk="1" latinLnBrk="0" hangingPunct="1">
        <a:defRPr sz="570" kern="1200">
          <a:solidFill>
            <a:schemeClr val="tx1"/>
          </a:solidFill>
          <a:latin typeface="+mn-lt"/>
          <a:ea typeface="+mn-ea"/>
          <a:cs typeface="+mn-cs"/>
        </a:defRPr>
      </a:lvl1pPr>
      <a:lvl2pPr marL="144661" algn="l" defTabSz="289322" rtl="0" eaLnBrk="1" latinLnBrk="0" hangingPunct="1">
        <a:defRPr sz="570" kern="1200">
          <a:solidFill>
            <a:schemeClr val="tx1"/>
          </a:solidFill>
          <a:latin typeface="+mn-lt"/>
          <a:ea typeface="+mn-ea"/>
          <a:cs typeface="+mn-cs"/>
        </a:defRPr>
      </a:lvl2pPr>
      <a:lvl3pPr marL="289322" algn="l" defTabSz="289322" rtl="0" eaLnBrk="1" latinLnBrk="0" hangingPunct="1">
        <a:defRPr sz="570" kern="1200">
          <a:solidFill>
            <a:schemeClr val="tx1"/>
          </a:solidFill>
          <a:latin typeface="+mn-lt"/>
          <a:ea typeface="+mn-ea"/>
          <a:cs typeface="+mn-cs"/>
        </a:defRPr>
      </a:lvl3pPr>
      <a:lvl4pPr marL="433983" algn="l" defTabSz="289322" rtl="0" eaLnBrk="1" latinLnBrk="0" hangingPunct="1">
        <a:defRPr sz="570" kern="1200">
          <a:solidFill>
            <a:schemeClr val="tx1"/>
          </a:solidFill>
          <a:latin typeface="+mn-lt"/>
          <a:ea typeface="+mn-ea"/>
          <a:cs typeface="+mn-cs"/>
        </a:defRPr>
      </a:lvl4pPr>
      <a:lvl5pPr marL="578644" algn="l" defTabSz="289322" rtl="0" eaLnBrk="1" latinLnBrk="0" hangingPunct="1">
        <a:defRPr sz="570" kern="1200">
          <a:solidFill>
            <a:schemeClr val="tx1"/>
          </a:solidFill>
          <a:latin typeface="+mn-lt"/>
          <a:ea typeface="+mn-ea"/>
          <a:cs typeface="+mn-cs"/>
        </a:defRPr>
      </a:lvl5pPr>
      <a:lvl6pPr marL="723305" algn="l" defTabSz="289322" rtl="0" eaLnBrk="1" latinLnBrk="0" hangingPunct="1">
        <a:defRPr sz="570" kern="1200">
          <a:solidFill>
            <a:schemeClr val="tx1"/>
          </a:solidFill>
          <a:latin typeface="+mn-lt"/>
          <a:ea typeface="+mn-ea"/>
          <a:cs typeface="+mn-cs"/>
        </a:defRPr>
      </a:lvl6pPr>
      <a:lvl7pPr marL="867966" algn="l" defTabSz="289322" rtl="0" eaLnBrk="1" latinLnBrk="0" hangingPunct="1">
        <a:defRPr sz="570" kern="1200">
          <a:solidFill>
            <a:schemeClr val="tx1"/>
          </a:solidFill>
          <a:latin typeface="+mn-lt"/>
          <a:ea typeface="+mn-ea"/>
          <a:cs typeface="+mn-cs"/>
        </a:defRPr>
      </a:lvl7pPr>
      <a:lvl8pPr marL="1012627" algn="l" defTabSz="289322" rtl="0" eaLnBrk="1" latinLnBrk="0" hangingPunct="1">
        <a:defRPr sz="570" kern="1200">
          <a:solidFill>
            <a:schemeClr val="tx1"/>
          </a:solidFill>
          <a:latin typeface="+mn-lt"/>
          <a:ea typeface="+mn-ea"/>
          <a:cs typeface="+mn-cs"/>
        </a:defRPr>
      </a:lvl8pPr>
      <a:lvl9pPr marL="1157288" algn="l" defTabSz="289322" rtl="0" eaLnBrk="1" latinLnBrk="0" hangingPunct="1">
        <a:defRPr sz="57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503" userDrawn="1">
          <p15:clr>
            <a:srgbClr val="F26B43"/>
          </p15:clr>
        </p15:guide>
        <p15:guide id="2" pos="22756" userDrawn="1">
          <p15:clr>
            <a:srgbClr val="F26B43"/>
          </p15:clr>
        </p15:guide>
        <p15:guide id="3" orient="horz" pos="4008" userDrawn="1">
          <p15:clr>
            <a:srgbClr val="F26B43"/>
          </p15:clr>
        </p15:guide>
        <p15:guide id="4" orient="horz" pos="1440" userDrawn="1">
          <p15:clr>
            <a:srgbClr val="F26B43"/>
          </p15:clr>
        </p15:guide>
        <p15:guide id="5" orient="horz" pos="3720" userDrawn="1">
          <p15:clr>
            <a:srgbClr val="F26B43"/>
          </p15:clr>
        </p15:guide>
        <p15:guide id="6" orient="horz" pos="2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1.svg"/></Relationships>
</file>

<file path=ppt/slides/_rels/slide1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6.xml"/><Relationship Id="rId4" Type="http://schemas.openxmlformats.org/officeDocument/2006/relationships/image" Target="../media/image15.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0.xml"/></Relationships>
</file>

<file path=ppt/slides/_rels/slide22.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18.png"/><Relationship Id="rId7" Type="http://schemas.openxmlformats.org/officeDocument/2006/relationships/diagramQuickStyle" Target="../diagrams/quickStyle1.xml"/><Relationship Id="rId2" Type="http://schemas.openxmlformats.org/officeDocument/2006/relationships/notesSlide" Target="../notesSlides/notesSlide16.xml"/><Relationship Id="rId1" Type="http://schemas.openxmlformats.org/officeDocument/2006/relationships/slideLayout" Target="../slideLayouts/slideLayout31.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19.svg"/><Relationship Id="rId9" Type="http://schemas.microsoft.com/office/2007/relationships/diagramDrawing" Target="../diagrams/drawing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3.xml"/></Relationships>
</file>

<file path=ppt/slides/_rels/slide25.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diagramLayout" Target="../diagrams/layout2.xml"/><Relationship Id="rId7" Type="http://schemas.openxmlformats.org/officeDocument/2006/relationships/image" Target="../media/image10.png"/><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 Id="rId9" Type="http://schemas.openxmlformats.org/officeDocument/2006/relationships/image" Target="../media/image11.svg"/></Relationships>
</file>

<file path=ppt/slides/_rels/slide2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0.xml"/><Relationship Id="rId1" Type="http://schemas.openxmlformats.org/officeDocument/2006/relationships/slideLayout" Target="../slideLayouts/slideLayout3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4.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34.xml"/><Relationship Id="rId4" Type="http://schemas.openxmlformats.org/officeDocument/2006/relationships/image" Target="../media/image11.sv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1C174F4-48AB-7F1F-1BBA-0167B95093CD}"/>
              </a:ext>
            </a:extLst>
          </p:cNvPr>
          <p:cNvSpPr>
            <a:spLocks noGrp="1"/>
          </p:cNvSpPr>
          <p:nvPr>
            <p:ph type="ctrTitle"/>
          </p:nvPr>
        </p:nvSpPr>
        <p:spPr>
          <a:xfrm>
            <a:off x="1078525" y="1098388"/>
            <a:ext cx="10562091" cy="4394988"/>
          </a:xfrm>
        </p:spPr>
        <p:txBody>
          <a:bodyPr/>
          <a:lstStyle/>
          <a:p>
            <a:r>
              <a:rPr lang="nl-NL" sz="6600" dirty="0"/>
              <a:t>Workshop 6: </a:t>
            </a:r>
            <a:br>
              <a:rPr lang="nl-NL" sz="6600" dirty="0"/>
            </a:br>
            <a:r>
              <a:rPr lang="nl-NL" sz="6600" dirty="0"/>
              <a:t>veranderontwerp</a:t>
            </a:r>
            <a:endParaRPr lang="en-US" sz="6600" dirty="0"/>
          </a:p>
        </p:txBody>
      </p:sp>
      <p:sp>
        <p:nvSpPr>
          <p:cNvPr id="3" name="Ondertitel 2">
            <a:extLst>
              <a:ext uri="{FF2B5EF4-FFF2-40B4-BE49-F238E27FC236}">
                <a16:creationId xmlns:a16="http://schemas.microsoft.com/office/drawing/2014/main" id="{24824DF7-2126-3135-358A-EF894D0A24DE}"/>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69205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a:xfrm>
            <a:off x="1559496" y="548680"/>
            <a:ext cx="7575038" cy="994172"/>
          </a:xfrm>
        </p:spPr>
        <p:txBody>
          <a:bodyPr>
            <a:normAutofit fontScale="90000"/>
          </a:bodyPr>
          <a:lstStyle/>
          <a:p>
            <a:r>
              <a:rPr lang="nl-NL" sz="6600" dirty="0">
                <a:solidFill>
                  <a:schemeClr val="tx1"/>
                </a:solidFill>
              </a:rPr>
              <a:t>Doel van vandaag</a:t>
            </a:r>
          </a:p>
        </p:txBody>
      </p:sp>
      <p:sp>
        <p:nvSpPr>
          <p:cNvPr id="2" name="Tijdelijke aanduiding voor inhoud 1">
            <a:extLst>
              <a:ext uri="{FF2B5EF4-FFF2-40B4-BE49-F238E27FC236}">
                <a16:creationId xmlns:a16="http://schemas.microsoft.com/office/drawing/2014/main" id="{4C8D81C3-AA92-6213-9768-1B68E8CC0CD8}"/>
              </a:ext>
            </a:extLst>
          </p:cNvPr>
          <p:cNvSpPr>
            <a:spLocks noGrp="1"/>
          </p:cNvSpPr>
          <p:nvPr>
            <p:ph type="body" sz="quarter" idx="10"/>
          </p:nvPr>
        </p:nvSpPr>
        <p:spPr>
          <a:xfrm>
            <a:off x="1559496" y="1772816"/>
            <a:ext cx="9721080" cy="4259262"/>
          </a:xfrm>
        </p:spPr>
        <p:txBody>
          <a:bodyPr anchor="ctr">
            <a:normAutofit/>
          </a:bodyPr>
          <a:lstStyle/>
          <a:p>
            <a:pPr marL="171450" indent="-171450">
              <a:buFont typeface="Arial" panose="020B0604020202020204" pitchFamily="34" charset="0"/>
              <a:buChar char="•"/>
            </a:pPr>
            <a:r>
              <a:rPr lang="nl-NL" sz="4000" dirty="0"/>
              <a:t>Begrijpen van fases in organisatieverandering</a:t>
            </a:r>
          </a:p>
          <a:p>
            <a:pPr marL="171450" indent="-171450">
              <a:buFont typeface="Arial" panose="020B0604020202020204" pitchFamily="34" charset="0"/>
              <a:buChar char="•"/>
            </a:pPr>
            <a:r>
              <a:rPr lang="nl-NL" sz="4000" dirty="0"/>
              <a:t>Hanteren van het 8-stappen verandermodel van Kotter voor de eigen verandering</a:t>
            </a:r>
            <a:endParaRPr lang="en-US" sz="4000" dirty="0"/>
          </a:p>
          <a:p>
            <a:pPr>
              <a:spcBef>
                <a:spcPts val="0"/>
              </a:spcBef>
            </a:pPr>
            <a:endParaRPr lang="nl-NL" sz="6000" dirty="0">
              <a:solidFill>
                <a:srgbClr val="1D2125"/>
              </a:solidFill>
              <a:latin typeface="Avenir Next Condensed" panose="020B0506020202020204"/>
            </a:endParaRPr>
          </a:p>
          <a:p>
            <a:endParaRPr lang="nl-NL" dirty="0"/>
          </a:p>
        </p:txBody>
      </p:sp>
    </p:spTree>
    <p:extLst>
      <p:ext uri="{BB962C8B-B14F-4D97-AF65-F5344CB8AC3E}">
        <p14:creationId xmlns:p14="http://schemas.microsoft.com/office/powerpoint/2010/main" val="24994055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E728700D-5AA3-7CBA-7FF8-CE329C1405B6}"/>
              </a:ext>
            </a:extLst>
          </p:cNvPr>
          <p:cNvSpPr>
            <a:spLocks noGrp="1"/>
          </p:cNvSpPr>
          <p:nvPr>
            <p:ph type="title"/>
          </p:nvPr>
        </p:nvSpPr>
        <p:spPr/>
        <p:txBody>
          <a:bodyPr>
            <a:normAutofit/>
          </a:bodyPr>
          <a:lstStyle/>
          <a:p>
            <a:r>
              <a:rPr lang="nl-NL" sz="2000" dirty="0"/>
              <a:t>Programma</a:t>
            </a:r>
            <a:endParaRPr lang="en-US" sz="2000" dirty="0"/>
          </a:p>
        </p:txBody>
      </p:sp>
      <p:sp>
        <p:nvSpPr>
          <p:cNvPr id="4" name="Tijdelijke aanduiding voor tekst 3">
            <a:extLst>
              <a:ext uri="{FF2B5EF4-FFF2-40B4-BE49-F238E27FC236}">
                <a16:creationId xmlns:a16="http://schemas.microsoft.com/office/drawing/2014/main" id="{CB3A5ED3-5839-D112-0BD6-7B0B69B7914E}"/>
              </a:ext>
            </a:extLst>
          </p:cNvPr>
          <p:cNvSpPr>
            <a:spLocks noGrp="1"/>
          </p:cNvSpPr>
          <p:nvPr>
            <p:ph type="body" sz="half" idx="2"/>
          </p:nvPr>
        </p:nvSpPr>
        <p:spPr/>
        <p:txBody>
          <a:bodyPr>
            <a:normAutofit/>
          </a:bodyPr>
          <a:lstStyle/>
          <a:p>
            <a:pPr marL="285750" indent="-285750">
              <a:buClr>
                <a:schemeClr val="bg1"/>
              </a:buClr>
              <a:buFont typeface="Arial" panose="020B0604020202020204" pitchFamily="34" charset="0"/>
              <a:buChar char="•"/>
            </a:pPr>
            <a:r>
              <a:rPr lang="nl-NL" sz="1600" dirty="0"/>
              <a:t>Introductie op organisatieverandering volgens Kotter</a:t>
            </a:r>
          </a:p>
          <a:p>
            <a:pPr marL="285750" indent="-285750">
              <a:buClr>
                <a:schemeClr val="bg1"/>
              </a:buClr>
              <a:buFont typeface="Arial" panose="020B0604020202020204" pitchFamily="34" charset="0"/>
              <a:buChar char="•"/>
            </a:pPr>
            <a:r>
              <a:rPr lang="nl-NL" sz="1600" dirty="0"/>
              <a:t>Opdracht 1: urgentiebesef</a:t>
            </a:r>
          </a:p>
          <a:p>
            <a:pPr marL="285750" indent="-285750">
              <a:buClr>
                <a:schemeClr val="bg1"/>
              </a:buClr>
              <a:buFont typeface="Arial" panose="020B0604020202020204" pitchFamily="34" charset="0"/>
              <a:buChar char="•"/>
            </a:pPr>
            <a:r>
              <a:rPr lang="nl-NL" sz="1600" dirty="0"/>
              <a:t>Opdracht 2: leidende coalitie</a:t>
            </a:r>
          </a:p>
          <a:p>
            <a:pPr marL="285750" indent="-285750">
              <a:buClr>
                <a:schemeClr val="bg1"/>
              </a:buClr>
              <a:buFont typeface="Arial" panose="020B0604020202020204" pitchFamily="34" charset="0"/>
              <a:buChar char="•"/>
            </a:pPr>
            <a:r>
              <a:rPr lang="nl-NL" sz="1600" dirty="0"/>
              <a:t>Opdracht 3: visie ontwikkelen</a:t>
            </a:r>
          </a:p>
          <a:p>
            <a:pPr marL="285750" indent="-285750">
              <a:buFont typeface="Arial" panose="020B0604020202020204" pitchFamily="34" charset="0"/>
              <a:buChar char="•"/>
            </a:pPr>
            <a:endParaRPr lang="en-US" sz="1600" dirty="0"/>
          </a:p>
        </p:txBody>
      </p:sp>
      <p:sp>
        <p:nvSpPr>
          <p:cNvPr id="5" name="Titel 2">
            <a:extLst>
              <a:ext uri="{FF2B5EF4-FFF2-40B4-BE49-F238E27FC236}">
                <a16:creationId xmlns:a16="http://schemas.microsoft.com/office/drawing/2014/main" id="{EFF6C448-E09D-766C-EF37-C874CCD57827}"/>
              </a:ext>
            </a:extLst>
          </p:cNvPr>
          <p:cNvSpPr txBox="1">
            <a:spLocks/>
          </p:cNvSpPr>
          <p:nvPr/>
        </p:nvSpPr>
        <p:spPr>
          <a:xfrm>
            <a:off x="727177" y="620688"/>
            <a:ext cx="4993914" cy="994172"/>
          </a:xfrm>
          <a:prstGeom prst="rect">
            <a:avLst/>
          </a:prstGeom>
        </p:spPr>
        <p:txBody>
          <a:bodyPr vert="horz" lIns="91440" tIns="45720" rIns="91440" bIns="45720" rtlCol="0" anchor="b">
            <a:normAutofit fontScale="52500" lnSpcReduction="20000"/>
          </a:bodyPr>
          <a:lstStyle>
            <a:lvl1pPr algn="l" defTabSz="289322" rtl="0" eaLnBrk="1" latinLnBrk="0" hangingPunct="1">
              <a:lnSpc>
                <a:spcPct val="100000"/>
              </a:lnSpc>
              <a:spcBef>
                <a:spcPct val="0"/>
              </a:spcBef>
              <a:buNone/>
              <a:defRPr sz="602" b="1" i="0" kern="1200" cap="all" spc="95" baseline="0">
                <a:solidFill>
                  <a:schemeClr val="accent1"/>
                </a:solidFill>
                <a:latin typeface="+mn-lt"/>
                <a:ea typeface="+mj-ea"/>
                <a:cs typeface="+mj-cs"/>
              </a:defRPr>
            </a:lvl1pPr>
          </a:lstStyle>
          <a:p>
            <a:r>
              <a:rPr lang="nl-NL" sz="6600">
                <a:solidFill>
                  <a:schemeClr val="tx1"/>
                </a:solidFill>
              </a:rPr>
              <a:t>Doel van vandaag</a:t>
            </a:r>
            <a:endParaRPr lang="nl-NL" sz="6600" dirty="0">
              <a:solidFill>
                <a:schemeClr val="tx1"/>
              </a:solidFill>
            </a:endParaRPr>
          </a:p>
        </p:txBody>
      </p:sp>
      <p:sp>
        <p:nvSpPr>
          <p:cNvPr id="6" name="Tijdelijke aanduiding voor inhoud 1">
            <a:extLst>
              <a:ext uri="{FF2B5EF4-FFF2-40B4-BE49-F238E27FC236}">
                <a16:creationId xmlns:a16="http://schemas.microsoft.com/office/drawing/2014/main" id="{27285294-ED4F-4320-E208-974517DEA499}"/>
              </a:ext>
            </a:extLst>
          </p:cNvPr>
          <p:cNvSpPr txBox="1">
            <a:spLocks/>
          </p:cNvSpPr>
          <p:nvPr/>
        </p:nvSpPr>
        <p:spPr>
          <a:xfrm>
            <a:off x="727177" y="1844824"/>
            <a:ext cx="6408712" cy="4259262"/>
          </a:xfrm>
          <a:prstGeom prst="rect">
            <a:avLst/>
          </a:prstGeom>
        </p:spPr>
        <p:txBody>
          <a:bodyPr vert="horz" lIns="91440" tIns="45720" rIns="91440" bIns="45720" rtlCol="0" anchor="ctr">
            <a:normAutofit/>
          </a:bodyPr>
          <a:lstStyle>
            <a:defPPr>
              <a:defRPr lang="nl-NL"/>
            </a:defPPr>
            <a:lvl1pPr marL="0" algn="l" defTabSz="914400" rtl="0" eaLnBrk="1" latinLnBrk="0" hangingPunct="1">
              <a:defRPr sz="380" kern="1200">
                <a:solidFill>
                  <a:schemeClr val="tx1">
                    <a:lumMod val="65000"/>
                    <a:lumOff val="3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buFont typeface="Arial" panose="020B0604020202020204" pitchFamily="34" charset="0"/>
              <a:buChar char="•"/>
            </a:pPr>
            <a:r>
              <a:rPr lang="nl-NL" sz="4000"/>
              <a:t>Begrijpen van fases in organisatieverandering</a:t>
            </a:r>
          </a:p>
          <a:p>
            <a:pPr marL="171450" indent="-171450">
              <a:buFont typeface="Arial" panose="020B0604020202020204" pitchFamily="34" charset="0"/>
              <a:buChar char="•"/>
            </a:pPr>
            <a:r>
              <a:rPr lang="nl-NL" sz="4000"/>
              <a:t>Hanteren van het 8-stappen verandermodel van Kotter voor de eigen verandering</a:t>
            </a:r>
            <a:endParaRPr lang="en-US" sz="4000"/>
          </a:p>
          <a:p>
            <a:endParaRPr lang="nl-NL" sz="6000">
              <a:solidFill>
                <a:srgbClr val="1D2125"/>
              </a:solidFill>
              <a:latin typeface="Avenir Next Condensed" panose="020B0506020202020204"/>
            </a:endParaRPr>
          </a:p>
          <a:p>
            <a:endParaRPr lang="nl-NL" dirty="0"/>
          </a:p>
        </p:txBody>
      </p:sp>
    </p:spTree>
    <p:extLst>
      <p:ext uri="{BB962C8B-B14F-4D97-AF65-F5344CB8AC3E}">
        <p14:creationId xmlns:p14="http://schemas.microsoft.com/office/powerpoint/2010/main" val="24232129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Afbeelding 2">
            <a:extLst>
              <a:ext uri="{FF2B5EF4-FFF2-40B4-BE49-F238E27FC236}">
                <a16:creationId xmlns:a16="http://schemas.microsoft.com/office/drawing/2014/main" id="{7B6AC12E-93DF-688B-9281-B5081C3A50D0}"/>
              </a:ext>
            </a:extLst>
          </p:cNvPr>
          <p:cNvPicPr>
            <a:picLocks noChangeAspect="1"/>
          </p:cNvPicPr>
          <p:nvPr/>
        </p:nvPicPr>
        <p:blipFill>
          <a:blip r:embed="rId3"/>
          <a:stretch>
            <a:fillRect/>
          </a:stretch>
        </p:blipFill>
        <p:spPr>
          <a:xfrm>
            <a:off x="1127448" y="266258"/>
            <a:ext cx="10631384" cy="6325483"/>
          </a:xfrm>
          <a:prstGeom prst="rect">
            <a:avLst/>
          </a:prstGeom>
        </p:spPr>
      </p:pic>
      <p:sp>
        <p:nvSpPr>
          <p:cNvPr id="4" name="Rechthoek: afgeronde hoeken 3">
            <a:extLst>
              <a:ext uri="{FF2B5EF4-FFF2-40B4-BE49-F238E27FC236}">
                <a16:creationId xmlns:a16="http://schemas.microsoft.com/office/drawing/2014/main" id="{02879133-ACBD-7B43-34CE-E34437957E55}"/>
              </a:ext>
            </a:extLst>
          </p:cNvPr>
          <p:cNvSpPr/>
          <p:nvPr/>
        </p:nvSpPr>
        <p:spPr>
          <a:xfrm>
            <a:off x="5615048" y="3573016"/>
            <a:ext cx="1656184" cy="1368152"/>
          </a:xfrm>
          <a:prstGeom prst="roundRect">
            <a:avLst/>
          </a:prstGeom>
          <a:noFill/>
          <a:ln w="762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571466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Freeform 6">
            <a:extLst>
              <a:ext uri="{FF2B5EF4-FFF2-40B4-BE49-F238E27FC236}">
                <a16:creationId xmlns:a16="http://schemas.microsoft.com/office/drawing/2014/main" id="{BB8C1D0E-0B06-46C9-A8BD-A8E13FF993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txBody>
          <a:bodyPr/>
          <a:lstStyle/>
          <a:p>
            <a:endParaRPr lang="en-US"/>
          </a:p>
        </p:txBody>
      </p:sp>
      <p:sp>
        <p:nvSpPr>
          <p:cNvPr id="1033" name="Rectangle 1032">
            <a:extLst>
              <a:ext uri="{FF2B5EF4-FFF2-40B4-BE49-F238E27FC236}">
                <a16:creationId xmlns:a16="http://schemas.microsoft.com/office/drawing/2014/main" id="{7D1ADC4A-8537-4084-99C7-F8D378A640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35" name="Rectangle 1034">
            <a:extLst>
              <a:ext uri="{FF2B5EF4-FFF2-40B4-BE49-F238E27FC236}">
                <a16:creationId xmlns:a16="http://schemas.microsoft.com/office/drawing/2014/main" id="{D9453AC2-8882-459A-8985-3E24DD42AE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4543" y="0"/>
            <a:ext cx="1196771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Het verhaal van de vlinder - Vreugdevolle roeping">
            <a:extLst>
              <a:ext uri="{FF2B5EF4-FFF2-40B4-BE49-F238E27FC236}">
                <a16:creationId xmlns:a16="http://schemas.microsoft.com/office/drawing/2014/main" id="{0C16C884-B47F-E67D-1FFC-03538D7A0451}"/>
              </a:ext>
            </a:extLst>
          </p:cNvPr>
          <p:cNvPicPr>
            <a:picLocks noChangeAspect="1" noChangeArrowheads="1"/>
          </p:cNvPicPr>
          <p:nvPr/>
        </p:nvPicPr>
        <p:blipFill rotWithShape="1">
          <a:blip r:embed="rId2">
            <a:alphaModFix amt="40000"/>
            <a:extLst>
              <a:ext uri="{28A0092B-C50C-407E-A947-70E740481C1C}">
                <a14:useLocalDpi xmlns:a14="http://schemas.microsoft.com/office/drawing/2010/main" val="0"/>
              </a:ext>
            </a:extLst>
          </a:blip>
          <a:srcRect t="14197" r="-1" b="3646"/>
          <a:stretch/>
        </p:blipFill>
        <p:spPr bwMode="auto">
          <a:xfrm>
            <a:off x="264543" y="10"/>
            <a:ext cx="11967714" cy="6857990"/>
          </a:xfrm>
          <a:prstGeom prst="rect">
            <a:avLst/>
          </a:prstGeom>
          <a:noFill/>
          <a:extLst>
            <a:ext uri="{909E8E84-426E-40DD-AFC4-6F175D3DCCD1}">
              <a14:hiddenFill xmlns:a14="http://schemas.microsoft.com/office/drawing/2010/main">
                <a:solidFill>
                  <a:srgbClr val="FFFFFF"/>
                </a:solidFill>
              </a14:hiddenFill>
            </a:ext>
          </a:extLst>
        </p:spPr>
      </p:pic>
      <p:sp>
        <p:nvSpPr>
          <p:cNvPr id="6" name="Tekstvak 5">
            <a:extLst>
              <a:ext uri="{FF2B5EF4-FFF2-40B4-BE49-F238E27FC236}">
                <a16:creationId xmlns:a16="http://schemas.microsoft.com/office/drawing/2014/main" id="{FE493A24-D2C7-8011-5D55-BFA0E06B0386}"/>
              </a:ext>
            </a:extLst>
          </p:cNvPr>
          <p:cNvSpPr txBox="1"/>
          <p:nvPr/>
        </p:nvSpPr>
        <p:spPr>
          <a:xfrm>
            <a:off x="1078523" y="1098388"/>
            <a:ext cx="10318418" cy="4394988"/>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7000" cap="all" spc="800">
                <a:solidFill>
                  <a:srgbClr val="FFFFFF"/>
                </a:solidFill>
                <a:latin typeface="+mj-lt"/>
                <a:ea typeface="+mj-ea"/>
                <a:cs typeface="+mj-cs"/>
              </a:rPr>
              <a:t>Welke fases </a:t>
            </a:r>
          </a:p>
          <a:p>
            <a:pPr algn="ctr">
              <a:lnSpc>
                <a:spcPct val="90000"/>
              </a:lnSpc>
              <a:spcBef>
                <a:spcPct val="0"/>
              </a:spcBef>
              <a:spcAft>
                <a:spcPts val="600"/>
              </a:spcAft>
            </a:pPr>
            <a:r>
              <a:rPr lang="en-US" sz="7000" cap="all" spc="800">
                <a:solidFill>
                  <a:srgbClr val="FFFFFF"/>
                </a:solidFill>
                <a:latin typeface="+mj-lt"/>
                <a:ea typeface="+mj-ea"/>
                <a:cs typeface="+mj-cs"/>
              </a:rPr>
              <a:t>doorloopt een organisatie-verandering?</a:t>
            </a:r>
          </a:p>
        </p:txBody>
      </p:sp>
      <p:sp>
        <p:nvSpPr>
          <p:cNvPr id="1037" name="Rectangle 1036">
            <a:extLst>
              <a:ext uri="{FF2B5EF4-FFF2-40B4-BE49-F238E27FC236}">
                <a16:creationId xmlns:a16="http://schemas.microsoft.com/office/drawing/2014/main" id="{D4A11FEA-6E98-401C-B708-DA2C95081E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64543"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34988408"/>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Freeform 6">
            <a:extLst>
              <a:ext uri="{FF2B5EF4-FFF2-40B4-BE49-F238E27FC236}">
                <a16:creationId xmlns:a16="http://schemas.microsoft.com/office/drawing/2014/main" id="{B217C2AD-51B4-40CE-A71F-F5D3F846D9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txBody>
          <a:bodyPr/>
          <a:lstStyle/>
          <a:p>
            <a:endParaRPr lang="en-US"/>
          </a:p>
        </p:txBody>
      </p:sp>
      <p:sp>
        <p:nvSpPr>
          <p:cNvPr id="11" name="Rectangle 10">
            <a:extLst>
              <a:ext uri="{FF2B5EF4-FFF2-40B4-BE49-F238E27FC236}">
                <a16:creationId xmlns:a16="http://schemas.microsoft.com/office/drawing/2014/main" id="{6F1BF92E-23CF-4BFE-9E1F-C359BACFA3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28FFBEEC-E1D5-4133-8566-2A59DDB170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4639060" y="0"/>
            <a:ext cx="755294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14">
            <a:extLst>
              <a:ext uri="{FF2B5EF4-FFF2-40B4-BE49-F238E27FC236}">
                <a16:creationId xmlns:a16="http://schemas.microsoft.com/office/drawing/2014/main" id="{E8EFDFFA-99D1-4010-8BB3-F3C338EC0A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5282519" cy="6858000"/>
          </a:xfrm>
          <a:custGeom>
            <a:avLst/>
            <a:gdLst>
              <a:gd name="connsiteX0" fmla="*/ 0 w 4992864"/>
              <a:gd name="connsiteY0" fmla="*/ 0 h 6858000"/>
              <a:gd name="connsiteX1" fmla="*/ 4813476 w 4992864"/>
              <a:gd name="connsiteY1" fmla="*/ 0 h 6858000"/>
              <a:gd name="connsiteX2" fmla="*/ 4818239 w 4992864"/>
              <a:gd name="connsiteY2" fmla="*/ 66675 h 6858000"/>
              <a:gd name="connsiteX3" fmla="*/ 4826176 w 4992864"/>
              <a:gd name="connsiteY3" fmla="*/ 122237 h 6858000"/>
              <a:gd name="connsiteX4" fmla="*/ 4835701 w 4992864"/>
              <a:gd name="connsiteY4" fmla="*/ 174625 h 6858000"/>
              <a:gd name="connsiteX5" fmla="*/ 4851576 w 4992864"/>
              <a:gd name="connsiteY5" fmla="*/ 217487 h 6858000"/>
              <a:gd name="connsiteX6" fmla="*/ 4867451 w 4992864"/>
              <a:gd name="connsiteY6" fmla="*/ 260350 h 6858000"/>
              <a:gd name="connsiteX7" fmla="*/ 4886501 w 4992864"/>
              <a:gd name="connsiteY7" fmla="*/ 296862 h 6858000"/>
              <a:gd name="connsiteX8" fmla="*/ 4905551 w 4992864"/>
              <a:gd name="connsiteY8" fmla="*/ 334962 h 6858000"/>
              <a:gd name="connsiteX9" fmla="*/ 4923014 w 4992864"/>
              <a:gd name="connsiteY9" fmla="*/ 369887 h 6858000"/>
              <a:gd name="connsiteX10" fmla="*/ 4940476 w 4992864"/>
              <a:gd name="connsiteY10" fmla="*/ 409575 h 6858000"/>
              <a:gd name="connsiteX11" fmla="*/ 4956351 w 4992864"/>
              <a:gd name="connsiteY11" fmla="*/ 450850 h 6858000"/>
              <a:gd name="connsiteX12" fmla="*/ 4970639 w 4992864"/>
              <a:gd name="connsiteY12" fmla="*/ 496887 h 6858000"/>
              <a:gd name="connsiteX13" fmla="*/ 4981751 w 4992864"/>
              <a:gd name="connsiteY13" fmla="*/ 546100 h 6858000"/>
              <a:gd name="connsiteX14" fmla="*/ 4989689 w 4992864"/>
              <a:gd name="connsiteY14" fmla="*/ 606425 h 6858000"/>
              <a:gd name="connsiteX15" fmla="*/ 4992864 w 4992864"/>
              <a:gd name="connsiteY15" fmla="*/ 673100 h 6858000"/>
              <a:gd name="connsiteX16" fmla="*/ 4989689 w 4992864"/>
              <a:gd name="connsiteY16" fmla="*/ 744537 h 6858000"/>
              <a:gd name="connsiteX17" fmla="*/ 4981751 w 4992864"/>
              <a:gd name="connsiteY17" fmla="*/ 801687 h 6858000"/>
              <a:gd name="connsiteX18" fmla="*/ 4970639 w 4992864"/>
              <a:gd name="connsiteY18" fmla="*/ 854075 h 6858000"/>
              <a:gd name="connsiteX19" fmla="*/ 4956351 w 4992864"/>
              <a:gd name="connsiteY19" fmla="*/ 901700 h 6858000"/>
              <a:gd name="connsiteX20" fmla="*/ 4940476 w 4992864"/>
              <a:gd name="connsiteY20" fmla="*/ 942975 h 6858000"/>
              <a:gd name="connsiteX21" fmla="*/ 4921426 w 4992864"/>
              <a:gd name="connsiteY21" fmla="*/ 981075 h 6858000"/>
              <a:gd name="connsiteX22" fmla="*/ 4902376 w 4992864"/>
              <a:gd name="connsiteY22" fmla="*/ 1017587 h 6858000"/>
              <a:gd name="connsiteX23" fmla="*/ 4883326 w 4992864"/>
              <a:gd name="connsiteY23" fmla="*/ 1055687 h 6858000"/>
              <a:gd name="connsiteX24" fmla="*/ 4865864 w 4992864"/>
              <a:gd name="connsiteY24" fmla="*/ 1095375 h 6858000"/>
              <a:gd name="connsiteX25" fmla="*/ 4848401 w 4992864"/>
              <a:gd name="connsiteY25" fmla="*/ 1136650 h 6858000"/>
              <a:gd name="connsiteX26" fmla="*/ 4834114 w 4992864"/>
              <a:gd name="connsiteY26" fmla="*/ 1182687 h 6858000"/>
              <a:gd name="connsiteX27" fmla="*/ 4824589 w 4992864"/>
              <a:gd name="connsiteY27" fmla="*/ 1235075 h 6858000"/>
              <a:gd name="connsiteX28" fmla="*/ 4815064 w 4992864"/>
              <a:gd name="connsiteY28" fmla="*/ 1295400 h 6858000"/>
              <a:gd name="connsiteX29" fmla="*/ 4813476 w 4992864"/>
              <a:gd name="connsiteY29" fmla="*/ 1363662 h 6858000"/>
              <a:gd name="connsiteX30" fmla="*/ 4815064 w 4992864"/>
              <a:gd name="connsiteY30" fmla="*/ 1431925 h 6858000"/>
              <a:gd name="connsiteX31" fmla="*/ 4824589 w 4992864"/>
              <a:gd name="connsiteY31" fmla="*/ 1492250 h 6858000"/>
              <a:gd name="connsiteX32" fmla="*/ 4834114 w 4992864"/>
              <a:gd name="connsiteY32" fmla="*/ 1544637 h 6858000"/>
              <a:gd name="connsiteX33" fmla="*/ 4848401 w 4992864"/>
              <a:gd name="connsiteY33" fmla="*/ 1589087 h 6858000"/>
              <a:gd name="connsiteX34" fmla="*/ 4865864 w 4992864"/>
              <a:gd name="connsiteY34" fmla="*/ 1631950 h 6858000"/>
              <a:gd name="connsiteX35" fmla="*/ 4883326 w 4992864"/>
              <a:gd name="connsiteY35" fmla="*/ 1671637 h 6858000"/>
              <a:gd name="connsiteX36" fmla="*/ 4902376 w 4992864"/>
              <a:gd name="connsiteY36" fmla="*/ 1708150 h 6858000"/>
              <a:gd name="connsiteX37" fmla="*/ 4921426 w 4992864"/>
              <a:gd name="connsiteY37" fmla="*/ 1743075 h 6858000"/>
              <a:gd name="connsiteX38" fmla="*/ 4940476 w 4992864"/>
              <a:gd name="connsiteY38" fmla="*/ 1782762 h 6858000"/>
              <a:gd name="connsiteX39" fmla="*/ 4956351 w 4992864"/>
              <a:gd name="connsiteY39" fmla="*/ 1824037 h 6858000"/>
              <a:gd name="connsiteX40" fmla="*/ 4970639 w 4992864"/>
              <a:gd name="connsiteY40" fmla="*/ 1870075 h 6858000"/>
              <a:gd name="connsiteX41" fmla="*/ 4981751 w 4992864"/>
              <a:gd name="connsiteY41" fmla="*/ 1922462 h 6858000"/>
              <a:gd name="connsiteX42" fmla="*/ 4989689 w 4992864"/>
              <a:gd name="connsiteY42" fmla="*/ 1982787 h 6858000"/>
              <a:gd name="connsiteX43" fmla="*/ 4992864 w 4992864"/>
              <a:gd name="connsiteY43" fmla="*/ 2051050 h 6858000"/>
              <a:gd name="connsiteX44" fmla="*/ 4989689 w 4992864"/>
              <a:gd name="connsiteY44" fmla="*/ 2119312 h 6858000"/>
              <a:gd name="connsiteX45" fmla="*/ 4981751 w 4992864"/>
              <a:gd name="connsiteY45" fmla="*/ 2179637 h 6858000"/>
              <a:gd name="connsiteX46" fmla="*/ 4970639 w 4992864"/>
              <a:gd name="connsiteY46" fmla="*/ 2232025 h 6858000"/>
              <a:gd name="connsiteX47" fmla="*/ 4956351 w 4992864"/>
              <a:gd name="connsiteY47" fmla="*/ 2278062 h 6858000"/>
              <a:gd name="connsiteX48" fmla="*/ 4940476 w 4992864"/>
              <a:gd name="connsiteY48" fmla="*/ 2319337 h 6858000"/>
              <a:gd name="connsiteX49" fmla="*/ 4921426 w 4992864"/>
              <a:gd name="connsiteY49" fmla="*/ 2359025 h 6858000"/>
              <a:gd name="connsiteX50" fmla="*/ 4902376 w 4992864"/>
              <a:gd name="connsiteY50" fmla="*/ 2395537 h 6858000"/>
              <a:gd name="connsiteX51" fmla="*/ 4883326 w 4992864"/>
              <a:gd name="connsiteY51" fmla="*/ 2433637 h 6858000"/>
              <a:gd name="connsiteX52" fmla="*/ 4865864 w 4992864"/>
              <a:gd name="connsiteY52" fmla="*/ 2471737 h 6858000"/>
              <a:gd name="connsiteX53" fmla="*/ 4848401 w 4992864"/>
              <a:gd name="connsiteY53" fmla="*/ 2513012 h 6858000"/>
              <a:gd name="connsiteX54" fmla="*/ 4834114 w 4992864"/>
              <a:gd name="connsiteY54" fmla="*/ 2560637 h 6858000"/>
              <a:gd name="connsiteX55" fmla="*/ 4824589 w 4992864"/>
              <a:gd name="connsiteY55" fmla="*/ 2613025 h 6858000"/>
              <a:gd name="connsiteX56" fmla="*/ 4815064 w 4992864"/>
              <a:gd name="connsiteY56" fmla="*/ 2671762 h 6858000"/>
              <a:gd name="connsiteX57" fmla="*/ 4813476 w 4992864"/>
              <a:gd name="connsiteY57" fmla="*/ 2741612 h 6858000"/>
              <a:gd name="connsiteX58" fmla="*/ 4815064 w 4992864"/>
              <a:gd name="connsiteY58" fmla="*/ 2809875 h 6858000"/>
              <a:gd name="connsiteX59" fmla="*/ 4824589 w 4992864"/>
              <a:gd name="connsiteY59" fmla="*/ 2868612 h 6858000"/>
              <a:gd name="connsiteX60" fmla="*/ 4834114 w 4992864"/>
              <a:gd name="connsiteY60" fmla="*/ 2922587 h 6858000"/>
              <a:gd name="connsiteX61" fmla="*/ 4848401 w 4992864"/>
              <a:gd name="connsiteY61" fmla="*/ 2967037 h 6858000"/>
              <a:gd name="connsiteX62" fmla="*/ 4865864 w 4992864"/>
              <a:gd name="connsiteY62" fmla="*/ 3009900 h 6858000"/>
              <a:gd name="connsiteX63" fmla="*/ 4883326 w 4992864"/>
              <a:gd name="connsiteY63" fmla="*/ 3046412 h 6858000"/>
              <a:gd name="connsiteX64" fmla="*/ 4902376 w 4992864"/>
              <a:gd name="connsiteY64" fmla="*/ 3084512 h 6858000"/>
              <a:gd name="connsiteX65" fmla="*/ 4921426 w 4992864"/>
              <a:gd name="connsiteY65" fmla="*/ 3121025 h 6858000"/>
              <a:gd name="connsiteX66" fmla="*/ 4940476 w 4992864"/>
              <a:gd name="connsiteY66" fmla="*/ 3160712 h 6858000"/>
              <a:gd name="connsiteX67" fmla="*/ 4956351 w 4992864"/>
              <a:gd name="connsiteY67" fmla="*/ 3201987 h 6858000"/>
              <a:gd name="connsiteX68" fmla="*/ 4970639 w 4992864"/>
              <a:gd name="connsiteY68" fmla="*/ 3248025 h 6858000"/>
              <a:gd name="connsiteX69" fmla="*/ 4981751 w 4992864"/>
              <a:gd name="connsiteY69" fmla="*/ 3300412 h 6858000"/>
              <a:gd name="connsiteX70" fmla="*/ 4989689 w 4992864"/>
              <a:gd name="connsiteY70" fmla="*/ 3360737 h 6858000"/>
              <a:gd name="connsiteX71" fmla="*/ 4992864 w 4992864"/>
              <a:gd name="connsiteY71" fmla="*/ 3427412 h 6858000"/>
              <a:gd name="connsiteX72" fmla="*/ 4989689 w 4992864"/>
              <a:gd name="connsiteY72" fmla="*/ 3497262 h 6858000"/>
              <a:gd name="connsiteX73" fmla="*/ 4981751 w 4992864"/>
              <a:gd name="connsiteY73" fmla="*/ 3557587 h 6858000"/>
              <a:gd name="connsiteX74" fmla="*/ 4970639 w 4992864"/>
              <a:gd name="connsiteY74" fmla="*/ 3609975 h 6858000"/>
              <a:gd name="connsiteX75" fmla="*/ 4956351 w 4992864"/>
              <a:gd name="connsiteY75" fmla="*/ 3656012 h 6858000"/>
              <a:gd name="connsiteX76" fmla="*/ 4940476 w 4992864"/>
              <a:gd name="connsiteY76" fmla="*/ 3697287 h 6858000"/>
              <a:gd name="connsiteX77" fmla="*/ 4921426 w 4992864"/>
              <a:gd name="connsiteY77" fmla="*/ 3736975 h 6858000"/>
              <a:gd name="connsiteX78" fmla="*/ 4883326 w 4992864"/>
              <a:gd name="connsiteY78" fmla="*/ 3811587 h 6858000"/>
              <a:gd name="connsiteX79" fmla="*/ 4865864 w 4992864"/>
              <a:gd name="connsiteY79" fmla="*/ 3848100 h 6858000"/>
              <a:gd name="connsiteX80" fmla="*/ 4848401 w 4992864"/>
              <a:gd name="connsiteY80" fmla="*/ 3890962 h 6858000"/>
              <a:gd name="connsiteX81" fmla="*/ 4834114 w 4992864"/>
              <a:gd name="connsiteY81" fmla="*/ 3935412 h 6858000"/>
              <a:gd name="connsiteX82" fmla="*/ 4824589 w 4992864"/>
              <a:gd name="connsiteY82" fmla="*/ 3987800 h 6858000"/>
              <a:gd name="connsiteX83" fmla="*/ 4815064 w 4992864"/>
              <a:gd name="connsiteY83" fmla="*/ 4048125 h 6858000"/>
              <a:gd name="connsiteX84" fmla="*/ 4813476 w 4992864"/>
              <a:gd name="connsiteY84" fmla="*/ 4116387 h 6858000"/>
              <a:gd name="connsiteX85" fmla="*/ 4815064 w 4992864"/>
              <a:gd name="connsiteY85" fmla="*/ 4186237 h 6858000"/>
              <a:gd name="connsiteX86" fmla="*/ 4824589 w 4992864"/>
              <a:gd name="connsiteY86" fmla="*/ 4244975 h 6858000"/>
              <a:gd name="connsiteX87" fmla="*/ 4834114 w 4992864"/>
              <a:gd name="connsiteY87" fmla="*/ 4297362 h 6858000"/>
              <a:gd name="connsiteX88" fmla="*/ 4848401 w 4992864"/>
              <a:gd name="connsiteY88" fmla="*/ 4343400 h 6858000"/>
              <a:gd name="connsiteX89" fmla="*/ 4865864 w 4992864"/>
              <a:gd name="connsiteY89" fmla="*/ 4386262 h 6858000"/>
              <a:gd name="connsiteX90" fmla="*/ 4883326 w 4992864"/>
              <a:gd name="connsiteY90" fmla="*/ 4424362 h 6858000"/>
              <a:gd name="connsiteX91" fmla="*/ 4921426 w 4992864"/>
              <a:gd name="connsiteY91" fmla="*/ 4498975 h 6858000"/>
              <a:gd name="connsiteX92" fmla="*/ 4940476 w 4992864"/>
              <a:gd name="connsiteY92" fmla="*/ 4537075 h 6858000"/>
              <a:gd name="connsiteX93" fmla="*/ 4956351 w 4992864"/>
              <a:gd name="connsiteY93" fmla="*/ 4579937 h 6858000"/>
              <a:gd name="connsiteX94" fmla="*/ 4970639 w 4992864"/>
              <a:gd name="connsiteY94" fmla="*/ 4625975 h 6858000"/>
              <a:gd name="connsiteX95" fmla="*/ 4981751 w 4992864"/>
              <a:gd name="connsiteY95" fmla="*/ 4678362 h 6858000"/>
              <a:gd name="connsiteX96" fmla="*/ 4989689 w 4992864"/>
              <a:gd name="connsiteY96" fmla="*/ 4738687 h 6858000"/>
              <a:gd name="connsiteX97" fmla="*/ 4992864 w 4992864"/>
              <a:gd name="connsiteY97" fmla="*/ 4806950 h 6858000"/>
              <a:gd name="connsiteX98" fmla="*/ 4989689 w 4992864"/>
              <a:gd name="connsiteY98" fmla="*/ 4875212 h 6858000"/>
              <a:gd name="connsiteX99" fmla="*/ 4981751 w 4992864"/>
              <a:gd name="connsiteY99" fmla="*/ 4935537 h 6858000"/>
              <a:gd name="connsiteX100" fmla="*/ 4970639 w 4992864"/>
              <a:gd name="connsiteY100" fmla="*/ 4987925 h 6858000"/>
              <a:gd name="connsiteX101" fmla="*/ 4956351 w 4992864"/>
              <a:gd name="connsiteY101" fmla="*/ 5033962 h 6858000"/>
              <a:gd name="connsiteX102" fmla="*/ 4940476 w 4992864"/>
              <a:gd name="connsiteY102" fmla="*/ 5075237 h 6858000"/>
              <a:gd name="connsiteX103" fmla="*/ 4921426 w 4992864"/>
              <a:gd name="connsiteY103" fmla="*/ 5114925 h 6858000"/>
              <a:gd name="connsiteX104" fmla="*/ 4902376 w 4992864"/>
              <a:gd name="connsiteY104" fmla="*/ 5149850 h 6858000"/>
              <a:gd name="connsiteX105" fmla="*/ 4883326 w 4992864"/>
              <a:gd name="connsiteY105" fmla="*/ 5186362 h 6858000"/>
              <a:gd name="connsiteX106" fmla="*/ 4865864 w 4992864"/>
              <a:gd name="connsiteY106" fmla="*/ 5226050 h 6858000"/>
              <a:gd name="connsiteX107" fmla="*/ 4848401 w 4992864"/>
              <a:gd name="connsiteY107" fmla="*/ 5268912 h 6858000"/>
              <a:gd name="connsiteX108" fmla="*/ 4834114 w 4992864"/>
              <a:gd name="connsiteY108" fmla="*/ 5313362 h 6858000"/>
              <a:gd name="connsiteX109" fmla="*/ 4824589 w 4992864"/>
              <a:gd name="connsiteY109" fmla="*/ 5365750 h 6858000"/>
              <a:gd name="connsiteX110" fmla="*/ 4815064 w 4992864"/>
              <a:gd name="connsiteY110" fmla="*/ 5426075 h 6858000"/>
              <a:gd name="connsiteX111" fmla="*/ 4813476 w 4992864"/>
              <a:gd name="connsiteY111" fmla="*/ 5494337 h 6858000"/>
              <a:gd name="connsiteX112" fmla="*/ 4815064 w 4992864"/>
              <a:gd name="connsiteY112" fmla="*/ 5562600 h 6858000"/>
              <a:gd name="connsiteX113" fmla="*/ 4824589 w 4992864"/>
              <a:gd name="connsiteY113" fmla="*/ 5622925 h 6858000"/>
              <a:gd name="connsiteX114" fmla="*/ 4834114 w 4992864"/>
              <a:gd name="connsiteY114" fmla="*/ 5675312 h 6858000"/>
              <a:gd name="connsiteX115" fmla="*/ 4848401 w 4992864"/>
              <a:gd name="connsiteY115" fmla="*/ 5721350 h 6858000"/>
              <a:gd name="connsiteX116" fmla="*/ 4865864 w 4992864"/>
              <a:gd name="connsiteY116" fmla="*/ 5762625 h 6858000"/>
              <a:gd name="connsiteX117" fmla="*/ 4883326 w 4992864"/>
              <a:gd name="connsiteY117" fmla="*/ 5802312 h 6858000"/>
              <a:gd name="connsiteX118" fmla="*/ 4902376 w 4992864"/>
              <a:gd name="connsiteY118" fmla="*/ 5840412 h 6858000"/>
              <a:gd name="connsiteX119" fmla="*/ 4921426 w 4992864"/>
              <a:gd name="connsiteY119" fmla="*/ 5876925 h 6858000"/>
              <a:gd name="connsiteX120" fmla="*/ 4940476 w 4992864"/>
              <a:gd name="connsiteY120" fmla="*/ 5915025 h 6858000"/>
              <a:gd name="connsiteX121" fmla="*/ 4956351 w 4992864"/>
              <a:gd name="connsiteY121" fmla="*/ 5956300 h 6858000"/>
              <a:gd name="connsiteX122" fmla="*/ 4970639 w 4992864"/>
              <a:gd name="connsiteY122" fmla="*/ 6003925 h 6858000"/>
              <a:gd name="connsiteX123" fmla="*/ 4981751 w 4992864"/>
              <a:gd name="connsiteY123" fmla="*/ 6056312 h 6858000"/>
              <a:gd name="connsiteX124" fmla="*/ 4989689 w 4992864"/>
              <a:gd name="connsiteY124" fmla="*/ 6113462 h 6858000"/>
              <a:gd name="connsiteX125" fmla="*/ 4992864 w 4992864"/>
              <a:gd name="connsiteY125" fmla="*/ 6183312 h 6858000"/>
              <a:gd name="connsiteX126" fmla="*/ 4989689 w 4992864"/>
              <a:gd name="connsiteY126" fmla="*/ 6251575 h 6858000"/>
              <a:gd name="connsiteX127" fmla="*/ 4981751 w 4992864"/>
              <a:gd name="connsiteY127" fmla="*/ 6311900 h 6858000"/>
              <a:gd name="connsiteX128" fmla="*/ 4970639 w 4992864"/>
              <a:gd name="connsiteY128" fmla="*/ 6361112 h 6858000"/>
              <a:gd name="connsiteX129" fmla="*/ 4956351 w 4992864"/>
              <a:gd name="connsiteY129" fmla="*/ 6407150 h 6858000"/>
              <a:gd name="connsiteX130" fmla="*/ 4940476 w 4992864"/>
              <a:gd name="connsiteY130" fmla="*/ 6448425 h 6858000"/>
              <a:gd name="connsiteX131" fmla="*/ 4923014 w 4992864"/>
              <a:gd name="connsiteY131" fmla="*/ 6488112 h 6858000"/>
              <a:gd name="connsiteX132" fmla="*/ 4905551 w 4992864"/>
              <a:gd name="connsiteY132" fmla="*/ 6523037 h 6858000"/>
              <a:gd name="connsiteX133" fmla="*/ 4886501 w 4992864"/>
              <a:gd name="connsiteY133" fmla="*/ 6561137 h 6858000"/>
              <a:gd name="connsiteX134" fmla="*/ 4867451 w 4992864"/>
              <a:gd name="connsiteY134" fmla="*/ 6597650 h 6858000"/>
              <a:gd name="connsiteX135" fmla="*/ 4851576 w 4992864"/>
              <a:gd name="connsiteY135" fmla="*/ 6640512 h 6858000"/>
              <a:gd name="connsiteX136" fmla="*/ 4835701 w 4992864"/>
              <a:gd name="connsiteY136" fmla="*/ 6683375 h 6858000"/>
              <a:gd name="connsiteX137" fmla="*/ 4826176 w 4992864"/>
              <a:gd name="connsiteY137" fmla="*/ 6735762 h 6858000"/>
              <a:gd name="connsiteX138" fmla="*/ 4818239 w 4992864"/>
              <a:gd name="connsiteY138" fmla="*/ 6791325 h 6858000"/>
              <a:gd name="connsiteX139" fmla="*/ 4813476 w 4992864"/>
              <a:gd name="connsiteY139" fmla="*/ 6858000 h 6858000"/>
              <a:gd name="connsiteX140" fmla="*/ 0 w 4992864"/>
              <a:gd name="connsiteY14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4992864" h="6858000">
                <a:moveTo>
                  <a:pt x="0" y="0"/>
                </a:moveTo>
                <a:lnTo>
                  <a:pt x="4813476" y="0"/>
                </a:lnTo>
                <a:lnTo>
                  <a:pt x="4818239" y="66675"/>
                </a:lnTo>
                <a:lnTo>
                  <a:pt x="4826176" y="122237"/>
                </a:lnTo>
                <a:lnTo>
                  <a:pt x="4835701" y="174625"/>
                </a:lnTo>
                <a:lnTo>
                  <a:pt x="4851576" y="217487"/>
                </a:lnTo>
                <a:lnTo>
                  <a:pt x="4867451" y="260350"/>
                </a:lnTo>
                <a:lnTo>
                  <a:pt x="4886501" y="296862"/>
                </a:lnTo>
                <a:lnTo>
                  <a:pt x="4905551" y="334962"/>
                </a:lnTo>
                <a:lnTo>
                  <a:pt x="4923014" y="369887"/>
                </a:lnTo>
                <a:lnTo>
                  <a:pt x="4940476" y="409575"/>
                </a:lnTo>
                <a:lnTo>
                  <a:pt x="4956351" y="450850"/>
                </a:lnTo>
                <a:lnTo>
                  <a:pt x="4970639" y="496887"/>
                </a:lnTo>
                <a:lnTo>
                  <a:pt x="4981751" y="546100"/>
                </a:lnTo>
                <a:lnTo>
                  <a:pt x="4989689" y="606425"/>
                </a:lnTo>
                <a:lnTo>
                  <a:pt x="4992864" y="673100"/>
                </a:lnTo>
                <a:lnTo>
                  <a:pt x="4989689" y="744537"/>
                </a:lnTo>
                <a:lnTo>
                  <a:pt x="4981751" y="801687"/>
                </a:lnTo>
                <a:lnTo>
                  <a:pt x="4970639" y="854075"/>
                </a:lnTo>
                <a:lnTo>
                  <a:pt x="4956351" y="901700"/>
                </a:lnTo>
                <a:lnTo>
                  <a:pt x="4940476" y="942975"/>
                </a:lnTo>
                <a:lnTo>
                  <a:pt x="4921426" y="981075"/>
                </a:lnTo>
                <a:lnTo>
                  <a:pt x="4902376" y="1017587"/>
                </a:lnTo>
                <a:lnTo>
                  <a:pt x="4883326" y="1055687"/>
                </a:lnTo>
                <a:lnTo>
                  <a:pt x="4865864" y="1095375"/>
                </a:lnTo>
                <a:lnTo>
                  <a:pt x="4848401" y="1136650"/>
                </a:lnTo>
                <a:lnTo>
                  <a:pt x="4834114" y="1182687"/>
                </a:lnTo>
                <a:lnTo>
                  <a:pt x="4824589" y="1235075"/>
                </a:lnTo>
                <a:lnTo>
                  <a:pt x="4815064" y="1295400"/>
                </a:lnTo>
                <a:lnTo>
                  <a:pt x="4813476" y="1363662"/>
                </a:lnTo>
                <a:lnTo>
                  <a:pt x="4815064" y="1431925"/>
                </a:lnTo>
                <a:lnTo>
                  <a:pt x="4824589" y="1492250"/>
                </a:lnTo>
                <a:lnTo>
                  <a:pt x="4834114" y="1544637"/>
                </a:lnTo>
                <a:lnTo>
                  <a:pt x="4848401" y="1589087"/>
                </a:lnTo>
                <a:lnTo>
                  <a:pt x="4865864" y="1631950"/>
                </a:lnTo>
                <a:lnTo>
                  <a:pt x="4883326" y="1671637"/>
                </a:lnTo>
                <a:lnTo>
                  <a:pt x="4902376" y="1708150"/>
                </a:lnTo>
                <a:lnTo>
                  <a:pt x="4921426" y="1743075"/>
                </a:lnTo>
                <a:lnTo>
                  <a:pt x="4940476" y="1782762"/>
                </a:lnTo>
                <a:lnTo>
                  <a:pt x="4956351" y="1824037"/>
                </a:lnTo>
                <a:lnTo>
                  <a:pt x="4970639" y="1870075"/>
                </a:lnTo>
                <a:lnTo>
                  <a:pt x="4981751" y="1922462"/>
                </a:lnTo>
                <a:lnTo>
                  <a:pt x="4989689" y="1982787"/>
                </a:lnTo>
                <a:lnTo>
                  <a:pt x="4992864" y="2051050"/>
                </a:lnTo>
                <a:lnTo>
                  <a:pt x="4989689" y="2119312"/>
                </a:lnTo>
                <a:lnTo>
                  <a:pt x="4981751" y="2179637"/>
                </a:lnTo>
                <a:lnTo>
                  <a:pt x="4970639" y="2232025"/>
                </a:lnTo>
                <a:lnTo>
                  <a:pt x="4956351" y="2278062"/>
                </a:lnTo>
                <a:lnTo>
                  <a:pt x="4940476" y="2319337"/>
                </a:lnTo>
                <a:lnTo>
                  <a:pt x="4921426" y="2359025"/>
                </a:lnTo>
                <a:lnTo>
                  <a:pt x="4902376" y="2395537"/>
                </a:lnTo>
                <a:lnTo>
                  <a:pt x="4883326" y="2433637"/>
                </a:lnTo>
                <a:lnTo>
                  <a:pt x="4865864" y="2471737"/>
                </a:lnTo>
                <a:lnTo>
                  <a:pt x="4848401" y="2513012"/>
                </a:lnTo>
                <a:lnTo>
                  <a:pt x="4834114" y="2560637"/>
                </a:lnTo>
                <a:lnTo>
                  <a:pt x="4824589" y="2613025"/>
                </a:lnTo>
                <a:lnTo>
                  <a:pt x="4815064" y="2671762"/>
                </a:lnTo>
                <a:lnTo>
                  <a:pt x="4813476" y="2741612"/>
                </a:lnTo>
                <a:lnTo>
                  <a:pt x="4815064" y="2809875"/>
                </a:lnTo>
                <a:lnTo>
                  <a:pt x="4824589" y="2868612"/>
                </a:lnTo>
                <a:lnTo>
                  <a:pt x="4834114" y="2922587"/>
                </a:lnTo>
                <a:lnTo>
                  <a:pt x="4848401" y="2967037"/>
                </a:lnTo>
                <a:lnTo>
                  <a:pt x="4865864" y="3009900"/>
                </a:lnTo>
                <a:lnTo>
                  <a:pt x="4883326" y="3046412"/>
                </a:lnTo>
                <a:lnTo>
                  <a:pt x="4902376" y="3084512"/>
                </a:lnTo>
                <a:lnTo>
                  <a:pt x="4921426" y="3121025"/>
                </a:lnTo>
                <a:lnTo>
                  <a:pt x="4940476" y="3160712"/>
                </a:lnTo>
                <a:lnTo>
                  <a:pt x="4956351" y="3201987"/>
                </a:lnTo>
                <a:lnTo>
                  <a:pt x="4970639" y="3248025"/>
                </a:lnTo>
                <a:lnTo>
                  <a:pt x="4981751" y="3300412"/>
                </a:lnTo>
                <a:lnTo>
                  <a:pt x="4989689" y="3360737"/>
                </a:lnTo>
                <a:lnTo>
                  <a:pt x="4992864" y="3427412"/>
                </a:lnTo>
                <a:lnTo>
                  <a:pt x="4989689" y="3497262"/>
                </a:lnTo>
                <a:lnTo>
                  <a:pt x="4981751" y="3557587"/>
                </a:lnTo>
                <a:lnTo>
                  <a:pt x="4970639" y="3609975"/>
                </a:lnTo>
                <a:lnTo>
                  <a:pt x="4956351" y="3656012"/>
                </a:lnTo>
                <a:lnTo>
                  <a:pt x="4940476" y="3697287"/>
                </a:lnTo>
                <a:lnTo>
                  <a:pt x="4921426" y="3736975"/>
                </a:lnTo>
                <a:lnTo>
                  <a:pt x="4883326" y="3811587"/>
                </a:lnTo>
                <a:lnTo>
                  <a:pt x="4865864" y="3848100"/>
                </a:lnTo>
                <a:lnTo>
                  <a:pt x="4848401" y="3890962"/>
                </a:lnTo>
                <a:lnTo>
                  <a:pt x="4834114" y="3935412"/>
                </a:lnTo>
                <a:lnTo>
                  <a:pt x="4824589" y="3987800"/>
                </a:lnTo>
                <a:lnTo>
                  <a:pt x="4815064" y="4048125"/>
                </a:lnTo>
                <a:lnTo>
                  <a:pt x="4813476" y="4116387"/>
                </a:lnTo>
                <a:lnTo>
                  <a:pt x="4815064" y="4186237"/>
                </a:lnTo>
                <a:lnTo>
                  <a:pt x="4824589" y="4244975"/>
                </a:lnTo>
                <a:lnTo>
                  <a:pt x="4834114" y="4297362"/>
                </a:lnTo>
                <a:lnTo>
                  <a:pt x="4848401" y="4343400"/>
                </a:lnTo>
                <a:lnTo>
                  <a:pt x="4865864" y="4386262"/>
                </a:lnTo>
                <a:lnTo>
                  <a:pt x="4883326" y="4424362"/>
                </a:lnTo>
                <a:lnTo>
                  <a:pt x="4921426" y="4498975"/>
                </a:lnTo>
                <a:lnTo>
                  <a:pt x="4940476" y="4537075"/>
                </a:lnTo>
                <a:lnTo>
                  <a:pt x="4956351" y="4579937"/>
                </a:lnTo>
                <a:lnTo>
                  <a:pt x="4970639" y="4625975"/>
                </a:lnTo>
                <a:lnTo>
                  <a:pt x="4981751" y="4678362"/>
                </a:lnTo>
                <a:lnTo>
                  <a:pt x="4989689" y="4738687"/>
                </a:lnTo>
                <a:lnTo>
                  <a:pt x="4992864" y="4806950"/>
                </a:lnTo>
                <a:lnTo>
                  <a:pt x="4989689" y="4875212"/>
                </a:lnTo>
                <a:lnTo>
                  <a:pt x="4981751" y="4935537"/>
                </a:lnTo>
                <a:lnTo>
                  <a:pt x="4970639" y="4987925"/>
                </a:lnTo>
                <a:lnTo>
                  <a:pt x="4956351" y="5033962"/>
                </a:lnTo>
                <a:lnTo>
                  <a:pt x="4940476" y="5075237"/>
                </a:lnTo>
                <a:lnTo>
                  <a:pt x="4921426" y="5114925"/>
                </a:lnTo>
                <a:lnTo>
                  <a:pt x="4902376" y="5149850"/>
                </a:lnTo>
                <a:lnTo>
                  <a:pt x="4883326" y="5186362"/>
                </a:lnTo>
                <a:lnTo>
                  <a:pt x="4865864" y="5226050"/>
                </a:lnTo>
                <a:lnTo>
                  <a:pt x="4848401" y="5268912"/>
                </a:lnTo>
                <a:lnTo>
                  <a:pt x="4834114" y="5313362"/>
                </a:lnTo>
                <a:lnTo>
                  <a:pt x="4824589" y="5365750"/>
                </a:lnTo>
                <a:lnTo>
                  <a:pt x="4815064" y="5426075"/>
                </a:lnTo>
                <a:lnTo>
                  <a:pt x="4813476" y="5494337"/>
                </a:lnTo>
                <a:lnTo>
                  <a:pt x="4815064" y="5562600"/>
                </a:lnTo>
                <a:lnTo>
                  <a:pt x="4824589" y="5622925"/>
                </a:lnTo>
                <a:lnTo>
                  <a:pt x="4834114" y="5675312"/>
                </a:lnTo>
                <a:lnTo>
                  <a:pt x="4848401" y="5721350"/>
                </a:lnTo>
                <a:lnTo>
                  <a:pt x="4865864" y="5762625"/>
                </a:lnTo>
                <a:lnTo>
                  <a:pt x="4883326" y="5802312"/>
                </a:lnTo>
                <a:lnTo>
                  <a:pt x="4902376" y="5840412"/>
                </a:lnTo>
                <a:lnTo>
                  <a:pt x="4921426" y="5876925"/>
                </a:lnTo>
                <a:lnTo>
                  <a:pt x="4940476" y="5915025"/>
                </a:lnTo>
                <a:lnTo>
                  <a:pt x="4956351" y="5956300"/>
                </a:lnTo>
                <a:lnTo>
                  <a:pt x="4970639" y="6003925"/>
                </a:lnTo>
                <a:lnTo>
                  <a:pt x="4981751" y="6056312"/>
                </a:lnTo>
                <a:lnTo>
                  <a:pt x="4989689" y="6113462"/>
                </a:lnTo>
                <a:lnTo>
                  <a:pt x="4992864" y="6183312"/>
                </a:lnTo>
                <a:lnTo>
                  <a:pt x="4989689" y="6251575"/>
                </a:lnTo>
                <a:lnTo>
                  <a:pt x="4981751" y="6311900"/>
                </a:lnTo>
                <a:lnTo>
                  <a:pt x="4970639" y="6361112"/>
                </a:lnTo>
                <a:lnTo>
                  <a:pt x="4956351" y="6407150"/>
                </a:lnTo>
                <a:lnTo>
                  <a:pt x="4940476" y="6448425"/>
                </a:lnTo>
                <a:lnTo>
                  <a:pt x="4923014" y="6488112"/>
                </a:lnTo>
                <a:lnTo>
                  <a:pt x="4905551" y="6523037"/>
                </a:lnTo>
                <a:lnTo>
                  <a:pt x="4886501" y="6561137"/>
                </a:lnTo>
                <a:lnTo>
                  <a:pt x="4867451" y="6597650"/>
                </a:lnTo>
                <a:lnTo>
                  <a:pt x="4851576" y="6640512"/>
                </a:lnTo>
                <a:lnTo>
                  <a:pt x="4835701" y="6683375"/>
                </a:lnTo>
                <a:lnTo>
                  <a:pt x="4826176" y="6735762"/>
                </a:lnTo>
                <a:lnTo>
                  <a:pt x="4818239" y="6791325"/>
                </a:lnTo>
                <a:lnTo>
                  <a:pt x="4813476" y="6858000"/>
                </a:lnTo>
                <a:lnTo>
                  <a:pt x="0" y="6858000"/>
                </a:lnTo>
                <a:close/>
              </a:path>
            </a:pathLst>
          </a:custGeom>
          <a:solidFill>
            <a:schemeClr val="bg1"/>
          </a:solidFill>
          <a:ln w="0">
            <a:noFill/>
            <a:prstDash val="solid"/>
            <a:round/>
            <a:headEnd/>
            <a:tailEnd/>
          </a:ln>
        </p:spPr>
        <p:txBody>
          <a:bodyPr/>
          <a:lstStyle/>
          <a:p>
            <a:endParaRPr lang="en-US"/>
          </a:p>
        </p:txBody>
      </p:sp>
      <p:pic>
        <p:nvPicPr>
          <p:cNvPr id="4" name="Graphic 3" descr="Oorzaak en gevolg met effen opvulling">
            <a:extLst>
              <a:ext uri="{FF2B5EF4-FFF2-40B4-BE49-F238E27FC236}">
                <a16:creationId xmlns:a16="http://schemas.microsoft.com/office/drawing/2014/main" id="{58D71043-D59E-087F-56A7-6BAB6DDC8B3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849" y="624586"/>
            <a:ext cx="5235575" cy="5235575"/>
          </a:xfrm>
          <a:prstGeom prst="rect">
            <a:avLst/>
          </a:prstGeom>
        </p:spPr>
      </p:pic>
      <p:sp>
        <p:nvSpPr>
          <p:cNvPr id="6" name="Tekstvak 5">
            <a:extLst>
              <a:ext uri="{FF2B5EF4-FFF2-40B4-BE49-F238E27FC236}">
                <a16:creationId xmlns:a16="http://schemas.microsoft.com/office/drawing/2014/main" id="{06050731-23C3-308F-D84B-0C22B32D4A63}"/>
              </a:ext>
            </a:extLst>
          </p:cNvPr>
          <p:cNvSpPr txBox="1"/>
          <p:nvPr/>
        </p:nvSpPr>
        <p:spPr>
          <a:xfrm>
            <a:off x="5631029" y="1472658"/>
            <a:ext cx="6084875" cy="3539430"/>
          </a:xfrm>
          <a:prstGeom prst="rect">
            <a:avLst/>
          </a:prstGeom>
          <a:noFill/>
        </p:spPr>
        <p:txBody>
          <a:bodyPr wrap="square" rtlCol="0">
            <a:spAutoFit/>
          </a:bodyPr>
          <a:lstStyle/>
          <a:p>
            <a:pPr marL="285750" indent="-285750">
              <a:buFont typeface="Arial" panose="020B0604020202020204" pitchFamily="34" charset="0"/>
              <a:buChar char="•"/>
            </a:pPr>
            <a:r>
              <a:rPr lang="nl-NL" sz="3200" dirty="0"/>
              <a:t>Bespreek in viertallen door welke fases een organisatieverandering gaat </a:t>
            </a:r>
          </a:p>
          <a:p>
            <a:pPr marL="285750" indent="-285750">
              <a:buFont typeface="Arial" panose="020B0604020202020204" pitchFamily="34" charset="0"/>
              <a:buChar char="•"/>
            </a:pPr>
            <a:endParaRPr lang="nl-NL" sz="3200" dirty="0"/>
          </a:p>
          <a:p>
            <a:pPr marL="285750" indent="-285750">
              <a:buFont typeface="Arial" panose="020B0604020202020204" pitchFamily="34" charset="0"/>
              <a:buChar char="•"/>
            </a:pPr>
            <a:r>
              <a:rPr lang="nl-NL" sz="3200" dirty="0"/>
              <a:t>Zonder hulpmiddelen!</a:t>
            </a:r>
          </a:p>
          <a:p>
            <a:pPr marL="285750" indent="-285750">
              <a:buFont typeface="Arial" panose="020B0604020202020204" pitchFamily="34" charset="0"/>
              <a:buChar char="•"/>
            </a:pPr>
            <a:endParaRPr lang="nl-NL" sz="3200" dirty="0"/>
          </a:p>
          <a:p>
            <a:pPr marL="285750" indent="-285750">
              <a:buFont typeface="Arial" panose="020B0604020202020204" pitchFamily="34" charset="0"/>
              <a:buChar char="•"/>
            </a:pPr>
            <a:r>
              <a:rPr lang="nl-NL" sz="3200" b="1" u="sng" dirty="0"/>
              <a:t>5 minuten </a:t>
            </a:r>
            <a:r>
              <a:rPr lang="nl-NL" sz="3200" dirty="0"/>
              <a:t>de tijd</a:t>
            </a:r>
            <a:endParaRPr lang="en-US" sz="3200" dirty="0"/>
          </a:p>
        </p:txBody>
      </p:sp>
    </p:spTree>
    <p:extLst>
      <p:ext uri="{BB962C8B-B14F-4D97-AF65-F5344CB8AC3E}">
        <p14:creationId xmlns:p14="http://schemas.microsoft.com/office/powerpoint/2010/main" val="5392702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2474778-4E98-EA70-70EF-915DC59BD654}"/>
              </a:ext>
            </a:extLst>
          </p:cNvPr>
          <p:cNvSpPr>
            <a:spLocks noGrp="1"/>
          </p:cNvSpPr>
          <p:nvPr>
            <p:ph type="title" idx="4294967295"/>
          </p:nvPr>
        </p:nvSpPr>
        <p:spPr>
          <a:xfrm>
            <a:off x="1058421" y="292357"/>
            <a:ext cx="10178323" cy="1492132"/>
          </a:xfrm>
        </p:spPr>
        <p:txBody>
          <a:bodyPr>
            <a:normAutofit/>
          </a:bodyPr>
          <a:lstStyle/>
          <a:p>
            <a:r>
              <a:rPr lang="nl-NL" sz="4400" dirty="0">
                <a:solidFill>
                  <a:schemeClr val="accent1"/>
                </a:solidFill>
              </a:rPr>
              <a:t>3 </a:t>
            </a:r>
            <a:r>
              <a:rPr lang="en-US" sz="4400" dirty="0" err="1">
                <a:solidFill>
                  <a:schemeClr val="accent1"/>
                </a:solidFill>
              </a:rPr>
              <a:t>changemanagement</a:t>
            </a:r>
            <a:r>
              <a:rPr lang="en-US" sz="4400" dirty="0">
                <a:solidFill>
                  <a:schemeClr val="accent1"/>
                </a:solidFill>
              </a:rPr>
              <a:t> </a:t>
            </a:r>
            <a:r>
              <a:rPr lang="en-US" sz="4400" dirty="0" err="1">
                <a:solidFill>
                  <a:schemeClr val="accent1"/>
                </a:solidFill>
              </a:rPr>
              <a:t>modellen</a:t>
            </a:r>
            <a:endParaRPr lang="en-US" sz="4000" dirty="0">
              <a:solidFill>
                <a:schemeClr val="accent1"/>
              </a:solidFill>
            </a:endParaRPr>
          </a:p>
        </p:txBody>
      </p:sp>
      <p:pic>
        <p:nvPicPr>
          <p:cNvPr id="1028" name="Picture 4" descr="Kotter 8-stappen verandermodel - Lean Six Sigma Groep">
            <a:extLst>
              <a:ext uri="{FF2B5EF4-FFF2-40B4-BE49-F238E27FC236}">
                <a16:creationId xmlns:a16="http://schemas.microsoft.com/office/drawing/2014/main" id="{7FB204DC-F794-6DC2-EBA4-8E84F3EFC6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5608" y="1204436"/>
            <a:ext cx="9557971" cy="5368891"/>
          </a:xfrm>
          <a:prstGeom prst="rect">
            <a:avLst/>
          </a:prstGeom>
          <a:noFill/>
          <a:extLst>
            <a:ext uri="{909E8E84-426E-40DD-AFC4-6F175D3DCCD1}">
              <a14:hiddenFill xmlns:a14="http://schemas.microsoft.com/office/drawing/2010/main">
                <a:solidFill>
                  <a:srgbClr val="FFFFFF"/>
                </a:solidFill>
              </a14:hiddenFill>
            </a:ext>
          </a:extLst>
        </p:spPr>
      </p:pic>
      <p:sp>
        <p:nvSpPr>
          <p:cNvPr id="6" name="Tekstvak 5">
            <a:extLst>
              <a:ext uri="{FF2B5EF4-FFF2-40B4-BE49-F238E27FC236}">
                <a16:creationId xmlns:a16="http://schemas.microsoft.com/office/drawing/2014/main" id="{37B64BC2-468A-81D0-15C2-A2117C50BF25}"/>
              </a:ext>
            </a:extLst>
          </p:cNvPr>
          <p:cNvSpPr txBox="1"/>
          <p:nvPr/>
        </p:nvSpPr>
        <p:spPr>
          <a:xfrm>
            <a:off x="7512754" y="5301208"/>
            <a:ext cx="4138012" cy="1077218"/>
          </a:xfrm>
          <a:prstGeom prst="rect">
            <a:avLst/>
          </a:prstGeom>
          <a:noFill/>
        </p:spPr>
        <p:txBody>
          <a:bodyPr wrap="square" rtlCol="0">
            <a:spAutoFit/>
          </a:bodyPr>
          <a:lstStyle/>
          <a:p>
            <a:pPr algn="r"/>
            <a:r>
              <a:rPr lang="nl-NL" sz="3200" b="1" dirty="0"/>
              <a:t>Kotter </a:t>
            </a:r>
          </a:p>
          <a:p>
            <a:pPr algn="r"/>
            <a:r>
              <a:rPr lang="nl-NL" sz="3200" i="1" dirty="0"/>
              <a:t>8-stappen verandermodel</a:t>
            </a:r>
            <a:endParaRPr lang="en-US" sz="3200" i="1" dirty="0"/>
          </a:p>
        </p:txBody>
      </p:sp>
    </p:spTree>
    <p:extLst>
      <p:ext uri="{BB962C8B-B14F-4D97-AF65-F5344CB8AC3E}">
        <p14:creationId xmlns:p14="http://schemas.microsoft.com/office/powerpoint/2010/main" val="26870088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kstvak 5">
            <a:extLst>
              <a:ext uri="{FF2B5EF4-FFF2-40B4-BE49-F238E27FC236}">
                <a16:creationId xmlns:a16="http://schemas.microsoft.com/office/drawing/2014/main" id="{37B64BC2-468A-81D0-15C2-A2117C50BF25}"/>
              </a:ext>
            </a:extLst>
          </p:cNvPr>
          <p:cNvSpPr txBox="1"/>
          <p:nvPr/>
        </p:nvSpPr>
        <p:spPr>
          <a:xfrm>
            <a:off x="1753907" y="1208911"/>
            <a:ext cx="4968552" cy="830997"/>
          </a:xfrm>
          <a:prstGeom prst="rect">
            <a:avLst/>
          </a:prstGeom>
          <a:noFill/>
        </p:spPr>
        <p:txBody>
          <a:bodyPr wrap="square" rtlCol="0">
            <a:spAutoFit/>
          </a:bodyPr>
          <a:lstStyle/>
          <a:p>
            <a:r>
              <a:rPr lang="nl-NL" sz="2400" b="1" dirty="0"/>
              <a:t>Kurt Lewin</a:t>
            </a:r>
          </a:p>
          <a:p>
            <a:r>
              <a:rPr lang="nl-NL" sz="2400" i="1" dirty="0"/>
              <a:t>3-stappen verandermodel</a:t>
            </a:r>
            <a:endParaRPr lang="en-US" sz="2400" i="1" dirty="0"/>
          </a:p>
        </p:txBody>
      </p:sp>
      <p:pic>
        <p:nvPicPr>
          <p:cNvPr id="2050" name="Picture 2" descr="Unfreeze, Change, Refreeze Business Model.">
            <a:extLst>
              <a:ext uri="{FF2B5EF4-FFF2-40B4-BE49-F238E27FC236}">
                <a16:creationId xmlns:a16="http://schemas.microsoft.com/office/drawing/2014/main" id="{E4DE1CD3-26A8-F2E2-2440-F93692C788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3907" y="2204864"/>
            <a:ext cx="9497788" cy="452131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2">
            <a:extLst>
              <a:ext uri="{FF2B5EF4-FFF2-40B4-BE49-F238E27FC236}">
                <a16:creationId xmlns:a16="http://schemas.microsoft.com/office/drawing/2014/main" id="{DB2CE433-BA13-8970-6CB8-EDCA0E9B3E69}"/>
              </a:ext>
            </a:extLst>
          </p:cNvPr>
          <p:cNvSpPr txBox="1">
            <a:spLocks/>
          </p:cNvSpPr>
          <p:nvPr/>
        </p:nvSpPr>
        <p:spPr>
          <a:xfrm>
            <a:off x="1058421" y="292357"/>
            <a:ext cx="10178323" cy="1492132"/>
          </a:xfrm>
          <a:prstGeom prst="rect">
            <a:avLst/>
          </a:prstGeom>
        </p:spPr>
        <p:txBody>
          <a:bodyPr vert="horz" lIns="91440" tIns="45720" rIns="91440" bIns="45720" rtlCol="0" anchor="t">
            <a:normAutofit/>
          </a:bodyPr>
          <a:lstStyle>
            <a:lvl1pPr algn="l" defTabSz="289322" rtl="0" eaLnBrk="1" latinLnBrk="0" hangingPunct="1">
              <a:lnSpc>
                <a:spcPct val="90000"/>
              </a:lnSpc>
              <a:spcBef>
                <a:spcPct val="0"/>
              </a:spcBef>
              <a:buNone/>
              <a:defRPr sz="3200" kern="1200" cap="all" spc="64" baseline="0">
                <a:solidFill>
                  <a:schemeClr val="tx2"/>
                </a:solidFill>
                <a:latin typeface="+mj-lt"/>
                <a:ea typeface="+mj-ea"/>
                <a:cs typeface="+mj-cs"/>
              </a:defRPr>
            </a:lvl1pPr>
          </a:lstStyle>
          <a:p>
            <a:r>
              <a:rPr lang="nl-NL" sz="4400" dirty="0">
                <a:solidFill>
                  <a:schemeClr val="accent1"/>
                </a:solidFill>
              </a:rPr>
              <a:t>3 </a:t>
            </a:r>
            <a:r>
              <a:rPr lang="en-US" sz="4400" dirty="0" err="1">
                <a:solidFill>
                  <a:schemeClr val="accent1"/>
                </a:solidFill>
              </a:rPr>
              <a:t>changemanagement</a:t>
            </a:r>
            <a:r>
              <a:rPr lang="en-US" sz="4400" dirty="0">
                <a:solidFill>
                  <a:schemeClr val="accent1"/>
                </a:solidFill>
              </a:rPr>
              <a:t> </a:t>
            </a:r>
            <a:r>
              <a:rPr lang="en-US" sz="4400" dirty="0" err="1">
                <a:solidFill>
                  <a:schemeClr val="accent1"/>
                </a:solidFill>
              </a:rPr>
              <a:t>modellen</a:t>
            </a:r>
            <a:endParaRPr lang="en-US" sz="4000" dirty="0">
              <a:solidFill>
                <a:schemeClr val="accent1"/>
              </a:solidFill>
            </a:endParaRPr>
          </a:p>
        </p:txBody>
      </p:sp>
    </p:spTree>
    <p:extLst>
      <p:ext uri="{BB962C8B-B14F-4D97-AF65-F5344CB8AC3E}">
        <p14:creationId xmlns:p14="http://schemas.microsoft.com/office/powerpoint/2010/main" val="11636265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Navigating Digital Transformation: The ADKAR Model for Effective Change  Management Introduction">
            <a:extLst>
              <a:ext uri="{FF2B5EF4-FFF2-40B4-BE49-F238E27FC236}">
                <a16:creationId xmlns:a16="http://schemas.microsoft.com/office/drawing/2014/main" id="{1B948B81-899D-0C7C-75FC-E56D265711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1464" y="2128351"/>
            <a:ext cx="10379938" cy="4437292"/>
          </a:xfrm>
          <a:prstGeom prst="rect">
            <a:avLst/>
          </a:prstGeom>
          <a:noFill/>
          <a:extLst>
            <a:ext uri="{909E8E84-426E-40DD-AFC4-6F175D3DCCD1}">
              <a14:hiddenFill xmlns:a14="http://schemas.microsoft.com/office/drawing/2010/main">
                <a:solidFill>
                  <a:srgbClr val="FFFFFF"/>
                </a:solidFill>
              </a14:hiddenFill>
            </a:ext>
          </a:extLst>
        </p:spPr>
      </p:pic>
      <p:sp>
        <p:nvSpPr>
          <p:cNvPr id="4" name="Tekstvak 3">
            <a:extLst>
              <a:ext uri="{FF2B5EF4-FFF2-40B4-BE49-F238E27FC236}">
                <a16:creationId xmlns:a16="http://schemas.microsoft.com/office/drawing/2014/main" id="{7669643D-647B-1241-2B43-34918D72D564}"/>
              </a:ext>
            </a:extLst>
          </p:cNvPr>
          <p:cNvSpPr txBox="1"/>
          <p:nvPr/>
        </p:nvSpPr>
        <p:spPr>
          <a:xfrm>
            <a:off x="1753907" y="1208911"/>
            <a:ext cx="4968552" cy="830997"/>
          </a:xfrm>
          <a:prstGeom prst="rect">
            <a:avLst/>
          </a:prstGeom>
          <a:noFill/>
        </p:spPr>
        <p:txBody>
          <a:bodyPr wrap="square" rtlCol="0">
            <a:spAutoFit/>
          </a:bodyPr>
          <a:lstStyle/>
          <a:p>
            <a:r>
              <a:rPr lang="nl-NL" sz="2400" b="1" dirty="0"/>
              <a:t>PROSCI® </a:t>
            </a:r>
          </a:p>
          <a:p>
            <a:r>
              <a:rPr lang="nl-NL" sz="2400" i="1" dirty="0"/>
              <a:t>ADKAR </a:t>
            </a:r>
            <a:endParaRPr lang="en-US" sz="2400" i="1" dirty="0"/>
          </a:p>
        </p:txBody>
      </p:sp>
      <p:sp>
        <p:nvSpPr>
          <p:cNvPr id="5" name="Title 2">
            <a:extLst>
              <a:ext uri="{FF2B5EF4-FFF2-40B4-BE49-F238E27FC236}">
                <a16:creationId xmlns:a16="http://schemas.microsoft.com/office/drawing/2014/main" id="{41337693-5729-4D29-9E11-C2D7D44B1136}"/>
              </a:ext>
            </a:extLst>
          </p:cNvPr>
          <p:cNvSpPr txBox="1">
            <a:spLocks/>
          </p:cNvSpPr>
          <p:nvPr/>
        </p:nvSpPr>
        <p:spPr>
          <a:xfrm>
            <a:off x="1058421" y="292357"/>
            <a:ext cx="10178323" cy="1492132"/>
          </a:xfrm>
          <a:prstGeom prst="rect">
            <a:avLst/>
          </a:prstGeom>
        </p:spPr>
        <p:txBody>
          <a:bodyPr vert="horz" lIns="91440" tIns="45720" rIns="91440" bIns="45720" rtlCol="0" anchor="t">
            <a:normAutofit/>
          </a:bodyPr>
          <a:lstStyle>
            <a:lvl1pPr algn="l" defTabSz="289322" rtl="0" eaLnBrk="1" latinLnBrk="0" hangingPunct="1">
              <a:lnSpc>
                <a:spcPct val="90000"/>
              </a:lnSpc>
              <a:spcBef>
                <a:spcPct val="0"/>
              </a:spcBef>
              <a:buNone/>
              <a:defRPr sz="3200" kern="1200" cap="all" spc="64" baseline="0">
                <a:solidFill>
                  <a:schemeClr val="tx2"/>
                </a:solidFill>
                <a:latin typeface="+mj-lt"/>
                <a:ea typeface="+mj-ea"/>
                <a:cs typeface="+mj-cs"/>
              </a:defRPr>
            </a:lvl1pPr>
          </a:lstStyle>
          <a:p>
            <a:r>
              <a:rPr lang="nl-NL" sz="4400" dirty="0">
                <a:solidFill>
                  <a:schemeClr val="accent1"/>
                </a:solidFill>
              </a:rPr>
              <a:t>3 </a:t>
            </a:r>
            <a:r>
              <a:rPr lang="en-US" sz="4400" dirty="0" err="1">
                <a:solidFill>
                  <a:schemeClr val="accent1"/>
                </a:solidFill>
              </a:rPr>
              <a:t>changemanagement</a:t>
            </a:r>
            <a:r>
              <a:rPr lang="en-US" sz="4400" dirty="0">
                <a:solidFill>
                  <a:schemeClr val="accent1"/>
                </a:solidFill>
              </a:rPr>
              <a:t> </a:t>
            </a:r>
            <a:r>
              <a:rPr lang="en-US" sz="4400" dirty="0" err="1">
                <a:solidFill>
                  <a:schemeClr val="accent1"/>
                </a:solidFill>
              </a:rPr>
              <a:t>modellen</a:t>
            </a:r>
            <a:endParaRPr lang="en-US" sz="4000" dirty="0">
              <a:solidFill>
                <a:schemeClr val="accent1"/>
              </a:solidFill>
            </a:endParaRPr>
          </a:p>
        </p:txBody>
      </p:sp>
    </p:spTree>
    <p:extLst>
      <p:ext uri="{BB962C8B-B14F-4D97-AF65-F5344CB8AC3E}">
        <p14:creationId xmlns:p14="http://schemas.microsoft.com/office/powerpoint/2010/main" val="38167757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Freeform 6">
            <a:extLst>
              <a:ext uri="{FF2B5EF4-FFF2-40B4-BE49-F238E27FC236}">
                <a16:creationId xmlns:a16="http://schemas.microsoft.com/office/drawing/2014/main" id="{B217C2AD-51B4-40CE-A71F-F5D3F846D9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txBody>
          <a:bodyPr/>
          <a:lstStyle/>
          <a:p>
            <a:endParaRPr lang="en-US"/>
          </a:p>
        </p:txBody>
      </p:sp>
      <p:sp>
        <p:nvSpPr>
          <p:cNvPr id="11" name="Rectangle 10">
            <a:extLst>
              <a:ext uri="{FF2B5EF4-FFF2-40B4-BE49-F238E27FC236}">
                <a16:creationId xmlns:a16="http://schemas.microsoft.com/office/drawing/2014/main" id="{6F1BF92E-23CF-4BFE-9E1F-C359BACFA3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28FFBEEC-E1D5-4133-8566-2A59DDB170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4639060" y="0"/>
            <a:ext cx="755294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14">
            <a:extLst>
              <a:ext uri="{FF2B5EF4-FFF2-40B4-BE49-F238E27FC236}">
                <a16:creationId xmlns:a16="http://schemas.microsoft.com/office/drawing/2014/main" id="{E8EFDFFA-99D1-4010-8BB3-F3C338EC0A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5282519" cy="6858000"/>
          </a:xfrm>
          <a:custGeom>
            <a:avLst/>
            <a:gdLst>
              <a:gd name="connsiteX0" fmla="*/ 0 w 4992864"/>
              <a:gd name="connsiteY0" fmla="*/ 0 h 6858000"/>
              <a:gd name="connsiteX1" fmla="*/ 4813476 w 4992864"/>
              <a:gd name="connsiteY1" fmla="*/ 0 h 6858000"/>
              <a:gd name="connsiteX2" fmla="*/ 4818239 w 4992864"/>
              <a:gd name="connsiteY2" fmla="*/ 66675 h 6858000"/>
              <a:gd name="connsiteX3" fmla="*/ 4826176 w 4992864"/>
              <a:gd name="connsiteY3" fmla="*/ 122237 h 6858000"/>
              <a:gd name="connsiteX4" fmla="*/ 4835701 w 4992864"/>
              <a:gd name="connsiteY4" fmla="*/ 174625 h 6858000"/>
              <a:gd name="connsiteX5" fmla="*/ 4851576 w 4992864"/>
              <a:gd name="connsiteY5" fmla="*/ 217487 h 6858000"/>
              <a:gd name="connsiteX6" fmla="*/ 4867451 w 4992864"/>
              <a:gd name="connsiteY6" fmla="*/ 260350 h 6858000"/>
              <a:gd name="connsiteX7" fmla="*/ 4886501 w 4992864"/>
              <a:gd name="connsiteY7" fmla="*/ 296862 h 6858000"/>
              <a:gd name="connsiteX8" fmla="*/ 4905551 w 4992864"/>
              <a:gd name="connsiteY8" fmla="*/ 334962 h 6858000"/>
              <a:gd name="connsiteX9" fmla="*/ 4923014 w 4992864"/>
              <a:gd name="connsiteY9" fmla="*/ 369887 h 6858000"/>
              <a:gd name="connsiteX10" fmla="*/ 4940476 w 4992864"/>
              <a:gd name="connsiteY10" fmla="*/ 409575 h 6858000"/>
              <a:gd name="connsiteX11" fmla="*/ 4956351 w 4992864"/>
              <a:gd name="connsiteY11" fmla="*/ 450850 h 6858000"/>
              <a:gd name="connsiteX12" fmla="*/ 4970639 w 4992864"/>
              <a:gd name="connsiteY12" fmla="*/ 496887 h 6858000"/>
              <a:gd name="connsiteX13" fmla="*/ 4981751 w 4992864"/>
              <a:gd name="connsiteY13" fmla="*/ 546100 h 6858000"/>
              <a:gd name="connsiteX14" fmla="*/ 4989689 w 4992864"/>
              <a:gd name="connsiteY14" fmla="*/ 606425 h 6858000"/>
              <a:gd name="connsiteX15" fmla="*/ 4992864 w 4992864"/>
              <a:gd name="connsiteY15" fmla="*/ 673100 h 6858000"/>
              <a:gd name="connsiteX16" fmla="*/ 4989689 w 4992864"/>
              <a:gd name="connsiteY16" fmla="*/ 744537 h 6858000"/>
              <a:gd name="connsiteX17" fmla="*/ 4981751 w 4992864"/>
              <a:gd name="connsiteY17" fmla="*/ 801687 h 6858000"/>
              <a:gd name="connsiteX18" fmla="*/ 4970639 w 4992864"/>
              <a:gd name="connsiteY18" fmla="*/ 854075 h 6858000"/>
              <a:gd name="connsiteX19" fmla="*/ 4956351 w 4992864"/>
              <a:gd name="connsiteY19" fmla="*/ 901700 h 6858000"/>
              <a:gd name="connsiteX20" fmla="*/ 4940476 w 4992864"/>
              <a:gd name="connsiteY20" fmla="*/ 942975 h 6858000"/>
              <a:gd name="connsiteX21" fmla="*/ 4921426 w 4992864"/>
              <a:gd name="connsiteY21" fmla="*/ 981075 h 6858000"/>
              <a:gd name="connsiteX22" fmla="*/ 4902376 w 4992864"/>
              <a:gd name="connsiteY22" fmla="*/ 1017587 h 6858000"/>
              <a:gd name="connsiteX23" fmla="*/ 4883326 w 4992864"/>
              <a:gd name="connsiteY23" fmla="*/ 1055687 h 6858000"/>
              <a:gd name="connsiteX24" fmla="*/ 4865864 w 4992864"/>
              <a:gd name="connsiteY24" fmla="*/ 1095375 h 6858000"/>
              <a:gd name="connsiteX25" fmla="*/ 4848401 w 4992864"/>
              <a:gd name="connsiteY25" fmla="*/ 1136650 h 6858000"/>
              <a:gd name="connsiteX26" fmla="*/ 4834114 w 4992864"/>
              <a:gd name="connsiteY26" fmla="*/ 1182687 h 6858000"/>
              <a:gd name="connsiteX27" fmla="*/ 4824589 w 4992864"/>
              <a:gd name="connsiteY27" fmla="*/ 1235075 h 6858000"/>
              <a:gd name="connsiteX28" fmla="*/ 4815064 w 4992864"/>
              <a:gd name="connsiteY28" fmla="*/ 1295400 h 6858000"/>
              <a:gd name="connsiteX29" fmla="*/ 4813476 w 4992864"/>
              <a:gd name="connsiteY29" fmla="*/ 1363662 h 6858000"/>
              <a:gd name="connsiteX30" fmla="*/ 4815064 w 4992864"/>
              <a:gd name="connsiteY30" fmla="*/ 1431925 h 6858000"/>
              <a:gd name="connsiteX31" fmla="*/ 4824589 w 4992864"/>
              <a:gd name="connsiteY31" fmla="*/ 1492250 h 6858000"/>
              <a:gd name="connsiteX32" fmla="*/ 4834114 w 4992864"/>
              <a:gd name="connsiteY32" fmla="*/ 1544637 h 6858000"/>
              <a:gd name="connsiteX33" fmla="*/ 4848401 w 4992864"/>
              <a:gd name="connsiteY33" fmla="*/ 1589087 h 6858000"/>
              <a:gd name="connsiteX34" fmla="*/ 4865864 w 4992864"/>
              <a:gd name="connsiteY34" fmla="*/ 1631950 h 6858000"/>
              <a:gd name="connsiteX35" fmla="*/ 4883326 w 4992864"/>
              <a:gd name="connsiteY35" fmla="*/ 1671637 h 6858000"/>
              <a:gd name="connsiteX36" fmla="*/ 4902376 w 4992864"/>
              <a:gd name="connsiteY36" fmla="*/ 1708150 h 6858000"/>
              <a:gd name="connsiteX37" fmla="*/ 4921426 w 4992864"/>
              <a:gd name="connsiteY37" fmla="*/ 1743075 h 6858000"/>
              <a:gd name="connsiteX38" fmla="*/ 4940476 w 4992864"/>
              <a:gd name="connsiteY38" fmla="*/ 1782762 h 6858000"/>
              <a:gd name="connsiteX39" fmla="*/ 4956351 w 4992864"/>
              <a:gd name="connsiteY39" fmla="*/ 1824037 h 6858000"/>
              <a:gd name="connsiteX40" fmla="*/ 4970639 w 4992864"/>
              <a:gd name="connsiteY40" fmla="*/ 1870075 h 6858000"/>
              <a:gd name="connsiteX41" fmla="*/ 4981751 w 4992864"/>
              <a:gd name="connsiteY41" fmla="*/ 1922462 h 6858000"/>
              <a:gd name="connsiteX42" fmla="*/ 4989689 w 4992864"/>
              <a:gd name="connsiteY42" fmla="*/ 1982787 h 6858000"/>
              <a:gd name="connsiteX43" fmla="*/ 4992864 w 4992864"/>
              <a:gd name="connsiteY43" fmla="*/ 2051050 h 6858000"/>
              <a:gd name="connsiteX44" fmla="*/ 4989689 w 4992864"/>
              <a:gd name="connsiteY44" fmla="*/ 2119312 h 6858000"/>
              <a:gd name="connsiteX45" fmla="*/ 4981751 w 4992864"/>
              <a:gd name="connsiteY45" fmla="*/ 2179637 h 6858000"/>
              <a:gd name="connsiteX46" fmla="*/ 4970639 w 4992864"/>
              <a:gd name="connsiteY46" fmla="*/ 2232025 h 6858000"/>
              <a:gd name="connsiteX47" fmla="*/ 4956351 w 4992864"/>
              <a:gd name="connsiteY47" fmla="*/ 2278062 h 6858000"/>
              <a:gd name="connsiteX48" fmla="*/ 4940476 w 4992864"/>
              <a:gd name="connsiteY48" fmla="*/ 2319337 h 6858000"/>
              <a:gd name="connsiteX49" fmla="*/ 4921426 w 4992864"/>
              <a:gd name="connsiteY49" fmla="*/ 2359025 h 6858000"/>
              <a:gd name="connsiteX50" fmla="*/ 4902376 w 4992864"/>
              <a:gd name="connsiteY50" fmla="*/ 2395537 h 6858000"/>
              <a:gd name="connsiteX51" fmla="*/ 4883326 w 4992864"/>
              <a:gd name="connsiteY51" fmla="*/ 2433637 h 6858000"/>
              <a:gd name="connsiteX52" fmla="*/ 4865864 w 4992864"/>
              <a:gd name="connsiteY52" fmla="*/ 2471737 h 6858000"/>
              <a:gd name="connsiteX53" fmla="*/ 4848401 w 4992864"/>
              <a:gd name="connsiteY53" fmla="*/ 2513012 h 6858000"/>
              <a:gd name="connsiteX54" fmla="*/ 4834114 w 4992864"/>
              <a:gd name="connsiteY54" fmla="*/ 2560637 h 6858000"/>
              <a:gd name="connsiteX55" fmla="*/ 4824589 w 4992864"/>
              <a:gd name="connsiteY55" fmla="*/ 2613025 h 6858000"/>
              <a:gd name="connsiteX56" fmla="*/ 4815064 w 4992864"/>
              <a:gd name="connsiteY56" fmla="*/ 2671762 h 6858000"/>
              <a:gd name="connsiteX57" fmla="*/ 4813476 w 4992864"/>
              <a:gd name="connsiteY57" fmla="*/ 2741612 h 6858000"/>
              <a:gd name="connsiteX58" fmla="*/ 4815064 w 4992864"/>
              <a:gd name="connsiteY58" fmla="*/ 2809875 h 6858000"/>
              <a:gd name="connsiteX59" fmla="*/ 4824589 w 4992864"/>
              <a:gd name="connsiteY59" fmla="*/ 2868612 h 6858000"/>
              <a:gd name="connsiteX60" fmla="*/ 4834114 w 4992864"/>
              <a:gd name="connsiteY60" fmla="*/ 2922587 h 6858000"/>
              <a:gd name="connsiteX61" fmla="*/ 4848401 w 4992864"/>
              <a:gd name="connsiteY61" fmla="*/ 2967037 h 6858000"/>
              <a:gd name="connsiteX62" fmla="*/ 4865864 w 4992864"/>
              <a:gd name="connsiteY62" fmla="*/ 3009900 h 6858000"/>
              <a:gd name="connsiteX63" fmla="*/ 4883326 w 4992864"/>
              <a:gd name="connsiteY63" fmla="*/ 3046412 h 6858000"/>
              <a:gd name="connsiteX64" fmla="*/ 4902376 w 4992864"/>
              <a:gd name="connsiteY64" fmla="*/ 3084512 h 6858000"/>
              <a:gd name="connsiteX65" fmla="*/ 4921426 w 4992864"/>
              <a:gd name="connsiteY65" fmla="*/ 3121025 h 6858000"/>
              <a:gd name="connsiteX66" fmla="*/ 4940476 w 4992864"/>
              <a:gd name="connsiteY66" fmla="*/ 3160712 h 6858000"/>
              <a:gd name="connsiteX67" fmla="*/ 4956351 w 4992864"/>
              <a:gd name="connsiteY67" fmla="*/ 3201987 h 6858000"/>
              <a:gd name="connsiteX68" fmla="*/ 4970639 w 4992864"/>
              <a:gd name="connsiteY68" fmla="*/ 3248025 h 6858000"/>
              <a:gd name="connsiteX69" fmla="*/ 4981751 w 4992864"/>
              <a:gd name="connsiteY69" fmla="*/ 3300412 h 6858000"/>
              <a:gd name="connsiteX70" fmla="*/ 4989689 w 4992864"/>
              <a:gd name="connsiteY70" fmla="*/ 3360737 h 6858000"/>
              <a:gd name="connsiteX71" fmla="*/ 4992864 w 4992864"/>
              <a:gd name="connsiteY71" fmla="*/ 3427412 h 6858000"/>
              <a:gd name="connsiteX72" fmla="*/ 4989689 w 4992864"/>
              <a:gd name="connsiteY72" fmla="*/ 3497262 h 6858000"/>
              <a:gd name="connsiteX73" fmla="*/ 4981751 w 4992864"/>
              <a:gd name="connsiteY73" fmla="*/ 3557587 h 6858000"/>
              <a:gd name="connsiteX74" fmla="*/ 4970639 w 4992864"/>
              <a:gd name="connsiteY74" fmla="*/ 3609975 h 6858000"/>
              <a:gd name="connsiteX75" fmla="*/ 4956351 w 4992864"/>
              <a:gd name="connsiteY75" fmla="*/ 3656012 h 6858000"/>
              <a:gd name="connsiteX76" fmla="*/ 4940476 w 4992864"/>
              <a:gd name="connsiteY76" fmla="*/ 3697287 h 6858000"/>
              <a:gd name="connsiteX77" fmla="*/ 4921426 w 4992864"/>
              <a:gd name="connsiteY77" fmla="*/ 3736975 h 6858000"/>
              <a:gd name="connsiteX78" fmla="*/ 4883326 w 4992864"/>
              <a:gd name="connsiteY78" fmla="*/ 3811587 h 6858000"/>
              <a:gd name="connsiteX79" fmla="*/ 4865864 w 4992864"/>
              <a:gd name="connsiteY79" fmla="*/ 3848100 h 6858000"/>
              <a:gd name="connsiteX80" fmla="*/ 4848401 w 4992864"/>
              <a:gd name="connsiteY80" fmla="*/ 3890962 h 6858000"/>
              <a:gd name="connsiteX81" fmla="*/ 4834114 w 4992864"/>
              <a:gd name="connsiteY81" fmla="*/ 3935412 h 6858000"/>
              <a:gd name="connsiteX82" fmla="*/ 4824589 w 4992864"/>
              <a:gd name="connsiteY82" fmla="*/ 3987800 h 6858000"/>
              <a:gd name="connsiteX83" fmla="*/ 4815064 w 4992864"/>
              <a:gd name="connsiteY83" fmla="*/ 4048125 h 6858000"/>
              <a:gd name="connsiteX84" fmla="*/ 4813476 w 4992864"/>
              <a:gd name="connsiteY84" fmla="*/ 4116387 h 6858000"/>
              <a:gd name="connsiteX85" fmla="*/ 4815064 w 4992864"/>
              <a:gd name="connsiteY85" fmla="*/ 4186237 h 6858000"/>
              <a:gd name="connsiteX86" fmla="*/ 4824589 w 4992864"/>
              <a:gd name="connsiteY86" fmla="*/ 4244975 h 6858000"/>
              <a:gd name="connsiteX87" fmla="*/ 4834114 w 4992864"/>
              <a:gd name="connsiteY87" fmla="*/ 4297362 h 6858000"/>
              <a:gd name="connsiteX88" fmla="*/ 4848401 w 4992864"/>
              <a:gd name="connsiteY88" fmla="*/ 4343400 h 6858000"/>
              <a:gd name="connsiteX89" fmla="*/ 4865864 w 4992864"/>
              <a:gd name="connsiteY89" fmla="*/ 4386262 h 6858000"/>
              <a:gd name="connsiteX90" fmla="*/ 4883326 w 4992864"/>
              <a:gd name="connsiteY90" fmla="*/ 4424362 h 6858000"/>
              <a:gd name="connsiteX91" fmla="*/ 4921426 w 4992864"/>
              <a:gd name="connsiteY91" fmla="*/ 4498975 h 6858000"/>
              <a:gd name="connsiteX92" fmla="*/ 4940476 w 4992864"/>
              <a:gd name="connsiteY92" fmla="*/ 4537075 h 6858000"/>
              <a:gd name="connsiteX93" fmla="*/ 4956351 w 4992864"/>
              <a:gd name="connsiteY93" fmla="*/ 4579937 h 6858000"/>
              <a:gd name="connsiteX94" fmla="*/ 4970639 w 4992864"/>
              <a:gd name="connsiteY94" fmla="*/ 4625975 h 6858000"/>
              <a:gd name="connsiteX95" fmla="*/ 4981751 w 4992864"/>
              <a:gd name="connsiteY95" fmla="*/ 4678362 h 6858000"/>
              <a:gd name="connsiteX96" fmla="*/ 4989689 w 4992864"/>
              <a:gd name="connsiteY96" fmla="*/ 4738687 h 6858000"/>
              <a:gd name="connsiteX97" fmla="*/ 4992864 w 4992864"/>
              <a:gd name="connsiteY97" fmla="*/ 4806950 h 6858000"/>
              <a:gd name="connsiteX98" fmla="*/ 4989689 w 4992864"/>
              <a:gd name="connsiteY98" fmla="*/ 4875212 h 6858000"/>
              <a:gd name="connsiteX99" fmla="*/ 4981751 w 4992864"/>
              <a:gd name="connsiteY99" fmla="*/ 4935537 h 6858000"/>
              <a:gd name="connsiteX100" fmla="*/ 4970639 w 4992864"/>
              <a:gd name="connsiteY100" fmla="*/ 4987925 h 6858000"/>
              <a:gd name="connsiteX101" fmla="*/ 4956351 w 4992864"/>
              <a:gd name="connsiteY101" fmla="*/ 5033962 h 6858000"/>
              <a:gd name="connsiteX102" fmla="*/ 4940476 w 4992864"/>
              <a:gd name="connsiteY102" fmla="*/ 5075237 h 6858000"/>
              <a:gd name="connsiteX103" fmla="*/ 4921426 w 4992864"/>
              <a:gd name="connsiteY103" fmla="*/ 5114925 h 6858000"/>
              <a:gd name="connsiteX104" fmla="*/ 4902376 w 4992864"/>
              <a:gd name="connsiteY104" fmla="*/ 5149850 h 6858000"/>
              <a:gd name="connsiteX105" fmla="*/ 4883326 w 4992864"/>
              <a:gd name="connsiteY105" fmla="*/ 5186362 h 6858000"/>
              <a:gd name="connsiteX106" fmla="*/ 4865864 w 4992864"/>
              <a:gd name="connsiteY106" fmla="*/ 5226050 h 6858000"/>
              <a:gd name="connsiteX107" fmla="*/ 4848401 w 4992864"/>
              <a:gd name="connsiteY107" fmla="*/ 5268912 h 6858000"/>
              <a:gd name="connsiteX108" fmla="*/ 4834114 w 4992864"/>
              <a:gd name="connsiteY108" fmla="*/ 5313362 h 6858000"/>
              <a:gd name="connsiteX109" fmla="*/ 4824589 w 4992864"/>
              <a:gd name="connsiteY109" fmla="*/ 5365750 h 6858000"/>
              <a:gd name="connsiteX110" fmla="*/ 4815064 w 4992864"/>
              <a:gd name="connsiteY110" fmla="*/ 5426075 h 6858000"/>
              <a:gd name="connsiteX111" fmla="*/ 4813476 w 4992864"/>
              <a:gd name="connsiteY111" fmla="*/ 5494337 h 6858000"/>
              <a:gd name="connsiteX112" fmla="*/ 4815064 w 4992864"/>
              <a:gd name="connsiteY112" fmla="*/ 5562600 h 6858000"/>
              <a:gd name="connsiteX113" fmla="*/ 4824589 w 4992864"/>
              <a:gd name="connsiteY113" fmla="*/ 5622925 h 6858000"/>
              <a:gd name="connsiteX114" fmla="*/ 4834114 w 4992864"/>
              <a:gd name="connsiteY114" fmla="*/ 5675312 h 6858000"/>
              <a:gd name="connsiteX115" fmla="*/ 4848401 w 4992864"/>
              <a:gd name="connsiteY115" fmla="*/ 5721350 h 6858000"/>
              <a:gd name="connsiteX116" fmla="*/ 4865864 w 4992864"/>
              <a:gd name="connsiteY116" fmla="*/ 5762625 h 6858000"/>
              <a:gd name="connsiteX117" fmla="*/ 4883326 w 4992864"/>
              <a:gd name="connsiteY117" fmla="*/ 5802312 h 6858000"/>
              <a:gd name="connsiteX118" fmla="*/ 4902376 w 4992864"/>
              <a:gd name="connsiteY118" fmla="*/ 5840412 h 6858000"/>
              <a:gd name="connsiteX119" fmla="*/ 4921426 w 4992864"/>
              <a:gd name="connsiteY119" fmla="*/ 5876925 h 6858000"/>
              <a:gd name="connsiteX120" fmla="*/ 4940476 w 4992864"/>
              <a:gd name="connsiteY120" fmla="*/ 5915025 h 6858000"/>
              <a:gd name="connsiteX121" fmla="*/ 4956351 w 4992864"/>
              <a:gd name="connsiteY121" fmla="*/ 5956300 h 6858000"/>
              <a:gd name="connsiteX122" fmla="*/ 4970639 w 4992864"/>
              <a:gd name="connsiteY122" fmla="*/ 6003925 h 6858000"/>
              <a:gd name="connsiteX123" fmla="*/ 4981751 w 4992864"/>
              <a:gd name="connsiteY123" fmla="*/ 6056312 h 6858000"/>
              <a:gd name="connsiteX124" fmla="*/ 4989689 w 4992864"/>
              <a:gd name="connsiteY124" fmla="*/ 6113462 h 6858000"/>
              <a:gd name="connsiteX125" fmla="*/ 4992864 w 4992864"/>
              <a:gd name="connsiteY125" fmla="*/ 6183312 h 6858000"/>
              <a:gd name="connsiteX126" fmla="*/ 4989689 w 4992864"/>
              <a:gd name="connsiteY126" fmla="*/ 6251575 h 6858000"/>
              <a:gd name="connsiteX127" fmla="*/ 4981751 w 4992864"/>
              <a:gd name="connsiteY127" fmla="*/ 6311900 h 6858000"/>
              <a:gd name="connsiteX128" fmla="*/ 4970639 w 4992864"/>
              <a:gd name="connsiteY128" fmla="*/ 6361112 h 6858000"/>
              <a:gd name="connsiteX129" fmla="*/ 4956351 w 4992864"/>
              <a:gd name="connsiteY129" fmla="*/ 6407150 h 6858000"/>
              <a:gd name="connsiteX130" fmla="*/ 4940476 w 4992864"/>
              <a:gd name="connsiteY130" fmla="*/ 6448425 h 6858000"/>
              <a:gd name="connsiteX131" fmla="*/ 4923014 w 4992864"/>
              <a:gd name="connsiteY131" fmla="*/ 6488112 h 6858000"/>
              <a:gd name="connsiteX132" fmla="*/ 4905551 w 4992864"/>
              <a:gd name="connsiteY132" fmla="*/ 6523037 h 6858000"/>
              <a:gd name="connsiteX133" fmla="*/ 4886501 w 4992864"/>
              <a:gd name="connsiteY133" fmla="*/ 6561137 h 6858000"/>
              <a:gd name="connsiteX134" fmla="*/ 4867451 w 4992864"/>
              <a:gd name="connsiteY134" fmla="*/ 6597650 h 6858000"/>
              <a:gd name="connsiteX135" fmla="*/ 4851576 w 4992864"/>
              <a:gd name="connsiteY135" fmla="*/ 6640512 h 6858000"/>
              <a:gd name="connsiteX136" fmla="*/ 4835701 w 4992864"/>
              <a:gd name="connsiteY136" fmla="*/ 6683375 h 6858000"/>
              <a:gd name="connsiteX137" fmla="*/ 4826176 w 4992864"/>
              <a:gd name="connsiteY137" fmla="*/ 6735762 h 6858000"/>
              <a:gd name="connsiteX138" fmla="*/ 4818239 w 4992864"/>
              <a:gd name="connsiteY138" fmla="*/ 6791325 h 6858000"/>
              <a:gd name="connsiteX139" fmla="*/ 4813476 w 4992864"/>
              <a:gd name="connsiteY139" fmla="*/ 6858000 h 6858000"/>
              <a:gd name="connsiteX140" fmla="*/ 0 w 4992864"/>
              <a:gd name="connsiteY14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4992864" h="6858000">
                <a:moveTo>
                  <a:pt x="0" y="0"/>
                </a:moveTo>
                <a:lnTo>
                  <a:pt x="4813476" y="0"/>
                </a:lnTo>
                <a:lnTo>
                  <a:pt x="4818239" y="66675"/>
                </a:lnTo>
                <a:lnTo>
                  <a:pt x="4826176" y="122237"/>
                </a:lnTo>
                <a:lnTo>
                  <a:pt x="4835701" y="174625"/>
                </a:lnTo>
                <a:lnTo>
                  <a:pt x="4851576" y="217487"/>
                </a:lnTo>
                <a:lnTo>
                  <a:pt x="4867451" y="260350"/>
                </a:lnTo>
                <a:lnTo>
                  <a:pt x="4886501" y="296862"/>
                </a:lnTo>
                <a:lnTo>
                  <a:pt x="4905551" y="334962"/>
                </a:lnTo>
                <a:lnTo>
                  <a:pt x="4923014" y="369887"/>
                </a:lnTo>
                <a:lnTo>
                  <a:pt x="4940476" y="409575"/>
                </a:lnTo>
                <a:lnTo>
                  <a:pt x="4956351" y="450850"/>
                </a:lnTo>
                <a:lnTo>
                  <a:pt x="4970639" y="496887"/>
                </a:lnTo>
                <a:lnTo>
                  <a:pt x="4981751" y="546100"/>
                </a:lnTo>
                <a:lnTo>
                  <a:pt x="4989689" y="606425"/>
                </a:lnTo>
                <a:lnTo>
                  <a:pt x="4992864" y="673100"/>
                </a:lnTo>
                <a:lnTo>
                  <a:pt x="4989689" y="744537"/>
                </a:lnTo>
                <a:lnTo>
                  <a:pt x="4981751" y="801687"/>
                </a:lnTo>
                <a:lnTo>
                  <a:pt x="4970639" y="854075"/>
                </a:lnTo>
                <a:lnTo>
                  <a:pt x="4956351" y="901700"/>
                </a:lnTo>
                <a:lnTo>
                  <a:pt x="4940476" y="942975"/>
                </a:lnTo>
                <a:lnTo>
                  <a:pt x="4921426" y="981075"/>
                </a:lnTo>
                <a:lnTo>
                  <a:pt x="4902376" y="1017587"/>
                </a:lnTo>
                <a:lnTo>
                  <a:pt x="4883326" y="1055687"/>
                </a:lnTo>
                <a:lnTo>
                  <a:pt x="4865864" y="1095375"/>
                </a:lnTo>
                <a:lnTo>
                  <a:pt x="4848401" y="1136650"/>
                </a:lnTo>
                <a:lnTo>
                  <a:pt x="4834114" y="1182687"/>
                </a:lnTo>
                <a:lnTo>
                  <a:pt x="4824589" y="1235075"/>
                </a:lnTo>
                <a:lnTo>
                  <a:pt x="4815064" y="1295400"/>
                </a:lnTo>
                <a:lnTo>
                  <a:pt x="4813476" y="1363662"/>
                </a:lnTo>
                <a:lnTo>
                  <a:pt x="4815064" y="1431925"/>
                </a:lnTo>
                <a:lnTo>
                  <a:pt x="4824589" y="1492250"/>
                </a:lnTo>
                <a:lnTo>
                  <a:pt x="4834114" y="1544637"/>
                </a:lnTo>
                <a:lnTo>
                  <a:pt x="4848401" y="1589087"/>
                </a:lnTo>
                <a:lnTo>
                  <a:pt x="4865864" y="1631950"/>
                </a:lnTo>
                <a:lnTo>
                  <a:pt x="4883326" y="1671637"/>
                </a:lnTo>
                <a:lnTo>
                  <a:pt x="4902376" y="1708150"/>
                </a:lnTo>
                <a:lnTo>
                  <a:pt x="4921426" y="1743075"/>
                </a:lnTo>
                <a:lnTo>
                  <a:pt x="4940476" y="1782762"/>
                </a:lnTo>
                <a:lnTo>
                  <a:pt x="4956351" y="1824037"/>
                </a:lnTo>
                <a:lnTo>
                  <a:pt x="4970639" y="1870075"/>
                </a:lnTo>
                <a:lnTo>
                  <a:pt x="4981751" y="1922462"/>
                </a:lnTo>
                <a:lnTo>
                  <a:pt x="4989689" y="1982787"/>
                </a:lnTo>
                <a:lnTo>
                  <a:pt x="4992864" y="2051050"/>
                </a:lnTo>
                <a:lnTo>
                  <a:pt x="4989689" y="2119312"/>
                </a:lnTo>
                <a:lnTo>
                  <a:pt x="4981751" y="2179637"/>
                </a:lnTo>
                <a:lnTo>
                  <a:pt x="4970639" y="2232025"/>
                </a:lnTo>
                <a:lnTo>
                  <a:pt x="4956351" y="2278062"/>
                </a:lnTo>
                <a:lnTo>
                  <a:pt x="4940476" y="2319337"/>
                </a:lnTo>
                <a:lnTo>
                  <a:pt x="4921426" y="2359025"/>
                </a:lnTo>
                <a:lnTo>
                  <a:pt x="4902376" y="2395537"/>
                </a:lnTo>
                <a:lnTo>
                  <a:pt x="4883326" y="2433637"/>
                </a:lnTo>
                <a:lnTo>
                  <a:pt x="4865864" y="2471737"/>
                </a:lnTo>
                <a:lnTo>
                  <a:pt x="4848401" y="2513012"/>
                </a:lnTo>
                <a:lnTo>
                  <a:pt x="4834114" y="2560637"/>
                </a:lnTo>
                <a:lnTo>
                  <a:pt x="4824589" y="2613025"/>
                </a:lnTo>
                <a:lnTo>
                  <a:pt x="4815064" y="2671762"/>
                </a:lnTo>
                <a:lnTo>
                  <a:pt x="4813476" y="2741612"/>
                </a:lnTo>
                <a:lnTo>
                  <a:pt x="4815064" y="2809875"/>
                </a:lnTo>
                <a:lnTo>
                  <a:pt x="4824589" y="2868612"/>
                </a:lnTo>
                <a:lnTo>
                  <a:pt x="4834114" y="2922587"/>
                </a:lnTo>
                <a:lnTo>
                  <a:pt x="4848401" y="2967037"/>
                </a:lnTo>
                <a:lnTo>
                  <a:pt x="4865864" y="3009900"/>
                </a:lnTo>
                <a:lnTo>
                  <a:pt x="4883326" y="3046412"/>
                </a:lnTo>
                <a:lnTo>
                  <a:pt x="4902376" y="3084512"/>
                </a:lnTo>
                <a:lnTo>
                  <a:pt x="4921426" y="3121025"/>
                </a:lnTo>
                <a:lnTo>
                  <a:pt x="4940476" y="3160712"/>
                </a:lnTo>
                <a:lnTo>
                  <a:pt x="4956351" y="3201987"/>
                </a:lnTo>
                <a:lnTo>
                  <a:pt x="4970639" y="3248025"/>
                </a:lnTo>
                <a:lnTo>
                  <a:pt x="4981751" y="3300412"/>
                </a:lnTo>
                <a:lnTo>
                  <a:pt x="4989689" y="3360737"/>
                </a:lnTo>
                <a:lnTo>
                  <a:pt x="4992864" y="3427412"/>
                </a:lnTo>
                <a:lnTo>
                  <a:pt x="4989689" y="3497262"/>
                </a:lnTo>
                <a:lnTo>
                  <a:pt x="4981751" y="3557587"/>
                </a:lnTo>
                <a:lnTo>
                  <a:pt x="4970639" y="3609975"/>
                </a:lnTo>
                <a:lnTo>
                  <a:pt x="4956351" y="3656012"/>
                </a:lnTo>
                <a:lnTo>
                  <a:pt x="4940476" y="3697287"/>
                </a:lnTo>
                <a:lnTo>
                  <a:pt x="4921426" y="3736975"/>
                </a:lnTo>
                <a:lnTo>
                  <a:pt x="4883326" y="3811587"/>
                </a:lnTo>
                <a:lnTo>
                  <a:pt x="4865864" y="3848100"/>
                </a:lnTo>
                <a:lnTo>
                  <a:pt x="4848401" y="3890962"/>
                </a:lnTo>
                <a:lnTo>
                  <a:pt x="4834114" y="3935412"/>
                </a:lnTo>
                <a:lnTo>
                  <a:pt x="4824589" y="3987800"/>
                </a:lnTo>
                <a:lnTo>
                  <a:pt x="4815064" y="4048125"/>
                </a:lnTo>
                <a:lnTo>
                  <a:pt x="4813476" y="4116387"/>
                </a:lnTo>
                <a:lnTo>
                  <a:pt x="4815064" y="4186237"/>
                </a:lnTo>
                <a:lnTo>
                  <a:pt x="4824589" y="4244975"/>
                </a:lnTo>
                <a:lnTo>
                  <a:pt x="4834114" y="4297362"/>
                </a:lnTo>
                <a:lnTo>
                  <a:pt x="4848401" y="4343400"/>
                </a:lnTo>
                <a:lnTo>
                  <a:pt x="4865864" y="4386262"/>
                </a:lnTo>
                <a:lnTo>
                  <a:pt x="4883326" y="4424362"/>
                </a:lnTo>
                <a:lnTo>
                  <a:pt x="4921426" y="4498975"/>
                </a:lnTo>
                <a:lnTo>
                  <a:pt x="4940476" y="4537075"/>
                </a:lnTo>
                <a:lnTo>
                  <a:pt x="4956351" y="4579937"/>
                </a:lnTo>
                <a:lnTo>
                  <a:pt x="4970639" y="4625975"/>
                </a:lnTo>
                <a:lnTo>
                  <a:pt x="4981751" y="4678362"/>
                </a:lnTo>
                <a:lnTo>
                  <a:pt x="4989689" y="4738687"/>
                </a:lnTo>
                <a:lnTo>
                  <a:pt x="4992864" y="4806950"/>
                </a:lnTo>
                <a:lnTo>
                  <a:pt x="4989689" y="4875212"/>
                </a:lnTo>
                <a:lnTo>
                  <a:pt x="4981751" y="4935537"/>
                </a:lnTo>
                <a:lnTo>
                  <a:pt x="4970639" y="4987925"/>
                </a:lnTo>
                <a:lnTo>
                  <a:pt x="4956351" y="5033962"/>
                </a:lnTo>
                <a:lnTo>
                  <a:pt x="4940476" y="5075237"/>
                </a:lnTo>
                <a:lnTo>
                  <a:pt x="4921426" y="5114925"/>
                </a:lnTo>
                <a:lnTo>
                  <a:pt x="4902376" y="5149850"/>
                </a:lnTo>
                <a:lnTo>
                  <a:pt x="4883326" y="5186362"/>
                </a:lnTo>
                <a:lnTo>
                  <a:pt x="4865864" y="5226050"/>
                </a:lnTo>
                <a:lnTo>
                  <a:pt x="4848401" y="5268912"/>
                </a:lnTo>
                <a:lnTo>
                  <a:pt x="4834114" y="5313362"/>
                </a:lnTo>
                <a:lnTo>
                  <a:pt x="4824589" y="5365750"/>
                </a:lnTo>
                <a:lnTo>
                  <a:pt x="4815064" y="5426075"/>
                </a:lnTo>
                <a:lnTo>
                  <a:pt x="4813476" y="5494337"/>
                </a:lnTo>
                <a:lnTo>
                  <a:pt x="4815064" y="5562600"/>
                </a:lnTo>
                <a:lnTo>
                  <a:pt x="4824589" y="5622925"/>
                </a:lnTo>
                <a:lnTo>
                  <a:pt x="4834114" y="5675312"/>
                </a:lnTo>
                <a:lnTo>
                  <a:pt x="4848401" y="5721350"/>
                </a:lnTo>
                <a:lnTo>
                  <a:pt x="4865864" y="5762625"/>
                </a:lnTo>
                <a:lnTo>
                  <a:pt x="4883326" y="5802312"/>
                </a:lnTo>
                <a:lnTo>
                  <a:pt x="4902376" y="5840412"/>
                </a:lnTo>
                <a:lnTo>
                  <a:pt x="4921426" y="5876925"/>
                </a:lnTo>
                <a:lnTo>
                  <a:pt x="4940476" y="5915025"/>
                </a:lnTo>
                <a:lnTo>
                  <a:pt x="4956351" y="5956300"/>
                </a:lnTo>
                <a:lnTo>
                  <a:pt x="4970639" y="6003925"/>
                </a:lnTo>
                <a:lnTo>
                  <a:pt x="4981751" y="6056312"/>
                </a:lnTo>
                <a:lnTo>
                  <a:pt x="4989689" y="6113462"/>
                </a:lnTo>
                <a:lnTo>
                  <a:pt x="4992864" y="6183312"/>
                </a:lnTo>
                <a:lnTo>
                  <a:pt x="4989689" y="6251575"/>
                </a:lnTo>
                <a:lnTo>
                  <a:pt x="4981751" y="6311900"/>
                </a:lnTo>
                <a:lnTo>
                  <a:pt x="4970639" y="6361112"/>
                </a:lnTo>
                <a:lnTo>
                  <a:pt x="4956351" y="6407150"/>
                </a:lnTo>
                <a:lnTo>
                  <a:pt x="4940476" y="6448425"/>
                </a:lnTo>
                <a:lnTo>
                  <a:pt x="4923014" y="6488112"/>
                </a:lnTo>
                <a:lnTo>
                  <a:pt x="4905551" y="6523037"/>
                </a:lnTo>
                <a:lnTo>
                  <a:pt x="4886501" y="6561137"/>
                </a:lnTo>
                <a:lnTo>
                  <a:pt x="4867451" y="6597650"/>
                </a:lnTo>
                <a:lnTo>
                  <a:pt x="4851576" y="6640512"/>
                </a:lnTo>
                <a:lnTo>
                  <a:pt x="4835701" y="6683375"/>
                </a:lnTo>
                <a:lnTo>
                  <a:pt x="4826176" y="6735762"/>
                </a:lnTo>
                <a:lnTo>
                  <a:pt x="4818239" y="6791325"/>
                </a:lnTo>
                <a:lnTo>
                  <a:pt x="4813476" y="6858000"/>
                </a:lnTo>
                <a:lnTo>
                  <a:pt x="0" y="6858000"/>
                </a:lnTo>
                <a:close/>
              </a:path>
            </a:pathLst>
          </a:custGeom>
          <a:solidFill>
            <a:schemeClr val="bg1"/>
          </a:solidFill>
          <a:ln w="0">
            <a:noFill/>
            <a:prstDash val="solid"/>
            <a:round/>
            <a:headEnd/>
            <a:tailEnd/>
          </a:ln>
        </p:spPr>
        <p:txBody>
          <a:bodyPr/>
          <a:lstStyle/>
          <a:p>
            <a:endParaRPr lang="en-US"/>
          </a:p>
        </p:txBody>
      </p:sp>
      <p:sp>
        <p:nvSpPr>
          <p:cNvPr id="6" name="Tekstvak 5">
            <a:extLst>
              <a:ext uri="{FF2B5EF4-FFF2-40B4-BE49-F238E27FC236}">
                <a16:creationId xmlns:a16="http://schemas.microsoft.com/office/drawing/2014/main" id="{06050731-23C3-308F-D84B-0C22B32D4A63}"/>
              </a:ext>
            </a:extLst>
          </p:cNvPr>
          <p:cNvSpPr txBox="1"/>
          <p:nvPr/>
        </p:nvSpPr>
        <p:spPr>
          <a:xfrm>
            <a:off x="5683799" y="1771300"/>
            <a:ext cx="6084875" cy="3139321"/>
          </a:xfrm>
          <a:prstGeom prst="rect">
            <a:avLst/>
          </a:prstGeom>
          <a:noFill/>
        </p:spPr>
        <p:txBody>
          <a:bodyPr wrap="square" rtlCol="0">
            <a:spAutoFit/>
          </a:bodyPr>
          <a:lstStyle/>
          <a:p>
            <a:pPr algn="ctr"/>
            <a:r>
              <a:rPr lang="nl-NL" sz="6600" dirty="0">
                <a:latin typeface="+mj-lt"/>
              </a:rPr>
              <a:t>Welke overeenkomsten </a:t>
            </a:r>
          </a:p>
          <a:p>
            <a:pPr algn="ctr"/>
            <a:r>
              <a:rPr lang="nl-NL" sz="6600" dirty="0">
                <a:latin typeface="+mj-lt"/>
              </a:rPr>
              <a:t>zien jullie?</a:t>
            </a:r>
            <a:endParaRPr lang="en-US" sz="6600" dirty="0">
              <a:latin typeface="+mj-lt"/>
            </a:endParaRPr>
          </a:p>
        </p:txBody>
      </p:sp>
      <p:pic>
        <p:nvPicPr>
          <p:cNvPr id="2" name="Picture 4" descr="Kotter 8-stappen verandermodel - Lean Six Sigma Groep">
            <a:extLst>
              <a:ext uri="{FF2B5EF4-FFF2-40B4-BE49-F238E27FC236}">
                <a16:creationId xmlns:a16="http://schemas.microsoft.com/office/drawing/2014/main" id="{3DA817E4-5303-F249-B3A6-A419439B67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2146" y="768312"/>
            <a:ext cx="3571139" cy="200597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Unfreeze, Change, Refreeze Business Model.">
            <a:extLst>
              <a:ext uri="{FF2B5EF4-FFF2-40B4-BE49-F238E27FC236}">
                <a16:creationId xmlns:a16="http://schemas.microsoft.com/office/drawing/2014/main" id="{71AB2F8D-3A9E-C88D-6D3F-B67D6FB6832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68900"/>
          <a:stretch/>
        </p:blipFill>
        <p:spPr bwMode="auto">
          <a:xfrm>
            <a:off x="372196" y="3332223"/>
            <a:ext cx="4363607" cy="64601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Navigating Digital Transformation: The ADKAR Model for Effective Change  Management Introduction">
            <a:extLst>
              <a:ext uri="{FF2B5EF4-FFF2-40B4-BE49-F238E27FC236}">
                <a16:creationId xmlns:a16="http://schemas.microsoft.com/office/drawing/2014/main" id="{124CD7C7-7FA5-6C3B-83CE-44408AFB064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29311" b="16042"/>
          <a:stretch/>
        </p:blipFill>
        <p:spPr bwMode="auto">
          <a:xfrm>
            <a:off x="141732" y="4536177"/>
            <a:ext cx="4824536" cy="11270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43034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B9953BE-2979-9B12-BA96-E02E9F819D18}"/>
              </a:ext>
            </a:extLst>
          </p:cNvPr>
          <p:cNvSpPr>
            <a:spLocks noGrp="1"/>
          </p:cNvSpPr>
          <p:nvPr>
            <p:ph type="title"/>
          </p:nvPr>
        </p:nvSpPr>
        <p:spPr/>
        <p:txBody>
          <a:bodyPr>
            <a:normAutofit fontScale="90000"/>
          </a:bodyPr>
          <a:lstStyle/>
          <a:p>
            <a:r>
              <a:rPr lang="nl-NL" sz="5400" dirty="0">
                <a:solidFill>
                  <a:schemeClr val="accent1"/>
                </a:solidFill>
              </a:rPr>
              <a:t>8 stappen van kotter</a:t>
            </a:r>
            <a:br>
              <a:rPr lang="nl-NL" sz="5400" dirty="0">
                <a:solidFill>
                  <a:schemeClr val="accent1"/>
                </a:solidFill>
              </a:rPr>
            </a:br>
            <a:endParaRPr lang="en-US" sz="5400" dirty="0">
              <a:solidFill>
                <a:schemeClr val="tx1"/>
              </a:solidFill>
              <a:latin typeface="+mn-lt"/>
            </a:endParaRPr>
          </a:p>
        </p:txBody>
      </p:sp>
      <p:pic>
        <p:nvPicPr>
          <p:cNvPr id="4" name="Picture 4" descr="Kotter 8-stappen verandermodel - Lean Six Sigma Groep">
            <a:extLst>
              <a:ext uri="{FF2B5EF4-FFF2-40B4-BE49-F238E27FC236}">
                <a16:creationId xmlns:a16="http://schemas.microsoft.com/office/drawing/2014/main" id="{4BA35ED6-1916-2399-5AEE-6F3C55BC9A8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2894"/>
          <a:stretch/>
        </p:blipFill>
        <p:spPr bwMode="auto">
          <a:xfrm>
            <a:off x="1919536" y="2708920"/>
            <a:ext cx="13795203" cy="2875379"/>
          </a:xfrm>
          <a:prstGeom prst="rect">
            <a:avLst/>
          </a:prstGeom>
          <a:noFill/>
          <a:extLst>
            <a:ext uri="{909E8E84-426E-40DD-AFC4-6F175D3DCCD1}">
              <a14:hiddenFill xmlns:a14="http://schemas.microsoft.com/office/drawing/2010/main">
                <a:solidFill>
                  <a:srgbClr val="FFFFFF"/>
                </a:solidFill>
              </a14:hiddenFill>
            </a:ext>
          </a:extLst>
        </p:spPr>
      </p:pic>
      <p:sp>
        <p:nvSpPr>
          <p:cNvPr id="5" name="Tekstvak 4">
            <a:extLst>
              <a:ext uri="{FF2B5EF4-FFF2-40B4-BE49-F238E27FC236}">
                <a16:creationId xmlns:a16="http://schemas.microsoft.com/office/drawing/2014/main" id="{84DDA015-C12F-68F2-1378-44308A54A5D9}"/>
              </a:ext>
            </a:extLst>
          </p:cNvPr>
          <p:cNvSpPr txBox="1"/>
          <p:nvPr/>
        </p:nvSpPr>
        <p:spPr>
          <a:xfrm>
            <a:off x="1256883" y="1128451"/>
            <a:ext cx="9683440" cy="646331"/>
          </a:xfrm>
          <a:prstGeom prst="rect">
            <a:avLst/>
          </a:prstGeom>
          <a:noFill/>
        </p:spPr>
        <p:txBody>
          <a:bodyPr wrap="square">
            <a:spAutoFit/>
          </a:bodyPr>
          <a:lstStyle/>
          <a:p>
            <a:r>
              <a:rPr lang="nl-NL" sz="3600" dirty="0">
                <a:latin typeface="+mn-lt"/>
              </a:rPr>
              <a:t>Het juiste klimaat creëren voor verandering </a:t>
            </a:r>
            <a:endParaRPr lang="en-US" sz="3600" dirty="0"/>
          </a:p>
        </p:txBody>
      </p:sp>
    </p:spTree>
    <p:extLst>
      <p:ext uri="{BB962C8B-B14F-4D97-AF65-F5344CB8AC3E}">
        <p14:creationId xmlns:p14="http://schemas.microsoft.com/office/powerpoint/2010/main" val="5833499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068" name="Freeform 6">
            <a:extLst>
              <a:ext uri="{FF2B5EF4-FFF2-40B4-BE49-F238E27FC236}">
                <a16:creationId xmlns:a16="http://schemas.microsoft.com/office/drawing/2014/main" id="{DD0AEE21-CF4B-4395-A100-EFB0EB9951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txBody>
          <a:bodyPr/>
          <a:lstStyle/>
          <a:p>
            <a:endParaRPr lang="en-US"/>
          </a:p>
        </p:txBody>
      </p:sp>
      <p:sp>
        <p:nvSpPr>
          <p:cNvPr id="2070" name="Rectangle 2069">
            <a:extLst>
              <a:ext uri="{FF2B5EF4-FFF2-40B4-BE49-F238E27FC236}">
                <a16:creationId xmlns:a16="http://schemas.microsoft.com/office/drawing/2014/main" id="{9F8DBD9A-1B56-4D4B-856B-89CC682C6B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072" name="Rectangle 2071">
            <a:extLst>
              <a:ext uri="{FF2B5EF4-FFF2-40B4-BE49-F238E27FC236}">
                <a16:creationId xmlns:a16="http://schemas.microsoft.com/office/drawing/2014/main" id="{CE606343-BADE-4565-AB89-E9EF7E253F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906A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4" name="Rectangle 2073">
            <a:extLst>
              <a:ext uri="{FF2B5EF4-FFF2-40B4-BE49-F238E27FC236}">
                <a16:creationId xmlns:a16="http://schemas.microsoft.com/office/drawing/2014/main" id="{39E183BD-2932-401F-8B53-E247764B37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2" name="Picture 4" descr="Lean Six Sigma by cartoons | MudaMasters">
            <a:extLst>
              <a:ext uri="{FF2B5EF4-FFF2-40B4-BE49-F238E27FC236}">
                <a16:creationId xmlns:a16="http://schemas.microsoft.com/office/drawing/2014/main" id="{6F52A9AE-8C84-38DB-7730-706893071C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91162"/>
            <a:ext cx="12168752" cy="7440323"/>
          </a:xfrm>
          <a:prstGeom prst="rect">
            <a:avLst/>
          </a:prstGeom>
          <a:noFill/>
          <a:extLst>
            <a:ext uri="{909E8E84-426E-40DD-AFC4-6F175D3DCCD1}">
              <a14:hiddenFill xmlns:a14="http://schemas.microsoft.com/office/drawing/2010/main">
                <a:solidFill>
                  <a:srgbClr val="FFFFFF"/>
                </a:solidFill>
              </a14:hiddenFill>
            </a:ext>
          </a:extLst>
        </p:spPr>
      </p:pic>
      <p:sp>
        <p:nvSpPr>
          <p:cNvPr id="4" name="Tekstvak 3">
            <a:extLst>
              <a:ext uri="{FF2B5EF4-FFF2-40B4-BE49-F238E27FC236}">
                <a16:creationId xmlns:a16="http://schemas.microsoft.com/office/drawing/2014/main" id="{76EBFF7E-4B5F-1301-7EA7-49B5C6B79480}"/>
              </a:ext>
            </a:extLst>
          </p:cNvPr>
          <p:cNvSpPr txBox="1"/>
          <p:nvPr/>
        </p:nvSpPr>
        <p:spPr>
          <a:xfrm>
            <a:off x="623392" y="424030"/>
            <a:ext cx="6213020" cy="1754326"/>
          </a:xfrm>
          <a:prstGeom prst="rect">
            <a:avLst/>
          </a:prstGeom>
          <a:noFill/>
        </p:spPr>
        <p:txBody>
          <a:bodyPr wrap="square">
            <a:spAutoFit/>
          </a:bodyPr>
          <a:lstStyle/>
          <a:p>
            <a:r>
              <a:rPr lang="nl-NL" sz="5400" dirty="0">
                <a:latin typeface="+mj-lt"/>
              </a:rPr>
              <a:t>De status quo doorbreken</a:t>
            </a:r>
          </a:p>
        </p:txBody>
      </p:sp>
    </p:spTree>
    <p:extLst>
      <p:ext uri="{BB962C8B-B14F-4D97-AF65-F5344CB8AC3E}">
        <p14:creationId xmlns:p14="http://schemas.microsoft.com/office/powerpoint/2010/main" val="21308006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oe voorkom je een burning platform? - Boom Management">
            <a:extLst>
              <a:ext uri="{FF2B5EF4-FFF2-40B4-BE49-F238E27FC236}">
                <a16:creationId xmlns:a16="http://schemas.microsoft.com/office/drawing/2014/main" id="{AFC9FFD6-12D8-9D9A-B07A-A073A4830C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59432"/>
            <a:ext cx="12192000" cy="8132064"/>
          </a:xfrm>
          <a:prstGeom prst="rect">
            <a:avLst/>
          </a:prstGeom>
          <a:noFill/>
          <a:extLst>
            <a:ext uri="{909E8E84-426E-40DD-AFC4-6F175D3DCCD1}">
              <a14:hiddenFill xmlns:a14="http://schemas.microsoft.com/office/drawing/2010/main">
                <a:solidFill>
                  <a:srgbClr val="FFFFFF"/>
                </a:solidFill>
              </a14:hiddenFill>
            </a:ext>
          </a:extLst>
        </p:spPr>
      </p:pic>
      <p:sp>
        <p:nvSpPr>
          <p:cNvPr id="2" name="Titel 1">
            <a:extLst>
              <a:ext uri="{FF2B5EF4-FFF2-40B4-BE49-F238E27FC236}">
                <a16:creationId xmlns:a16="http://schemas.microsoft.com/office/drawing/2014/main" id="{9B9953BE-2979-9B12-BA96-E02E9F819D18}"/>
              </a:ext>
            </a:extLst>
          </p:cNvPr>
          <p:cNvSpPr>
            <a:spLocks noGrp="1"/>
          </p:cNvSpPr>
          <p:nvPr>
            <p:ph type="title"/>
          </p:nvPr>
        </p:nvSpPr>
        <p:spPr>
          <a:xfrm>
            <a:off x="479376" y="373257"/>
            <a:ext cx="10873208" cy="1492132"/>
          </a:xfrm>
        </p:spPr>
        <p:txBody>
          <a:bodyPr>
            <a:normAutofit/>
          </a:bodyPr>
          <a:lstStyle/>
          <a:p>
            <a:r>
              <a:rPr lang="nl-NL" sz="5400" dirty="0">
                <a:solidFill>
                  <a:schemeClr val="bg1"/>
                </a:solidFill>
              </a:rPr>
              <a:t>1. Creëren van urgentie</a:t>
            </a:r>
            <a:endParaRPr lang="en-US" sz="5400" dirty="0">
              <a:solidFill>
                <a:schemeClr val="bg1"/>
              </a:solidFill>
            </a:endParaRPr>
          </a:p>
        </p:txBody>
      </p:sp>
      <p:sp>
        <p:nvSpPr>
          <p:cNvPr id="4" name="Tekstvak 3">
            <a:extLst>
              <a:ext uri="{FF2B5EF4-FFF2-40B4-BE49-F238E27FC236}">
                <a16:creationId xmlns:a16="http://schemas.microsoft.com/office/drawing/2014/main" id="{4D96627C-DE73-5F62-93A2-249C457AA49D}"/>
              </a:ext>
            </a:extLst>
          </p:cNvPr>
          <p:cNvSpPr txBox="1"/>
          <p:nvPr/>
        </p:nvSpPr>
        <p:spPr>
          <a:xfrm>
            <a:off x="7551189" y="2060848"/>
            <a:ext cx="6213020" cy="923330"/>
          </a:xfrm>
          <a:prstGeom prst="rect">
            <a:avLst/>
          </a:prstGeom>
          <a:noFill/>
        </p:spPr>
        <p:txBody>
          <a:bodyPr wrap="square">
            <a:spAutoFit/>
          </a:bodyPr>
          <a:lstStyle/>
          <a:p>
            <a:r>
              <a:rPr lang="nl-NL" sz="5400" dirty="0">
                <a:solidFill>
                  <a:schemeClr val="bg1"/>
                </a:solidFill>
                <a:latin typeface="+mj-lt"/>
              </a:rPr>
              <a:t>HOE DOE JE DAT?</a:t>
            </a:r>
            <a:endParaRPr lang="en-US" sz="5400" dirty="0">
              <a:solidFill>
                <a:schemeClr val="bg1"/>
              </a:solidFill>
              <a:latin typeface="+mj-lt"/>
            </a:endParaRPr>
          </a:p>
        </p:txBody>
      </p:sp>
    </p:spTree>
    <p:extLst>
      <p:ext uri="{BB962C8B-B14F-4D97-AF65-F5344CB8AC3E}">
        <p14:creationId xmlns:p14="http://schemas.microsoft.com/office/powerpoint/2010/main" val="39362113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D79A1C3-C600-990A-C2B8-B1026B848AB5}"/>
              </a:ext>
            </a:extLst>
          </p:cNvPr>
          <p:cNvSpPr>
            <a:spLocks noGrp="1"/>
          </p:cNvSpPr>
          <p:nvPr>
            <p:ph type="title"/>
          </p:nvPr>
        </p:nvSpPr>
        <p:spPr/>
        <p:txBody>
          <a:bodyPr>
            <a:normAutofit/>
          </a:bodyPr>
          <a:lstStyle/>
          <a:p>
            <a:r>
              <a:rPr lang="nl-NL" sz="4400" dirty="0"/>
              <a:t>Beantwoord de volgende vragen voor jullie organisatie?</a:t>
            </a:r>
            <a:endParaRPr lang="en-US" sz="4400" dirty="0"/>
          </a:p>
        </p:txBody>
      </p:sp>
      <p:sp>
        <p:nvSpPr>
          <p:cNvPr id="3" name="Tijdelijke aanduiding voor inhoud 2">
            <a:extLst>
              <a:ext uri="{FF2B5EF4-FFF2-40B4-BE49-F238E27FC236}">
                <a16:creationId xmlns:a16="http://schemas.microsoft.com/office/drawing/2014/main" id="{8E332417-320E-BCDB-7C79-D575CC7999C7}"/>
              </a:ext>
            </a:extLst>
          </p:cNvPr>
          <p:cNvSpPr>
            <a:spLocks noGrp="1"/>
          </p:cNvSpPr>
          <p:nvPr>
            <p:ph idx="1"/>
          </p:nvPr>
        </p:nvSpPr>
        <p:spPr>
          <a:xfrm>
            <a:off x="1251677" y="2059472"/>
            <a:ext cx="10178323" cy="4311344"/>
          </a:xfrm>
        </p:spPr>
        <p:txBody>
          <a:bodyPr>
            <a:normAutofit fontScale="92500" lnSpcReduction="10000"/>
          </a:bodyPr>
          <a:lstStyle/>
          <a:p>
            <a:r>
              <a:rPr lang="nl-NL" sz="4000" dirty="0"/>
              <a:t>Waarom is deze verandering zo belangrijk voor de organisatie?</a:t>
            </a:r>
          </a:p>
          <a:p>
            <a:endParaRPr lang="nl-NL" sz="4000" dirty="0"/>
          </a:p>
          <a:p>
            <a:r>
              <a:rPr lang="nl-NL" sz="4000" dirty="0"/>
              <a:t>Wat is het risico als de organisatie deze verandering niet doorvoert?</a:t>
            </a:r>
          </a:p>
          <a:p>
            <a:endParaRPr lang="nl-NL" sz="4000" dirty="0"/>
          </a:p>
          <a:p>
            <a:r>
              <a:rPr lang="nl-NL" sz="4000" dirty="0"/>
              <a:t>Waarom moet het juist het NU?</a:t>
            </a:r>
            <a:endParaRPr lang="en-US" sz="4000" dirty="0"/>
          </a:p>
        </p:txBody>
      </p:sp>
      <p:pic>
        <p:nvPicPr>
          <p:cNvPr id="4" name="Graphic 3" descr="Stopwatch met effen opvulling">
            <a:extLst>
              <a:ext uri="{FF2B5EF4-FFF2-40B4-BE49-F238E27FC236}">
                <a16:creationId xmlns:a16="http://schemas.microsoft.com/office/drawing/2014/main" id="{32936ABB-A9FA-6684-C404-EAC765ACFC6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760296" y="5310631"/>
            <a:ext cx="1245140" cy="1245140"/>
          </a:xfrm>
          <a:prstGeom prst="rect">
            <a:avLst/>
          </a:prstGeom>
        </p:spPr>
      </p:pic>
      <p:sp>
        <p:nvSpPr>
          <p:cNvPr id="5" name="Rechthoek 4">
            <a:extLst>
              <a:ext uri="{FF2B5EF4-FFF2-40B4-BE49-F238E27FC236}">
                <a16:creationId xmlns:a16="http://schemas.microsoft.com/office/drawing/2014/main" id="{9092FFC6-5B4F-7F9F-71A7-AF0805414738}"/>
              </a:ext>
            </a:extLst>
          </p:cNvPr>
          <p:cNvSpPr/>
          <p:nvPr/>
        </p:nvSpPr>
        <p:spPr>
          <a:xfrm>
            <a:off x="9832859" y="5767371"/>
            <a:ext cx="2188723" cy="5350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4000" b="1" dirty="0">
                <a:solidFill>
                  <a:schemeClr val="tx1"/>
                </a:solidFill>
              </a:rPr>
              <a:t>15 min.</a:t>
            </a:r>
            <a:endParaRPr lang="en-US" sz="4000" b="1" dirty="0">
              <a:solidFill>
                <a:schemeClr val="tx1"/>
              </a:solidFill>
            </a:endParaRPr>
          </a:p>
        </p:txBody>
      </p:sp>
    </p:spTree>
    <p:extLst>
      <p:ext uri="{BB962C8B-B14F-4D97-AF65-F5344CB8AC3E}">
        <p14:creationId xmlns:p14="http://schemas.microsoft.com/office/powerpoint/2010/main" val="22733630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58B50DC-68D0-4A61-11D7-255BB21BFB5B}"/>
              </a:ext>
            </a:extLst>
          </p:cNvPr>
          <p:cNvSpPr>
            <a:spLocks noGrp="1"/>
          </p:cNvSpPr>
          <p:nvPr>
            <p:ph type="title"/>
          </p:nvPr>
        </p:nvSpPr>
        <p:spPr/>
        <p:txBody>
          <a:bodyPr/>
          <a:lstStyle/>
          <a:p>
            <a:endParaRPr lang="en-US"/>
          </a:p>
        </p:txBody>
      </p:sp>
      <p:sp>
        <p:nvSpPr>
          <p:cNvPr id="3" name="Tijdelijke aanduiding voor inhoud 2">
            <a:extLst>
              <a:ext uri="{FF2B5EF4-FFF2-40B4-BE49-F238E27FC236}">
                <a16:creationId xmlns:a16="http://schemas.microsoft.com/office/drawing/2014/main" id="{C3D6DAF3-D547-BFF3-1324-FA73189CCACF}"/>
              </a:ext>
            </a:extLst>
          </p:cNvPr>
          <p:cNvSpPr>
            <a:spLocks noGrp="1"/>
          </p:cNvSpPr>
          <p:nvPr>
            <p:ph idx="1"/>
          </p:nvPr>
        </p:nvSpPr>
        <p:spPr/>
        <p:txBody>
          <a:bodyPr/>
          <a:lstStyle/>
          <a:p>
            <a:endParaRPr lang="en-US"/>
          </a:p>
        </p:txBody>
      </p:sp>
      <p:pic>
        <p:nvPicPr>
          <p:cNvPr id="3074" name="Picture 2" descr="Welke coalities zijn door de voorlopige prognose mogelijk? Zoek het hier op  | RTL Nieuws">
            <a:extLst>
              <a:ext uri="{FF2B5EF4-FFF2-40B4-BE49-F238E27FC236}">
                <a16:creationId xmlns:a16="http://schemas.microsoft.com/office/drawing/2014/main" id="{1B7C7AAB-2964-EBC2-825F-A8BA2417D9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kstvak 4">
            <a:extLst>
              <a:ext uri="{FF2B5EF4-FFF2-40B4-BE49-F238E27FC236}">
                <a16:creationId xmlns:a16="http://schemas.microsoft.com/office/drawing/2014/main" id="{D6BB98AE-51CE-EC04-0AE5-A0855FEECB14}"/>
              </a:ext>
            </a:extLst>
          </p:cNvPr>
          <p:cNvSpPr txBox="1"/>
          <p:nvPr/>
        </p:nvSpPr>
        <p:spPr>
          <a:xfrm>
            <a:off x="244838" y="5518699"/>
            <a:ext cx="12191999" cy="1200329"/>
          </a:xfrm>
          <a:prstGeom prst="rect">
            <a:avLst/>
          </a:prstGeom>
          <a:noFill/>
        </p:spPr>
        <p:txBody>
          <a:bodyPr wrap="square">
            <a:spAutoFit/>
          </a:bodyPr>
          <a:lstStyle/>
          <a:p>
            <a:r>
              <a:rPr lang="nl-NL" sz="7200" dirty="0">
                <a:latin typeface="+mj-lt"/>
              </a:rPr>
              <a:t>2. LEIDENDE COALITIE VORMEN</a:t>
            </a:r>
            <a:endParaRPr lang="en-US" sz="7200" dirty="0">
              <a:latin typeface="+mj-lt"/>
            </a:endParaRPr>
          </a:p>
        </p:txBody>
      </p:sp>
    </p:spTree>
    <p:extLst>
      <p:ext uri="{BB962C8B-B14F-4D97-AF65-F5344CB8AC3E}">
        <p14:creationId xmlns:p14="http://schemas.microsoft.com/office/powerpoint/2010/main" val="11315490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BF5A56FE-5FB1-7F8D-FA36-551423EADE22}"/>
              </a:ext>
            </a:extLst>
          </p:cNvPr>
          <p:cNvSpPr>
            <a:spLocks noGrp="1"/>
          </p:cNvSpPr>
          <p:nvPr>
            <p:ph type="title"/>
          </p:nvPr>
        </p:nvSpPr>
        <p:spPr>
          <a:xfrm>
            <a:off x="1503918" y="177375"/>
            <a:ext cx="7886700" cy="1325563"/>
          </a:xfrm>
        </p:spPr>
        <p:txBody>
          <a:bodyPr>
            <a:normAutofit/>
          </a:bodyPr>
          <a:lstStyle/>
          <a:p>
            <a:r>
              <a:rPr lang="nl-NL" sz="4000" dirty="0">
                <a:solidFill>
                  <a:schemeClr val="tx1"/>
                </a:solidFill>
              </a:rPr>
              <a:t>Een coalitie bestaat uit sponsors voor jouw verandering</a:t>
            </a:r>
            <a:endParaRPr lang="en-US" sz="4000" dirty="0">
              <a:solidFill>
                <a:schemeClr val="tx1"/>
              </a:solidFill>
            </a:endParaRPr>
          </a:p>
        </p:txBody>
      </p:sp>
      <p:sp>
        <p:nvSpPr>
          <p:cNvPr id="2" name="Rechthoek: afgeronde hoeken 1">
            <a:extLst>
              <a:ext uri="{FF2B5EF4-FFF2-40B4-BE49-F238E27FC236}">
                <a16:creationId xmlns:a16="http://schemas.microsoft.com/office/drawing/2014/main" id="{FF811756-5008-D20B-40EC-226CB8DE1565}"/>
              </a:ext>
            </a:extLst>
          </p:cNvPr>
          <p:cNvSpPr/>
          <p:nvPr/>
        </p:nvSpPr>
        <p:spPr>
          <a:xfrm>
            <a:off x="1343472" y="1340768"/>
            <a:ext cx="10081120" cy="4933386"/>
          </a:xfrm>
          <a:prstGeom prst="round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r>
              <a:rPr lang="nl-NL" sz="2800" b="1" dirty="0">
                <a:solidFill>
                  <a:schemeClr val="tx1"/>
                </a:solidFill>
              </a:rPr>
              <a:t>Sponsors sturen de verandering </a:t>
            </a:r>
          </a:p>
          <a:p>
            <a:r>
              <a:rPr lang="nl-NL" sz="2800" b="1" dirty="0">
                <a:solidFill>
                  <a:schemeClr val="tx1"/>
                </a:solidFill>
              </a:rPr>
              <a:t>de juiste richting in door…</a:t>
            </a:r>
          </a:p>
          <a:p>
            <a:endParaRPr lang="nl-NL" sz="2400" dirty="0">
              <a:solidFill>
                <a:schemeClr val="tx1"/>
              </a:solidFill>
            </a:endParaRPr>
          </a:p>
          <a:p>
            <a:pPr marL="285750" indent="-285750">
              <a:buFont typeface="Arial" panose="020B0604020202020204" pitchFamily="34" charset="0"/>
              <a:buChar char="•"/>
            </a:pPr>
            <a:r>
              <a:rPr lang="nl-NL" sz="2400" dirty="0">
                <a:solidFill>
                  <a:schemeClr val="tx1">
                    <a:lumMod val="65000"/>
                    <a:lumOff val="35000"/>
                  </a:schemeClr>
                </a:solidFill>
              </a:rPr>
              <a:t>Het belang van het project te vertegenwoordigen vanuit de organisatie </a:t>
            </a:r>
          </a:p>
          <a:p>
            <a:pPr marL="285750" indent="-285750">
              <a:buFont typeface="Arial" panose="020B0604020202020204" pitchFamily="34" charset="0"/>
              <a:buChar char="•"/>
            </a:pPr>
            <a:r>
              <a:rPr lang="nl-NL" sz="2400" dirty="0">
                <a:solidFill>
                  <a:schemeClr val="tx1">
                    <a:lumMod val="65000"/>
                    <a:lumOff val="35000"/>
                  </a:schemeClr>
                </a:solidFill>
              </a:rPr>
              <a:t>De prioriteit en het commitment van de organisatie duidelijk te maken</a:t>
            </a:r>
          </a:p>
          <a:p>
            <a:pPr marL="285750" indent="-285750">
              <a:buFont typeface="Arial" panose="020B0604020202020204" pitchFamily="34" charset="0"/>
              <a:buChar char="•"/>
            </a:pPr>
            <a:r>
              <a:rPr lang="nl-NL" sz="2400" dirty="0">
                <a:solidFill>
                  <a:schemeClr val="tx1">
                    <a:lumMod val="65000"/>
                    <a:lumOff val="35000"/>
                  </a:schemeClr>
                </a:solidFill>
              </a:rPr>
              <a:t>Positieve berichtgeving te verspreiden</a:t>
            </a:r>
          </a:p>
          <a:p>
            <a:pPr marL="285750" indent="-285750">
              <a:buFont typeface="Arial" panose="020B0604020202020204" pitchFamily="34" charset="0"/>
              <a:buChar char="•"/>
            </a:pPr>
            <a:r>
              <a:rPr lang="nl-NL" sz="2400" dirty="0">
                <a:solidFill>
                  <a:schemeClr val="tx1">
                    <a:lumMod val="65000"/>
                    <a:lumOff val="35000"/>
                  </a:schemeClr>
                </a:solidFill>
              </a:rPr>
              <a:t>Een voorbeeldfunctie in houding en gedrag te vervullen</a:t>
            </a:r>
          </a:p>
          <a:p>
            <a:pPr marL="285750" indent="-285750">
              <a:buFont typeface="Arial" panose="020B0604020202020204" pitchFamily="34" charset="0"/>
              <a:buChar char="•"/>
            </a:pPr>
            <a:r>
              <a:rPr lang="nl-NL" sz="2400" dirty="0">
                <a:solidFill>
                  <a:schemeClr val="tx1">
                    <a:lumMod val="65000"/>
                    <a:lumOff val="35000"/>
                  </a:schemeClr>
                </a:solidFill>
              </a:rPr>
              <a:t>Eventuele weerstand weg te nemen</a:t>
            </a:r>
          </a:p>
        </p:txBody>
      </p:sp>
    </p:spTree>
    <p:extLst>
      <p:ext uri="{BB962C8B-B14F-4D97-AF65-F5344CB8AC3E}">
        <p14:creationId xmlns:p14="http://schemas.microsoft.com/office/powerpoint/2010/main" val="4009569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fade">
                                      <p:cBhvr>
                                        <p:cTn id="7" dur="500"/>
                                        <p:tgtEl>
                                          <p:spTgt spid="2">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4" end="4"/>
                                            </p:txEl>
                                          </p:spTgt>
                                        </p:tgtEl>
                                        <p:attrNameLst>
                                          <p:attrName>style.visibility</p:attrName>
                                        </p:attrNameLst>
                                      </p:cBhvr>
                                      <p:to>
                                        <p:strVal val="visible"/>
                                      </p:to>
                                    </p:set>
                                    <p:animEffect transition="in" filter="fade">
                                      <p:cBhvr>
                                        <p:cTn id="10" dur="500"/>
                                        <p:tgtEl>
                                          <p:spTgt spid="2">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xEl>
                                              <p:pRg st="5" end="5"/>
                                            </p:txEl>
                                          </p:spTgt>
                                        </p:tgtEl>
                                        <p:attrNameLst>
                                          <p:attrName>style.visibility</p:attrName>
                                        </p:attrNameLst>
                                      </p:cBhvr>
                                      <p:to>
                                        <p:strVal val="visible"/>
                                      </p:to>
                                    </p:set>
                                    <p:animEffect transition="in" filter="fade">
                                      <p:cBhvr>
                                        <p:cTn id="13" dur="500"/>
                                        <p:tgtEl>
                                          <p:spTgt spid="2">
                                            <p:txEl>
                                              <p:pRg st="5" end="5"/>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
                                            <p:txEl>
                                              <p:pRg st="6" end="6"/>
                                            </p:txEl>
                                          </p:spTgt>
                                        </p:tgtEl>
                                        <p:attrNameLst>
                                          <p:attrName>style.visibility</p:attrName>
                                        </p:attrNameLst>
                                      </p:cBhvr>
                                      <p:to>
                                        <p:strVal val="visible"/>
                                      </p:to>
                                    </p:set>
                                    <p:animEffect transition="in" filter="fade">
                                      <p:cBhvr>
                                        <p:cTn id="16" dur="500"/>
                                        <p:tgtEl>
                                          <p:spTgt spid="2">
                                            <p:txEl>
                                              <p:pRg st="6" end="6"/>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2">
                                            <p:txEl>
                                              <p:pRg st="7" end="7"/>
                                            </p:txEl>
                                          </p:spTgt>
                                        </p:tgtEl>
                                        <p:attrNameLst>
                                          <p:attrName>style.visibility</p:attrName>
                                        </p:attrNameLst>
                                      </p:cBhvr>
                                      <p:to>
                                        <p:strVal val="visible"/>
                                      </p:to>
                                    </p:set>
                                    <p:animEffect transition="in" filter="fade">
                                      <p:cBhvr>
                                        <p:cTn id="19"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 descr="Rutte schudt na persconferentie alsnog een hand | NOS">
            <a:extLst>
              <a:ext uri="{FF2B5EF4-FFF2-40B4-BE49-F238E27FC236}">
                <a16:creationId xmlns:a16="http://schemas.microsoft.com/office/drawing/2014/main" id="{DD5D7192-C4EA-B3EB-3925-06F4E96A481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64" r="2" b="2"/>
          <a:stretch/>
        </p:blipFill>
        <p:spPr bwMode="auto">
          <a:xfrm>
            <a:off x="-249088" y="-419042"/>
            <a:ext cx="8073280" cy="4497444"/>
          </a:xfrm>
          <a:custGeom>
            <a:avLst/>
            <a:gdLst/>
            <a:ahLst/>
            <a:cxnLst/>
            <a:rect l="l" t="t" r="r" b="b"/>
            <a:pathLst>
              <a:path w="7534640" h="4197368">
                <a:moveTo>
                  <a:pt x="0" y="0"/>
                </a:moveTo>
                <a:lnTo>
                  <a:pt x="7534640" y="0"/>
                </a:lnTo>
                <a:lnTo>
                  <a:pt x="7534640" y="3832811"/>
                </a:lnTo>
                <a:lnTo>
                  <a:pt x="7344853" y="3826712"/>
                </a:lnTo>
                <a:cubicBezTo>
                  <a:pt x="7344853" y="3826712"/>
                  <a:pt x="7341511" y="3826712"/>
                  <a:pt x="7341511" y="3826712"/>
                </a:cubicBezTo>
                <a:cubicBezTo>
                  <a:pt x="7274667" y="3823370"/>
                  <a:pt x="7211169" y="3823370"/>
                  <a:pt x="7144324" y="3820027"/>
                </a:cubicBezTo>
                <a:cubicBezTo>
                  <a:pt x="6913719" y="3820027"/>
                  <a:pt x="6683113" y="3820027"/>
                  <a:pt x="6455848" y="3820027"/>
                </a:cubicBezTo>
                <a:cubicBezTo>
                  <a:pt x="6231926" y="3910265"/>
                  <a:pt x="5987951" y="3833396"/>
                  <a:pt x="5767372" y="3903581"/>
                </a:cubicBezTo>
                <a:cubicBezTo>
                  <a:pt x="5533423" y="3900239"/>
                  <a:pt x="5312845" y="3970423"/>
                  <a:pt x="5082238" y="4000503"/>
                </a:cubicBezTo>
                <a:cubicBezTo>
                  <a:pt x="4908446" y="4013871"/>
                  <a:pt x="4731314" y="3997160"/>
                  <a:pt x="4570892" y="4067345"/>
                </a:cubicBezTo>
                <a:cubicBezTo>
                  <a:pt x="4509063" y="4095753"/>
                  <a:pt x="4453918" y="4128339"/>
                  <a:pt x="4430941" y="4172622"/>
                </a:cubicBezTo>
                <a:lnTo>
                  <a:pt x="4423415" y="4197368"/>
                </a:lnTo>
                <a:lnTo>
                  <a:pt x="0" y="4197368"/>
                </a:lnTo>
                <a:close/>
              </a:path>
            </a:pathLst>
          </a:custGeom>
          <a:noFill/>
          <a:extLst>
            <a:ext uri="{909E8E84-426E-40DD-AFC4-6F175D3DCCD1}">
              <a14:hiddenFill xmlns:a14="http://schemas.microsoft.com/office/drawing/2010/main">
                <a:solidFill>
                  <a:srgbClr val="FFFFFF"/>
                </a:solidFill>
              </a14:hiddenFill>
            </a:ext>
          </a:extLst>
        </p:spPr>
      </p:pic>
      <p:pic>
        <p:nvPicPr>
          <p:cNvPr id="5" name="Picture 2" descr="Nieuwe foto&amp;#39;s bruiloft Grapperhaus: &amp;#39;Hij is gezagloos geworden&amp;#39; | RTL Nieuws">
            <a:extLst>
              <a:ext uri="{FF2B5EF4-FFF2-40B4-BE49-F238E27FC236}">
                <a16:creationId xmlns:a16="http://schemas.microsoft.com/office/drawing/2014/main" id="{2910B2F2-C23C-2966-11F7-553118E7022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267" r="21889" b="-1"/>
          <a:stretch/>
        </p:blipFill>
        <p:spPr bwMode="auto">
          <a:xfrm>
            <a:off x="7824192" y="-9695"/>
            <a:ext cx="4367808" cy="3731455"/>
          </a:xfrm>
          <a:custGeom>
            <a:avLst/>
            <a:gdLst/>
            <a:ahLst/>
            <a:cxnLst/>
            <a:rect l="l" t="t" r="r" b="b"/>
            <a:pathLst>
              <a:path w="4538463" h="3877247">
                <a:moveTo>
                  <a:pt x="0" y="0"/>
                </a:moveTo>
                <a:lnTo>
                  <a:pt x="4538463" y="0"/>
                </a:lnTo>
                <a:lnTo>
                  <a:pt x="4538463" y="3437173"/>
                </a:lnTo>
                <a:lnTo>
                  <a:pt x="4530710" y="3429000"/>
                </a:lnTo>
                <a:cubicBezTo>
                  <a:pt x="4370289" y="3495842"/>
                  <a:pt x="4239946" y="3686344"/>
                  <a:pt x="4056129" y="3636211"/>
                </a:cubicBezTo>
                <a:cubicBezTo>
                  <a:pt x="3872313" y="3589422"/>
                  <a:pt x="3788760" y="3830055"/>
                  <a:pt x="3618310" y="3756528"/>
                </a:cubicBezTo>
                <a:cubicBezTo>
                  <a:pt x="3394389" y="3823371"/>
                  <a:pt x="3163783" y="3823371"/>
                  <a:pt x="2933176" y="3810002"/>
                </a:cubicBezTo>
                <a:cubicBezTo>
                  <a:pt x="2702570" y="3840081"/>
                  <a:pt x="2471962" y="3873503"/>
                  <a:pt x="2238015" y="3850107"/>
                </a:cubicBezTo>
                <a:cubicBezTo>
                  <a:pt x="2007408" y="3870161"/>
                  <a:pt x="1783486" y="3883529"/>
                  <a:pt x="1552880" y="3863476"/>
                </a:cubicBezTo>
                <a:cubicBezTo>
                  <a:pt x="1322274" y="3886870"/>
                  <a:pt x="1091667" y="3876844"/>
                  <a:pt x="864402" y="3860134"/>
                </a:cubicBezTo>
                <a:cubicBezTo>
                  <a:pt x="757455" y="3860134"/>
                  <a:pt x="653849" y="3856792"/>
                  <a:pt x="546902" y="3856792"/>
                </a:cubicBezTo>
                <a:cubicBezTo>
                  <a:pt x="404861" y="3850108"/>
                  <a:pt x="262821" y="3845095"/>
                  <a:pt x="120363" y="3840499"/>
                </a:cubicBezTo>
                <a:lnTo>
                  <a:pt x="0" y="3836632"/>
                </a:lnTo>
                <a:close/>
              </a:path>
            </a:pathLst>
          </a:custGeom>
          <a:noFill/>
          <a:extLst>
            <a:ext uri="{909E8E84-426E-40DD-AFC4-6F175D3DCCD1}">
              <a14:hiddenFill xmlns:a14="http://schemas.microsoft.com/office/drawing/2010/main">
                <a:solidFill>
                  <a:srgbClr val="FFFFFF"/>
                </a:solidFill>
              </a14:hiddenFill>
            </a:ext>
          </a:extLst>
        </p:spPr>
      </p:pic>
      <p:pic>
        <p:nvPicPr>
          <p:cNvPr id="6" name="Picture 4" descr="Koning Willem-Alexander aangekomen op vakantieadres in Griekenland">
            <a:extLst>
              <a:ext uri="{FF2B5EF4-FFF2-40B4-BE49-F238E27FC236}">
                <a16:creationId xmlns:a16="http://schemas.microsoft.com/office/drawing/2014/main" id="{0EA82514-09E0-6538-A1DB-F3D2E3AE7BA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3052" r="-1" b="41251"/>
          <a:stretch/>
        </p:blipFill>
        <p:spPr bwMode="auto">
          <a:xfrm>
            <a:off x="-1968896" y="3591899"/>
            <a:ext cx="8811347" cy="3275796"/>
          </a:xfrm>
          <a:custGeom>
            <a:avLst/>
            <a:gdLst/>
            <a:ahLst/>
            <a:cxnLst/>
            <a:rect l="l" t="t" r="r" b="b"/>
            <a:pathLst>
              <a:path w="6836850" h="2541737">
                <a:moveTo>
                  <a:pt x="0" y="0"/>
                </a:moveTo>
                <a:lnTo>
                  <a:pt x="4460098" y="0"/>
                </a:lnTo>
                <a:lnTo>
                  <a:pt x="4483996" y="31836"/>
                </a:lnTo>
                <a:cubicBezTo>
                  <a:pt x="4644419" y="28495"/>
                  <a:pt x="4627708" y="282495"/>
                  <a:pt x="4788129" y="245732"/>
                </a:cubicBezTo>
                <a:cubicBezTo>
                  <a:pt x="4754709" y="362707"/>
                  <a:pt x="4641076" y="302548"/>
                  <a:pt x="4600971" y="389443"/>
                </a:cubicBezTo>
                <a:cubicBezTo>
                  <a:pt x="4684524" y="462970"/>
                  <a:pt x="4844945" y="409497"/>
                  <a:pt x="4871683" y="563233"/>
                </a:cubicBezTo>
                <a:cubicBezTo>
                  <a:pt x="4838262" y="723655"/>
                  <a:pt x="4945210" y="703602"/>
                  <a:pt x="5032105" y="713629"/>
                </a:cubicBezTo>
                <a:cubicBezTo>
                  <a:pt x="5239317" y="733683"/>
                  <a:pt x="5439843" y="747050"/>
                  <a:pt x="5643713" y="780472"/>
                </a:cubicBezTo>
                <a:cubicBezTo>
                  <a:pt x="5693844" y="790498"/>
                  <a:pt x="5810819" y="767103"/>
                  <a:pt x="5800794" y="870709"/>
                </a:cubicBezTo>
                <a:cubicBezTo>
                  <a:pt x="5790767" y="954261"/>
                  <a:pt x="5700529" y="924184"/>
                  <a:pt x="5643713" y="927525"/>
                </a:cubicBezTo>
                <a:cubicBezTo>
                  <a:pt x="5329553" y="967632"/>
                  <a:pt x="5012052" y="904131"/>
                  <a:pt x="4701235" y="907472"/>
                </a:cubicBezTo>
                <a:cubicBezTo>
                  <a:pt x="4664472" y="907472"/>
                  <a:pt x="4657787" y="1017762"/>
                  <a:pt x="4577576" y="980999"/>
                </a:cubicBezTo>
                <a:cubicBezTo>
                  <a:pt x="4788129" y="1081263"/>
                  <a:pt x="5767372" y="1108001"/>
                  <a:pt x="6094900" y="1161474"/>
                </a:cubicBezTo>
                <a:cubicBezTo>
                  <a:pt x="5754004" y="1542477"/>
                  <a:pt x="5429817" y="1311870"/>
                  <a:pt x="5159105" y="1525765"/>
                </a:cubicBezTo>
                <a:cubicBezTo>
                  <a:pt x="5159105" y="1525765"/>
                  <a:pt x="5212580" y="1525765"/>
                  <a:pt x="5443187" y="1595950"/>
                </a:cubicBezTo>
                <a:cubicBezTo>
                  <a:pt x="5627002" y="1652765"/>
                  <a:pt x="5536765" y="1732976"/>
                  <a:pt x="6001321" y="1886715"/>
                </a:cubicBezTo>
                <a:cubicBezTo>
                  <a:pt x="5824188" y="1936846"/>
                  <a:pt x="5593581" y="1839925"/>
                  <a:pt x="5506685" y="2100610"/>
                </a:cubicBezTo>
                <a:cubicBezTo>
                  <a:pt x="5643713" y="2147401"/>
                  <a:pt x="5807477" y="2103953"/>
                  <a:pt x="5904398" y="2227611"/>
                </a:cubicBezTo>
                <a:cubicBezTo>
                  <a:pt x="5934478" y="2264375"/>
                  <a:pt x="5964557" y="2287770"/>
                  <a:pt x="6001321" y="2307821"/>
                </a:cubicBezTo>
                <a:cubicBezTo>
                  <a:pt x="5984612" y="2314507"/>
                  <a:pt x="5964557" y="2321190"/>
                  <a:pt x="5951188" y="2327874"/>
                </a:cubicBezTo>
                <a:cubicBezTo>
                  <a:pt x="5977925" y="2351271"/>
                  <a:pt x="6663060" y="2478270"/>
                  <a:pt x="6836850" y="2481613"/>
                </a:cubicBezTo>
                <a:cubicBezTo>
                  <a:pt x="6761652" y="2506679"/>
                  <a:pt x="6636845" y="2527828"/>
                  <a:pt x="6553814" y="2540165"/>
                </a:cubicBezTo>
                <a:lnTo>
                  <a:pt x="6542822" y="2541737"/>
                </a:lnTo>
                <a:lnTo>
                  <a:pt x="0" y="2541737"/>
                </a:lnTo>
                <a:close/>
              </a:path>
            </a:pathLst>
          </a:custGeom>
          <a:noFill/>
          <a:extLst>
            <a:ext uri="{909E8E84-426E-40DD-AFC4-6F175D3DCCD1}">
              <a14:hiddenFill xmlns:a14="http://schemas.microsoft.com/office/drawing/2010/main">
                <a:solidFill>
                  <a:srgbClr val="FFFFFF"/>
                </a:solidFill>
              </a14:hiddenFill>
            </a:ext>
          </a:extLst>
        </p:spPr>
      </p:pic>
      <p:sp>
        <p:nvSpPr>
          <p:cNvPr id="7" name="Titel 1">
            <a:extLst>
              <a:ext uri="{FF2B5EF4-FFF2-40B4-BE49-F238E27FC236}">
                <a16:creationId xmlns:a16="http://schemas.microsoft.com/office/drawing/2014/main" id="{2D32C84C-1D28-2735-0B43-1153A9D9D37C}"/>
              </a:ext>
            </a:extLst>
          </p:cNvPr>
          <p:cNvSpPr>
            <a:spLocks noGrp="1"/>
          </p:cNvSpPr>
          <p:nvPr>
            <p:ph type="title"/>
          </p:nvPr>
        </p:nvSpPr>
        <p:spPr>
          <a:xfrm>
            <a:off x="6845055" y="4798328"/>
            <a:ext cx="4651899" cy="1349441"/>
          </a:xfrm>
        </p:spPr>
        <p:txBody>
          <a:bodyPr vert="horz" lIns="91440" tIns="45720" rIns="91440" bIns="45720" rtlCol="0" anchor="b">
            <a:normAutofit fontScale="90000"/>
          </a:bodyPr>
          <a:lstStyle/>
          <a:p>
            <a:pPr>
              <a:lnSpc>
                <a:spcPct val="90000"/>
              </a:lnSpc>
            </a:pPr>
            <a:r>
              <a:rPr lang="en-US" sz="4400" b="1" dirty="0">
                <a:solidFill>
                  <a:schemeClr val="tx1"/>
                </a:solidFill>
                <a:latin typeface="+mn-lt"/>
              </a:rPr>
              <a:t>Wat </a:t>
            </a:r>
            <a:r>
              <a:rPr lang="en-US" sz="4400" b="1" dirty="0" err="1">
                <a:solidFill>
                  <a:schemeClr val="tx1"/>
                </a:solidFill>
                <a:latin typeface="+mn-lt"/>
              </a:rPr>
              <a:t>doet</a:t>
            </a:r>
            <a:r>
              <a:rPr lang="en-US" sz="4400" b="1" dirty="0">
                <a:solidFill>
                  <a:schemeClr val="tx1"/>
                </a:solidFill>
                <a:latin typeface="+mn-lt"/>
              </a:rPr>
              <a:t> </a:t>
            </a:r>
            <a:br>
              <a:rPr lang="en-US" sz="4400" b="1" dirty="0">
                <a:solidFill>
                  <a:schemeClr val="tx1"/>
                </a:solidFill>
                <a:latin typeface="+mn-lt"/>
              </a:rPr>
            </a:br>
            <a:r>
              <a:rPr lang="en-US" sz="4400" b="1" dirty="0">
                <a:solidFill>
                  <a:schemeClr val="tx1"/>
                </a:solidFill>
                <a:latin typeface="+mn-lt"/>
              </a:rPr>
              <a:t>een sponsor </a:t>
            </a:r>
            <a:br>
              <a:rPr lang="en-US" sz="4400" b="1" dirty="0">
                <a:solidFill>
                  <a:schemeClr val="tx1"/>
                </a:solidFill>
                <a:latin typeface="+mn-lt"/>
              </a:rPr>
            </a:br>
            <a:r>
              <a:rPr lang="en-US" sz="4400" b="1" dirty="0" err="1">
                <a:solidFill>
                  <a:schemeClr val="tx1"/>
                </a:solidFill>
                <a:latin typeface="+mn-lt"/>
              </a:rPr>
              <a:t>vooral</a:t>
            </a:r>
            <a:r>
              <a:rPr lang="en-US" sz="4400" b="1" dirty="0">
                <a:solidFill>
                  <a:schemeClr val="tx1"/>
                </a:solidFill>
                <a:latin typeface="+mn-lt"/>
              </a:rPr>
              <a:t> </a:t>
            </a:r>
            <a:r>
              <a:rPr lang="en-US" sz="4400" b="1" dirty="0" err="1">
                <a:solidFill>
                  <a:schemeClr val="tx1"/>
                </a:solidFill>
                <a:latin typeface="+mn-lt"/>
              </a:rPr>
              <a:t>niet</a:t>
            </a:r>
            <a:r>
              <a:rPr lang="en-US" sz="4400" b="1" dirty="0">
                <a:solidFill>
                  <a:schemeClr val="tx1"/>
                </a:solidFill>
                <a:latin typeface="+mn-lt"/>
              </a:rPr>
              <a:t>? </a:t>
            </a:r>
          </a:p>
        </p:txBody>
      </p:sp>
    </p:spTree>
    <p:extLst>
      <p:ext uri="{BB962C8B-B14F-4D97-AF65-F5344CB8AC3E}">
        <p14:creationId xmlns:p14="http://schemas.microsoft.com/office/powerpoint/2010/main" val="15318895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BF5A56FE-5FB1-7F8D-FA36-551423EADE22}"/>
              </a:ext>
            </a:extLst>
          </p:cNvPr>
          <p:cNvSpPr>
            <a:spLocks noGrp="1"/>
          </p:cNvSpPr>
          <p:nvPr>
            <p:ph type="title"/>
          </p:nvPr>
        </p:nvSpPr>
        <p:spPr>
          <a:xfrm>
            <a:off x="1991544" y="476672"/>
            <a:ext cx="7886700" cy="1325563"/>
          </a:xfrm>
        </p:spPr>
        <p:txBody>
          <a:bodyPr>
            <a:normAutofit/>
          </a:bodyPr>
          <a:lstStyle/>
          <a:p>
            <a:r>
              <a:rPr lang="nl-NL" sz="4400" dirty="0">
                <a:solidFill>
                  <a:schemeClr val="tx1"/>
                </a:solidFill>
              </a:rPr>
              <a:t>Wie kunnen sponsors zijn </a:t>
            </a:r>
            <a:br>
              <a:rPr lang="nl-NL" sz="4400" dirty="0">
                <a:solidFill>
                  <a:schemeClr val="tx1"/>
                </a:solidFill>
              </a:rPr>
            </a:br>
            <a:r>
              <a:rPr lang="nl-NL" sz="4400" dirty="0">
                <a:solidFill>
                  <a:schemeClr val="tx1"/>
                </a:solidFill>
              </a:rPr>
              <a:t>in een project?</a:t>
            </a:r>
            <a:endParaRPr lang="en-US" sz="4400" dirty="0">
              <a:solidFill>
                <a:schemeClr val="tx1"/>
              </a:solidFill>
            </a:endParaRPr>
          </a:p>
        </p:txBody>
      </p:sp>
      <p:sp>
        <p:nvSpPr>
          <p:cNvPr id="14" name="Ovaal 13">
            <a:extLst>
              <a:ext uri="{FF2B5EF4-FFF2-40B4-BE49-F238E27FC236}">
                <a16:creationId xmlns:a16="http://schemas.microsoft.com/office/drawing/2014/main" id="{1E1FA4B3-0115-60D1-9A94-1B40D757E838}"/>
              </a:ext>
            </a:extLst>
          </p:cNvPr>
          <p:cNvSpPr/>
          <p:nvPr/>
        </p:nvSpPr>
        <p:spPr>
          <a:xfrm>
            <a:off x="3071664" y="2420888"/>
            <a:ext cx="2776727" cy="2776727"/>
          </a:xfrm>
          <a:prstGeom prst="ellipse">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nl-NL" sz="3200" b="1" dirty="0">
                <a:latin typeface="Avenir Next Condensed" panose="020B0506020202020204"/>
              </a:rPr>
              <a:t>Formele sponsors</a:t>
            </a:r>
            <a:endParaRPr lang="en-US" sz="3200" b="1" dirty="0">
              <a:latin typeface="Avenir Next Condensed" panose="020B0506020202020204"/>
            </a:endParaRPr>
          </a:p>
        </p:txBody>
      </p:sp>
      <p:sp>
        <p:nvSpPr>
          <p:cNvPr id="15" name="Ovaal 14">
            <a:extLst>
              <a:ext uri="{FF2B5EF4-FFF2-40B4-BE49-F238E27FC236}">
                <a16:creationId xmlns:a16="http://schemas.microsoft.com/office/drawing/2014/main" id="{E217974B-4667-6995-AB4B-B123454E69E4}"/>
              </a:ext>
            </a:extLst>
          </p:cNvPr>
          <p:cNvSpPr/>
          <p:nvPr/>
        </p:nvSpPr>
        <p:spPr>
          <a:xfrm>
            <a:off x="6481741" y="2420886"/>
            <a:ext cx="2776725" cy="2776725"/>
          </a:xfrm>
          <a:prstGeom prst="ellipse">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nl-NL" sz="3200" b="1" dirty="0">
                <a:latin typeface="Avenir Next Condensed" panose="020B0506020202020204"/>
              </a:rPr>
              <a:t>Informele sponsors</a:t>
            </a:r>
            <a:endParaRPr lang="en-US" sz="3200" b="1" dirty="0">
              <a:latin typeface="Avenir Next Condensed" panose="020B0506020202020204"/>
            </a:endParaRPr>
          </a:p>
        </p:txBody>
      </p:sp>
    </p:spTree>
    <p:extLst>
      <p:ext uri="{BB962C8B-B14F-4D97-AF65-F5344CB8AC3E}">
        <p14:creationId xmlns:p14="http://schemas.microsoft.com/office/powerpoint/2010/main" val="41408097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BF5A56FE-5FB1-7F8D-FA36-551423EADE22}"/>
              </a:ext>
            </a:extLst>
          </p:cNvPr>
          <p:cNvSpPr>
            <a:spLocks noGrp="1"/>
          </p:cNvSpPr>
          <p:nvPr>
            <p:ph type="title"/>
          </p:nvPr>
        </p:nvSpPr>
        <p:spPr>
          <a:xfrm>
            <a:off x="2090658" y="-201478"/>
            <a:ext cx="7886700" cy="1325563"/>
          </a:xfrm>
        </p:spPr>
        <p:txBody>
          <a:bodyPr>
            <a:normAutofit/>
          </a:bodyPr>
          <a:lstStyle/>
          <a:p>
            <a:r>
              <a:rPr lang="nl-NL" sz="4000" dirty="0">
                <a:solidFill>
                  <a:schemeClr val="tx1"/>
                </a:solidFill>
              </a:rPr>
              <a:t>Formele sponsors</a:t>
            </a:r>
            <a:endParaRPr lang="en-US" sz="4000" dirty="0">
              <a:solidFill>
                <a:schemeClr val="tx1"/>
              </a:solidFill>
            </a:endParaRPr>
          </a:p>
        </p:txBody>
      </p:sp>
      <p:sp>
        <p:nvSpPr>
          <p:cNvPr id="14" name="Ovaal 13">
            <a:extLst>
              <a:ext uri="{FF2B5EF4-FFF2-40B4-BE49-F238E27FC236}">
                <a16:creationId xmlns:a16="http://schemas.microsoft.com/office/drawing/2014/main" id="{1E1FA4B3-0115-60D1-9A94-1B40D757E838}"/>
              </a:ext>
            </a:extLst>
          </p:cNvPr>
          <p:cNvSpPr/>
          <p:nvPr/>
        </p:nvSpPr>
        <p:spPr>
          <a:xfrm>
            <a:off x="2422903" y="2823482"/>
            <a:ext cx="1720313" cy="1720313"/>
          </a:xfrm>
          <a:prstGeom prst="ellipse">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nl-NL" dirty="0">
                <a:latin typeface="Avenir Next Condensed" panose="020B0506020202020204"/>
              </a:rPr>
              <a:t>Formele sponsors</a:t>
            </a:r>
            <a:endParaRPr lang="en-US" dirty="0">
              <a:latin typeface="Avenir Next Condensed" panose="020B0506020202020204"/>
            </a:endParaRPr>
          </a:p>
        </p:txBody>
      </p:sp>
      <p:sp>
        <p:nvSpPr>
          <p:cNvPr id="2" name="Rechthoek: afgeronde hoeken 1">
            <a:extLst>
              <a:ext uri="{FF2B5EF4-FFF2-40B4-BE49-F238E27FC236}">
                <a16:creationId xmlns:a16="http://schemas.microsoft.com/office/drawing/2014/main" id="{7FFADCDE-6A91-FB77-DAA6-E8BC276DAEAF}"/>
              </a:ext>
            </a:extLst>
          </p:cNvPr>
          <p:cNvSpPr/>
          <p:nvPr/>
        </p:nvSpPr>
        <p:spPr>
          <a:xfrm>
            <a:off x="4918128" y="1695736"/>
            <a:ext cx="2154264" cy="83815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latin typeface="Avenir Next Condensed" panose="020B0506020202020204"/>
              </a:rPr>
              <a:t>Primaire sponsor</a:t>
            </a:r>
            <a:endParaRPr lang="en-US" dirty="0">
              <a:latin typeface="Avenir Next Condensed" panose="020B0506020202020204"/>
            </a:endParaRPr>
          </a:p>
        </p:txBody>
      </p:sp>
      <p:cxnSp>
        <p:nvCxnSpPr>
          <p:cNvPr id="5" name="Verbindingslijn: gebogen 4">
            <a:extLst>
              <a:ext uri="{FF2B5EF4-FFF2-40B4-BE49-F238E27FC236}">
                <a16:creationId xmlns:a16="http://schemas.microsoft.com/office/drawing/2014/main" id="{525A10C0-763A-7D38-7AAB-4BB27E73C564}"/>
              </a:ext>
            </a:extLst>
          </p:cNvPr>
          <p:cNvCxnSpPr>
            <a:stCxn id="14" idx="6"/>
          </p:cNvCxnSpPr>
          <p:nvPr/>
        </p:nvCxnSpPr>
        <p:spPr>
          <a:xfrm flipV="1">
            <a:off x="4143215" y="2093976"/>
            <a:ext cx="774914" cy="1589662"/>
          </a:xfrm>
          <a:prstGeom prst="bentConnector3">
            <a:avLst/>
          </a:prstGeom>
        </p:spPr>
        <p:style>
          <a:lnRef idx="1">
            <a:schemeClr val="accent1"/>
          </a:lnRef>
          <a:fillRef idx="0">
            <a:schemeClr val="accent1"/>
          </a:fillRef>
          <a:effectRef idx="0">
            <a:schemeClr val="accent1"/>
          </a:effectRef>
          <a:fontRef idx="minor">
            <a:schemeClr val="tx1"/>
          </a:fontRef>
        </p:style>
      </p:cxnSp>
      <p:sp>
        <p:nvSpPr>
          <p:cNvPr id="6" name="Rechthoek: afgeronde hoeken 5">
            <a:extLst>
              <a:ext uri="{FF2B5EF4-FFF2-40B4-BE49-F238E27FC236}">
                <a16:creationId xmlns:a16="http://schemas.microsoft.com/office/drawing/2014/main" id="{A1EF6D2E-E8ED-33EB-B512-A1400C9776FA}"/>
              </a:ext>
            </a:extLst>
          </p:cNvPr>
          <p:cNvSpPr/>
          <p:nvPr/>
        </p:nvSpPr>
        <p:spPr>
          <a:xfrm>
            <a:off x="4918128" y="3274479"/>
            <a:ext cx="2154264" cy="83815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latin typeface="Avenir Next Condensed" panose="020B0506020202020204"/>
              </a:rPr>
              <a:t>Sponsors op organisatieniveau</a:t>
            </a:r>
            <a:endParaRPr lang="en-US" dirty="0">
              <a:latin typeface="Avenir Next Condensed" panose="020B0506020202020204"/>
            </a:endParaRPr>
          </a:p>
        </p:txBody>
      </p:sp>
      <p:sp>
        <p:nvSpPr>
          <p:cNvPr id="8" name="Rechthoek: afgeronde hoeken 7">
            <a:extLst>
              <a:ext uri="{FF2B5EF4-FFF2-40B4-BE49-F238E27FC236}">
                <a16:creationId xmlns:a16="http://schemas.microsoft.com/office/drawing/2014/main" id="{742886B1-2F12-E27E-8056-AA6EBA76E395}"/>
              </a:ext>
            </a:extLst>
          </p:cNvPr>
          <p:cNvSpPr/>
          <p:nvPr/>
        </p:nvSpPr>
        <p:spPr>
          <a:xfrm>
            <a:off x="4918128" y="4853222"/>
            <a:ext cx="2154264" cy="83815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latin typeface="Avenir Next Condensed" panose="020B0506020202020204"/>
              </a:rPr>
              <a:t>Sponsors op teamniveau</a:t>
            </a:r>
            <a:endParaRPr lang="en-US" dirty="0">
              <a:latin typeface="Avenir Next Condensed" panose="020B0506020202020204"/>
            </a:endParaRPr>
          </a:p>
        </p:txBody>
      </p:sp>
      <p:cxnSp>
        <p:nvCxnSpPr>
          <p:cNvPr id="9" name="Verbindingslijn: gebogen 8">
            <a:extLst>
              <a:ext uri="{FF2B5EF4-FFF2-40B4-BE49-F238E27FC236}">
                <a16:creationId xmlns:a16="http://schemas.microsoft.com/office/drawing/2014/main" id="{AC5897BA-477A-C99C-1DA3-847BA056FED8}"/>
              </a:ext>
            </a:extLst>
          </p:cNvPr>
          <p:cNvCxnSpPr>
            <a:cxnSpLocks/>
            <a:stCxn id="14" idx="6"/>
          </p:cNvCxnSpPr>
          <p:nvPr/>
        </p:nvCxnSpPr>
        <p:spPr>
          <a:xfrm>
            <a:off x="4143216" y="3683639"/>
            <a:ext cx="774915" cy="1"/>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12" name="Verbindingslijn: gebogen 11">
            <a:extLst>
              <a:ext uri="{FF2B5EF4-FFF2-40B4-BE49-F238E27FC236}">
                <a16:creationId xmlns:a16="http://schemas.microsoft.com/office/drawing/2014/main" id="{D25AC3DC-B88F-0210-7331-1465D73633EB}"/>
              </a:ext>
            </a:extLst>
          </p:cNvPr>
          <p:cNvCxnSpPr>
            <a:cxnSpLocks/>
            <a:stCxn id="14" idx="6"/>
          </p:cNvCxnSpPr>
          <p:nvPr/>
        </p:nvCxnSpPr>
        <p:spPr>
          <a:xfrm>
            <a:off x="4143216" y="3683639"/>
            <a:ext cx="774913" cy="1589663"/>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18" name="Tekstvak 17">
            <a:extLst>
              <a:ext uri="{FF2B5EF4-FFF2-40B4-BE49-F238E27FC236}">
                <a16:creationId xmlns:a16="http://schemas.microsoft.com/office/drawing/2014/main" id="{5CD15A2E-D739-7A6A-C7BB-18BD780AB89D}"/>
              </a:ext>
            </a:extLst>
          </p:cNvPr>
          <p:cNvSpPr txBox="1"/>
          <p:nvPr/>
        </p:nvSpPr>
        <p:spPr>
          <a:xfrm>
            <a:off x="7421105" y="1909310"/>
            <a:ext cx="2231756" cy="369332"/>
          </a:xfrm>
          <a:prstGeom prst="rect">
            <a:avLst/>
          </a:prstGeom>
          <a:noFill/>
        </p:spPr>
        <p:txBody>
          <a:bodyPr wrap="square" rtlCol="0">
            <a:spAutoFit/>
          </a:bodyPr>
          <a:lstStyle/>
          <a:p>
            <a:pPr algn="ctr"/>
            <a:r>
              <a:rPr lang="nl-NL" dirty="0"/>
              <a:t>Opdrachtgever</a:t>
            </a:r>
            <a:endParaRPr lang="en-US" dirty="0"/>
          </a:p>
        </p:txBody>
      </p:sp>
      <p:sp>
        <p:nvSpPr>
          <p:cNvPr id="21" name="Tekstvak 20">
            <a:extLst>
              <a:ext uri="{FF2B5EF4-FFF2-40B4-BE49-F238E27FC236}">
                <a16:creationId xmlns:a16="http://schemas.microsoft.com/office/drawing/2014/main" id="{81901CCE-CF36-E5D5-CC94-1A8617A4DBCE}"/>
              </a:ext>
            </a:extLst>
          </p:cNvPr>
          <p:cNvSpPr txBox="1"/>
          <p:nvPr/>
        </p:nvSpPr>
        <p:spPr>
          <a:xfrm>
            <a:off x="7421105" y="3429000"/>
            <a:ext cx="2231756" cy="369332"/>
          </a:xfrm>
          <a:prstGeom prst="rect">
            <a:avLst/>
          </a:prstGeom>
          <a:noFill/>
        </p:spPr>
        <p:txBody>
          <a:bodyPr wrap="square" rtlCol="0">
            <a:spAutoFit/>
          </a:bodyPr>
          <a:lstStyle/>
          <a:p>
            <a:pPr algn="ctr"/>
            <a:r>
              <a:rPr lang="nl-NL" dirty="0"/>
              <a:t>Hoger management</a:t>
            </a:r>
            <a:endParaRPr lang="en-US" dirty="0"/>
          </a:p>
        </p:txBody>
      </p:sp>
      <p:sp>
        <p:nvSpPr>
          <p:cNvPr id="23" name="Tekstvak 22">
            <a:extLst>
              <a:ext uri="{FF2B5EF4-FFF2-40B4-BE49-F238E27FC236}">
                <a16:creationId xmlns:a16="http://schemas.microsoft.com/office/drawing/2014/main" id="{A442AA25-3F9D-86FE-CFB2-055BEEAA4B46}"/>
              </a:ext>
            </a:extLst>
          </p:cNvPr>
          <p:cNvSpPr txBox="1"/>
          <p:nvPr/>
        </p:nvSpPr>
        <p:spPr>
          <a:xfrm>
            <a:off x="7421105" y="5087633"/>
            <a:ext cx="2231756" cy="369332"/>
          </a:xfrm>
          <a:prstGeom prst="rect">
            <a:avLst/>
          </a:prstGeom>
          <a:noFill/>
        </p:spPr>
        <p:txBody>
          <a:bodyPr wrap="square" rtlCol="0">
            <a:spAutoFit/>
          </a:bodyPr>
          <a:lstStyle/>
          <a:p>
            <a:pPr algn="ctr"/>
            <a:r>
              <a:rPr lang="nl-NL" dirty="0"/>
              <a:t>Middenmanagement</a:t>
            </a:r>
            <a:endParaRPr lang="en-US" dirty="0"/>
          </a:p>
        </p:txBody>
      </p:sp>
    </p:spTree>
    <p:extLst>
      <p:ext uri="{BB962C8B-B14F-4D97-AF65-F5344CB8AC3E}">
        <p14:creationId xmlns:p14="http://schemas.microsoft.com/office/powerpoint/2010/main" val="21885715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911287B3-D15C-56EF-0C3E-ACAF26380A02}"/>
              </a:ext>
            </a:extLst>
          </p:cNvPr>
          <p:cNvSpPr>
            <a:spLocks noGrp="1"/>
          </p:cNvSpPr>
          <p:nvPr>
            <p:ph type="body" sz="quarter" idx="10"/>
          </p:nvPr>
        </p:nvSpPr>
        <p:spPr>
          <a:xfrm>
            <a:off x="2152650" y="1066107"/>
            <a:ext cx="7886700" cy="420382"/>
          </a:xfrm>
        </p:spPr>
        <p:txBody>
          <a:bodyPr>
            <a:normAutofit lnSpcReduction="10000"/>
          </a:bodyPr>
          <a:lstStyle/>
          <a:p>
            <a:r>
              <a:rPr lang="nl-NL" sz="2000" i="1" dirty="0">
                <a:latin typeface="Avenir Next Condensed" panose="020B0506020202020204"/>
              </a:rPr>
              <a:t>Van wie willen medewerkers de boodschap over de verandering horen?</a:t>
            </a:r>
          </a:p>
          <a:p>
            <a:endParaRPr lang="en-US" dirty="0"/>
          </a:p>
        </p:txBody>
      </p:sp>
      <p:sp>
        <p:nvSpPr>
          <p:cNvPr id="3" name="Titel 2">
            <a:extLst>
              <a:ext uri="{FF2B5EF4-FFF2-40B4-BE49-F238E27FC236}">
                <a16:creationId xmlns:a16="http://schemas.microsoft.com/office/drawing/2014/main" id="{17F1863B-0B1A-6B42-E6C5-E629080BE06D}"/>
              </a:ext>
            </a:extLst>
          </p:cNvPr>
          <p:cNvSpPr>
            <a:spLocks noGrp="1"/>
          </p:cNvSpPr>
          <p:nvPr>
            <p:ph type="title"/>
          </p:nvPr>
        </p:nvSpPr>
        <p:spPr>
          <a:xfrm>
            <a:off x="2102483" y="337733"/>
            <a:ext cx="7886700" cy="657787"/>
          </a:xfrm>
        </p:spPr>
        <p:txBody>
          <a:bodyPr>
            <a:normAutofit/>
          </a:bodyPr>
          <a:lstStyle/>
          <a:p>
            <a:r>
              <a:rPr lang="nl-NL" sz="3200" dirty="0">
                <a:solidFill>
                  <a:schemeClr val="tx1"/>
                </a:solidFill>
              </a:rPr>
              <a:t>Waarom is een sponsor van belang?</a:t>
            </a:r>
            <a:endParaRPr lang="en-US" sz="3200" dirty="0">
              <a:solidFill>
                <a:schemeClr val="tx1"/>
              </a:solidFill>
            </a:endParaRPr>
          </a:p>
        </p:txBody>
      </p:sp>
      <p:pic>
        <p:nvPicPr>
          <p:cNvPr id="17" name="Picture 3">
            <a:extLst>
              <a:ext uri="{FF2B5EF4-FFF2-40B4-BE49-F238E27FC236}">
                <a16:creationId xmlns:a16="http://schemas.microsoft.com/office/drawing/2014/main" id="{B3C8B78C-599E-B3BD-E346-74EE8E707192}"/>
              </a:ext>
            </a:extLst>
          </p:cNvPr>
          <p:cNvPicPr>
            <a:picLocks noChangeAspect="1"/>
          </p:cNvPicPr>
          <p:nvPr/>
        </p:nvPicPr>
        <p:blipFill rotWithShape="1">
          <a:blip r:embed="rId2"/>
          <a:srcRect b="34621"/>
          <a:stretch/>
        </p:blipFill>
        <p:spPr>
          <a:xfrm>
            <a:off x="1423666" y="1977459"/>
            <a:ext cx="9244334" cy="4066804"/>
          </a:xfrm>
          <a:prstGeom prst="rect">
            <a:avLst/>
          </a:prstGeom>
        </p:spPr>
      </p:pic>
      <p:pic>
        <p:nvPicPr>
          <p:cNvPr id="39" name="Picture 2" descr="Prosci Change Management Practitioner Certification - ACMP Utah Chapter">
            <a:extLst>
              <a:ext uri="{FF2B5EF4-FFF2-40B4-BE49-F238E27FC236}">
                <a16:creationId xmlns:a16="http://schemas.microsoft.com/office/drawing/2014/main" id="{ECAFD566-19AB-B361-275F-B380C7156F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44472" y="2719233"/>
            <a:ext cx="1345906" cy="487891"/>
          </a:xfrm>
          <a:prstGeom prst="rect">
            <a:avLst/>
          </a:prstGeom>
          <a:noFill/>
          <a:extLst>
            <a:ext uri="{909E8E84-426E-40DD-AFC4-6F175D3DCCD1}">
              <a14:hiddenFill xmlns:a14="http://schemas.microsoft.com/office/drawing/2010/main">
                <a:solidFill>
                  <a:srgbClr val="FFFFFF"/>
                </a:solidFill>
              </a14:hiddenFill>
            </a:ext>
          </a:extLst>
        </p:spPr>
      </p:pic>
      <p:sp>
        <p:nvSpPr>
          <p:cNvPr id="4" name="Rechthoek 3">
            <a:extLst>
              <a:ext uri="{FF2B5EF4-FFF2-40B4-BE49-F238E27FC236}">
                <a16:creationId xmlns:a16="http://schemas.microsoft.com/office/drawing/2014/main" id="{978CD3E9-BECA-CF8C-2AAC-43D083F6823A}"/>
              </a:ext>
            </a:extLst>
          </p:cNvPr>
          <p:cNvSpPr/>
          <p:nvPr/>
        </p:nvSpPr>
        <p:spPr>
          <a:xfrm>
            <a:off x="1640732" y="2548647"/>
            <a:ext cx="2393004" cy="33074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hthoek 4">
            <a:extLst>
              <a:ext uri="{FF2B5EF4-FFF2-40B4-BE49-F238E27FC236}">
                <a16:creationId xmlns:a16="http://schemas.microsoft.com/office/drawing/2014/main" id="{2E84D87B-554A-FC72-253E-ED885F29B9A3}"/>
              </a:ext>
            </a:extLst>
          </p:cNvPr>
          <p:cNvSpPr/>
          <p:nvPr/>
        </p:nvSpPr>
        <p:spPr>
          <a:xfrm>
            <a:off x="1640732" y="2951866"/>
            <a:ext cx="2393004" cy="33074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hthoek 5">
            <a:extLst>
              <a:ext uri="{FF2B5EF4-FFF2-40B4-BE49-F238E27FC236}">
                <a16:creationId xmlns:a16="http://schemas.microsoft.com/office/drawing/2014/main" id="{CA282524-4AE7-F4D8-73B7-5FD7BEB2AE50}"/>
              </a:ext>
            </a:extLst>
          </p:cNvPr>
          <p:cNvSpPr/>
          <p:nvPr/>
        </p:nvSpPr>
        <p:spPr>
          <a:xfrm>
            <a:off x="1640732" y="3328513"/>
            <a:ext cx="2393004" cy="33074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hthoek 6">
            <a:extLst>
              <a:ext uri="{FF2B5EF4-FFF2-40B4-BE49-F238E27FC236}">
                <a16:creationId xmlns:a16="http://schemas.microsoft.com/office/drawing/2014/main" id="{0F18D0AD-9DE4-90DF-EEA4-7D311D43E879}"/>
              </a:ext>
            </a:extLst>
          </p:cNvPr>
          <p:cNvSpPr/>
          <p:nvPr/>
        </p:nvSpPr>
        <p:spPr>
          <a:xfrm>
            <a:off x="1640732" y="3722800"/>
            <a:ext cx="2393004" cy="33074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hthoek 7">
            <a:extLst>
              <a:ext uri="{FF2B5EF4-FFF2-40B4-BE49-F238E27FC236}">
                <a16:creationId xmlns:a16="http://schemas.microsoft.com/office/drawing/2014/main" id="{65DB6822-3652-1E16-2160-33335F2613E7}"/>
              </a:ext>
            </a:extLst>
          </p:cNvPr>
          <p:cNvSpPr/>
          <p:nvPr/>
        </p:nvSpPr>
        <p:spPr>
          <a:xfrm>
            <a:off x="1640732" y="4126019"/>
            <a:ext cx="2393004" cy="33074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hthoek 8">
            <a:extLst>
              <a:ext uri="{FF2B5EF4-FFF2-40B4-BE49-F238E27FC236}">
                <a16:creationId xmlns:a16="http://schemas.microsoft.com/office/drawing/2014/main" id="{53759569-550E-3E44-2E34-D17233E36793}"/>
              </a:ext>
            </a:extLst>
          </p:cNvPr>
          <p:cNvSpPr/>
          <p:nvPr/>
        </p:nvSpPr>
        <p:spPr>
          <a:xfrm>
            <a:off x="1640732" y="4511080"/>
            <a:ext cx="2393004" cy="33074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hthoek 9">
            <a:extLst>
              <a:ext uri="{FF2B5EF4-FFF2-40B4-BE49-F238E27FC236}">
                <a16:creationId xmlns:a16="http://schemas.microsoft.com/office/drawing/2014/main" id="{449055AF-7FB8-07FE-56DB-D369D1BF37BD}"/>
              </a:ext>
            </a:extLst>
          </p:cNvPr>
          <p:cNvSpPr/>
          <p:nvPr/>
        </p:nvSpPr>
        <p:spPr>
          <a:xfrm>
            <a:off x="1640732" y="4888597"/>
            <a:ext cx="2393004" cy="33074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hthoek 10">
            <a:extLst>
              <a:ext uri="{FF2B5EF4-FFF2-40B4-BE49-F238E27FC236}">
                <a16:creationId xmlns:a16="http://schemas.microsoft.com/office/drawing/2014/main" id="{EAA959A3-841A-16D0-A086-6596F0A0432A}"/>
              </a:ext>
            </a:extLst>
          </p:cNvPr>
          <p:cNvSpPr/>
          <p:nvPr/>
        </p:nvSpPr>
        <p:spPr>
          <a:xfrm>
            <a:off x="1640732" y="5291816"/>
            <a:ext cx="2393004" cy="33074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hthoek 11">
            <a:extLst>
              <a:ext uri="{FF2B5EF4-FFF2-40B4-BE49-F238E27FC236}">
                <a16:creationId xmlns:a16="http://schemas.microsoft.com/office/drawing/2014/main" id="{E207FAF2-970C-278A-4333-17487D494AE3}"/>
              </a:ext>
            </a:extLst>
          </p:cNvPr>
          <p:cNvSpPr/>
          <p:nvPr/>
        </p:nvSpPr>
        <p:spPr>
          <a:xfrm>
            <a:off x="1640732" y="5695035"/>
            <a:ext cx="2393004" cy="33074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63813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hidden"/>
                                      </p:to>
                                    </p:set>
                                  </p:childTnLst>
                                </p:cTn>
                              </p:par>
                              <p:par>
                                <p:cTn id="19" presetID="1" presetClass="exit"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hidden"/>
                                      </p:to>
                                    </p:set>
                                  </p:childTnLst>
                                </p:cTn>
                              </p:par>
                              <p:par>
                                <p:cTn id="21" presetID="1" presetClass="exit"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hidden"/>
                                      </p:to>
                                    </p:set>
                                  </p:childTnLst>
                                </p:cTn>
                              </p:par>
                              <p:par>
                                <p:cTn id="23" presetID="1" presetClass="exit"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hidden"/>
                                      </p:to>
                                    </p:set>
                                  </p:childTnLst>
                                </p:cTn>
                              </p:par>
                              <p:par>
                                <p:cTn id="25" presetID="1" presetClass="exit"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hidden"/>
                                      </p:to>
                                    </p:set>
                                  </p:childTnLst>
                                </p:cTn>
                              </p:par>
                              <p:par>
                                <p:cTn id="27" presetID="1" presetClass="exit" presetSubtype="0" fill="hold" grpId="0" nodeType="withEffect">
                                  <p:stCondLst>
                                    <p:cond delay="0"/>
                                  </p:stCondLst>
                                  <p:childTnLst>
                                    <p:set>
                                      <p:cBhvr>
                                        <p:cTn id="28"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1402C188-01B2-2246-3C83-D1743EFF9A2B}"/>
              </a:ext>
            </a:extLst>
          </p:cNvPr>
          <p:cNvSpPr>
            <a:spLocks noGrp="1"/>
          </p:cNvSpPr>
          <p:nvPr>
            <p:ph type="title"/>
          </p:nvPr>
        </p:nvSpPr>
        <p:spPr/>
        <p:txBody>
          <a:bodyPr>
            <a:normAutofit/>
          </a:bodyPr>
          <a:lstStyle/>
          <a:p>
            <a:r>
              <a:rPr lang="nl-NL" sz="4800" dirty="0">
                <a:solidFill>
                  <a:schemeClr val="tx1"/>
                </a:solidFill>
              </a:rPr>
              <a:t>Succesfactoren van sponsors</a:t>
            </a:r>
            <a:endParaRPr lang="en-US" sz="4800" dirty="0">
              <a:solidFill>
                <a:schemeClr val="tx1"/>
              </a:solidFill>
            </a:endParaRPr>
          </a:p>
        </p:txBody>
      </p:sp>
      <p:cxnSp>
        <p:nvCxnSpPr>
          <p:cNvPr id="6" name="Straight Connector 5">
            <a:extLst>
              <a:ext uri="{FF2B5EF4-FFF2-40B4-BE49-F238E27FC236}">
                <a16:creationId xmlns:a16="http://schemas.microsoft.com/office/drawing/2014/main" id="{D23238F5-2BDD-81B2-87EE-051B6CCC32DF}"/>
              </a:ext>
            </a:extLst>
          </p:cNvPr>
          <p:cNvCxnSpPr/>
          <p:nvPr/>
        </p:nvCxnSpPr>
        <p:spPr>
          <a:xfrm flipV="1">
            <a:off x="5006473" y="2492127"/>
            <a:ext cx="0" cy="2979738"/>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1CBF651-6F50-33E7-475E-94D6ECE060CE}"/>
              </a:ext>
            </a:extLst>
          </p:cNvPr>
          <p:cNvCxnSpPr/>
          <p:nvPr/>
        </p:nvCxnSpPr>
        <p:spPr>
          <a:xfrm flipV="1">
            <a:off x="7965573" y="2492127"/>
            <a:ext cx="0" cy="2979738"/>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A9EE1C72-B9B5-C293-D78E-D45737A7C082}"/>
              </a:ext>
            </a:extLst>
          </p:cNvPr>
          <p:cNvSpPr/>
          <p:nvPr/>
        </p:nvSpPr>
        <p:spPr bwMode="auto">
          <a:xfrm>
            <a:off x="2047374" y="4225431"/>
            <a:ext cx="2781300" cy="457200"/>
          </a:xfrm>
          <a:prstGeom prst="rect">
            <a:avLst/>
          </a:prstGeom>
          <a:ln>
            <a:noFill/>
          </a:ln>
        </p:spPr>
        <p:txBody>
          <a:bodyPr wrap="none"/>
          <a:lstStyle/>
          <a:p>
            <a:pPr algn="ctr">
              <a:defRPr/>
            </a:pPr>
            <a:r>
              <a:rPr lang="en-US" b="1" dirty="0" err="1">
                <a:solidFill>
                  <a:schemeClr val="accent1"/>
                </a:solidFill>
                <a:latin typeface="Calibri"/>
              </a:rPr>
              <a:t>Actieve</a:t>
            </a:r>
            <a:r>
              <a:rPr lang="en-US" dirty="0">
                <a:solidFill>
                  <a:prstClr val="black"/>
                </a:solidFill>
                <a:latin typeface="Calibri"/>
              </a:rPr>
              <a:t> en </a:t>
            </a:r>
            <a:r>
              <a:rPr lang="en-US" dirty="0" err="1">
                <a:solidFill>
                  <a:prstClr val="black"/>
                </a:solidFill>
                <a:latin typeface="Calibri"/>
              </a:rPr>
              <a:t>zichtbare</a:t>
            </a:r>
            <a:r>
              <a:rPr lang="en-US" dirty="0">
                <a:solidFill>
                  <a:prstClr val="black"/>
                </a:solidFill>
                <a:latin typeface="Calibri"/>
              </a:rPr>
              <a:t> </a:t>
            </a:r>
            <a:r>
              <a:rPr lang="en-US" dirty="0" err="1">
                <a:solidFill>
                  <a:prstClr val="black"/>
                </a:solidFill>
                <a:latin typeface="Calibri"/>
              </a:rPr>
              <a:t>participatie</a:t>
            </a:r>
            <a:r>
              <a:rPr lang="en-US" dirty="0">
                <a:solidFill>
                  <a:prstClr val="black"/>
                </a:solidFill>
                <a:latin typeface="Calibri"/>
              </a:rPr>
              <a:t> </a:t>
            </a:r>
          </a:p>
          <a:p>
            <a:pPr algn="ctr">
              <a:defRPr/>
            </a:pPr>
            <a:r>
              <a:rPr lang="en-US" dirty="0" err="1">
                <a:solidFill>
                  <a:prstClr val="black"/>
                </a:solidFill>
                <a:latin typeface="Calibri"/>
              </a:rPr>
              <a:t>gedurende</a:t>
            </a:r>
            <a:r>
              <a:rPr lang="en-US" dirty="0">
                <a:solidFill>
                  <a:prstClr val="black"/>
                </a:solidFill>
                <a:latin typeface="Calibri"/>
              </a:rPr>
              <a:t> het </a:t>
            </a:r>
            <a:r>
              <a:rPr lang="en-US" dirty="0" err="1">
                <a:solidFill>
                  <a:prstClr val="black"/>
                </a:solidFill>
                <a:latin typeface="Calibri"/>
              </a:rPr>
              <a:t>gehele</a:t>
            </a:r>
            <a:r>
              <a:rPr lang="en-US" dirty="0">
                <a:solidFill>
                  <a:prstClr val="black"/>
                </a:solidFill>
                <a:latin typeface="Calibri"/>
              </a:rPr>
              <a:t> project</a:t>
            </a:r>
          </a:p>
        </p:txBody>
      </p:sp>
      <p:sp>
        <p:nvSpPr>
          <p:cNvPr id="9" name="Oval 8">
            <a:extLst>
              <a:ext uri="{FF2B5EF4-FFF2-40B4-BE49-F238E27FC236}">
                <a16:creationId xmlns:a16="http://schemas.microsoft.com/office/drawing/2014/main" id="{B2F0FF94-AB19-9CCE-1707-149BEE3DC9F3}"/>
              </a:ext>
            </a:extLst>
          </p:cNvPr>
          <p:cNvSpPr/>
          <p:nvPr/>
        </p:nvSpPr>
        <p:spPr bwMode="auto">
          <a:xfrm>
            <a:off x="2830012" y="2763590"/>
            <a:ext cx="1216025" cy="1214437"/>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57200">
              <a:defRPr/>
            </a:pPr>
            <a:r>
              <a:rPr lang="en-US" sz="4400" b="1">
                <a:solidFill>
                  <a:schemeClr val="tx1">
                    <a:lumMod val="65000"/>
                    <a:lumOff val="35000"/>
                  </a:schemeClr>
                </a:solidFill>
              </a:rPr>
              <a:t>A</a:t>
            </a:r>
          </a:p>
        </p:txBody>
      </p:sp>
      <p:grpSp>
        <p:nvGrpSpPr>
          <p:cNvPr id="10" name="Group 3">
            <a:extLst>
              <a:ext uri="{FF2B5EF4-FFF2-40B4-BE49-F238E27FC236}">
                <a16:creationId xmlns:a16="http://schemas.microsoft.com/office/drawing/2014/main" id="{BAEFF7D7-9F24-B4E0-06AA-EC65179A61E2}"/>
              </a:ext>
            </a:extLst>
          </p:cNvPr>
          <p:cNvGrpSpPr>
            <a:grpSpLocks/>
          </p:cNvGrpSpPr>
          <p:nvPr/>
        </p:nvGrpSpPr>
        <p:grpSpPr bwMode="auto">
          <a:xfrm>
            <a:off x="5095373" y="2763592"/>
            <a:ext cx="2774950" cy="1897061"/>
            <a:chOff x="3187702" y="2299581"/>
            <a:chExt cx="2774948" cy="1898440"/>
          </a:xfrm>
        </p:grpSpPr>
        <p:sp>
          <p:nvSpPr>
            <p:cNvPr id="11" name="Rectangle 11">
              <a:extLst>
                <a:ext uri="{FF2B5EF4-FFF2-40B4-BE49-F238E27FC236}">
                  <a16:creationId xmlns:a16="http://schemas.microsoft.com/office/drawing/2014/main" id="{5658940A-A373-EB68-B4E1-0BE675CD85D8}"/>
                </a:ext>
              </a:extLst>
            </p:cNvPr>
            <p:cNvSpPr/>
            <p:nvPr/>
          </p:nvSpPr>
          <p:spPr>
            <a:xfrm>
              <a:off x="3187702" y="3740489"/>
              <a:ext cx="2774948" cy="457532"/>
            </a:xfrm>
            <a:prstGeom prst="rect">
              <a:avLst/>
            </a:prstGeom>
            <a:ln>
              <a:noFill/>
            </a:ln>
          </p:spPr>
          <p:txBody>
            <a:bodyPr wrap="none"/>
            <a:lstStyle/>
            <a:p>
              <a:pPr algn="ctr">
                <a:defRPr/>
              </a:pPr>
              <a:r>
                <a:rPr lang="en-US" b="1" dirty="0" err="1">
                  <a:solidFill>
                    <a:schemeClr val="accent1"/>
                  </a:solidFill>
                  <a:latin typeface="Calibri"/>
                </a:rPr>
                <a:t>Bouwen</a:t>
              </a:r>
              <a:r>
                <a:rPr lang="en-US" b="1" dirty="0">
                  <a:solidFill>
                    <a:srgbClr val="342A86"/>
                  </a:solidFill>
                  <a:latin typeface="Calibri"/>
                </a:rPr>
                <a:t> </a:t>
              </a:r>
              <a:r>
                <a:rPr lang="en-US" dirty="0">
                  <a:solidFill>
                    <a:prstClr val="black"/>
                  </a:solidFill>
                  <a:latin typeface="Calibri"/>
                </a:rPr>
                <a:t>van een </a:t>
              </a:r>
              <a:r>
                <a:rPr lang="en-US" dirty="0" err="1">
                  <a:solidFill>
                    <a:prstClr val="black"/>
                  </a:solidFill>
                  <a:latin typeface="Calibri"/>
                </a:rPr>
                <a:t>coalitie</a:t>
              </a:r>
              <a:r>
                <a:rPr lang="en-US" dirty="0">
                  <a:solidFill>
                    <a:prstClr val="black"/>
                  </a:solidFill>
                  <a:latin typeface="Calibri"/>
                </a:rPr>
                <a:t> </a:t>
              </a:r>
            </a:p>
            <a:p>
              <a:pPr algn="ctr">
                <a:defRPr/>
              </a:pPr>
              <a:r>
                <a:rPr lang="en-US" dirty="0">
                  <a:solidFill>
                    <a:prstClr val="black"/>
                  </a:solidFill>
                  <a:latin typeface="Calibri"/>
                </a:rPr>
                <a:t>van </a:t>
              </a:r>
              <a:r>
                <a:rPr lang="en-US" dirty="0" err="1">
                  <a:solidFill>
                    <a:prstClr val="black"/>
                  </a:solidFill>
                  <a:latin typeface="Calibri"/>
                </a:rPr>
                <a:t>sponsoren</a:t>
              </a:r>
              <a:r>
                <a:rPr lang="en-US" dirty="0">
                  <a:solidFill>
                    <a:prstClr val="black"/>
                  </a:solidFill>
                  <a:latin typeface="Calibri"/>
                </a:rPr>
                <a:t> </a:t>
              </a:r>
            </a:p>
          </p:txBody>
        </p:sp>
        <p:sp>
          <p:nvSpPr>
            <p:cNvPr id="12" name="Oval 12">
              <a:extLst>
                <a:ext uri="{FF2B5EF4-FFF2-40B4-BE49-F238E27FC236}">
                  <a16:creationId xmlns:a16="http://schemas.microsoft.com/office/drawing/2014/main" id="{A101F3E6-6ABC-C4A3-52C7-F9AA9858C8DF}"/>
                </a:ext>
              </a:extLst>
            </p:cNvPr>
            <p:cNvSpPr/>
            <p:nvPr/>
          </p:nvSpPr>
          <p:spPr>
            <a:xfrm>
              <a:off x="3963989" y="2299581"/>
              <a:ext cx="1216024" cy="1215320"/>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57200">
                <a:defRPr/>
              </a:pPr>
              <a:r>
                <a:rPr lang="en-US" sz="4400" b="1">
                  <a:solidFill>
                    <a:schemeClr val="tx1">
                      <a:lumMod val="65000"/>
                      <a:lumOff val="35000"/>
                    </a:schemeClr>
                  </a:solidFill>
                </a:rPr>
                <a:t>B</a:t>
              </a:r>
            </a:p>
          </p:txBody>
        </p:sp>
      </p:grpSp>
      <p:sp>
        <p:nvSpPr>
          <p:cNvPr id="13" name="Rectangle 9">
            <a:extLst>
              <a:ext uri="{FF2B5EF4-FFF2-40B4-BE49-F238E27FC236}">
                <a16:creationId xmlns:a16="http://schemas.microsoft.com/office/drawing/2014/main" id="{EBBA84FE-6492-B400-804D-C36F5BADDBAE}"/>
              </a:ext>
            </a:extLst>
          </p:cNvPr>
          <p:cNvSpPr/>
          <p:nvPr/>
        </p:nvSpPr>
        <p:spPr bwMode="auto">
          <a:xfrm>
            <a:off x="8041773" y="4203452"/>
            <a:ext cx="2781300" cy="457200"/>
          </a:xfrm>
          <a:prstGeom prst="rect">
            <a:avLst/>
          </a:prstGeom>
          <a:ln>
            <a:noFill/>
          </a:ln>
        </p:spPr>
        <p:txBody>
          <a:bodyPr wrap="none"/>
          <a:lstStyle/>
          <a:p>
            <a:pPr algn="ctr">
              <a:defRPr/>
            </a:pPr>
            <a:r>
              <a:rPr lang="en-US" b="1" err="1">
                <a:solidFill>
                  <a:schemeClr val="accent1"/>
                </a:solidFill>
                <a:latin typeface="Calibri"/>
              </a:rPr>
              <a:t>Communiceer</a:t>
            </a:r>
            <a:r>
              <a:rPr lang="en-US" b="1">
                <a:solidFill>
                  <a:srgbClr val="342A86"/>
                </a:solidFill>
                <a:latin typeface="Calibri"/>
              </a:rPr>
              <a:t> </a:t>
            </a:r>
            <a:r>
              <a:rPr lang="en-US">
                <a:solidFill>
                  <a:prstClr val="black"/>
                </a:solidFill>
                <a:latin typeface="Calibri"/>
              </a:rPr>
              <a:t>direct</a:t>
            </a:r>
            <a:br>
              <a:rPr lang="en-US">
                <a:solidFill>
                  <a:prstClr val="black"/>
                </a:solidFill>
                <a:latin typeface="Calibri"/>
              </a:rPr>
            </a:br>
            <a:r>
              <a:rPr lang="en-US">
                <a:solidFill>
                  <a:prstClr val="black"/>
                </a:solidFill>
                <a:latin typeface="Calibri"/>
              </a:rPr>
              <a:t>met </a:t>
            </a:r>
            <a:r>
              <a:rPr lang="en-US" err="1">
                <a:solidFill>
                  <a:prstClr val="black"/>
                </a:solidFill>
                <a:latin typeface="Calibri"/>
              </a:rPr>
              <a:t>medewerkers</a:t>
            </a:r>
            <a:endParaRPr lang="en-US">
              <a:solidFill>
                <a:prstClr val="black"/>
              </a:solidFill>
              <a:latin typeface="Calibri"/>
            </a:endParaRPr>
          </a:p>
        </p:txBody>
      </p:sp>
      <p:sp>
        <p:nvSpPr>
          <p:cNvPr id="14" name="Oval 10">
            <a:extLst>
              <a:ext uri="{FF2B5EF4-FFF2-40B4-BE49-F238E27FC236}">
                <a16:creationId xmlns:a16="http://schemas.microsoft.com/office/drawing/2014/main" id="{5E2B84A5-483B-695C-56C4-075B4BC9004A}"/>
              </a:ext>
            </a:extLst>
          </p:cNvPr>
          <p:cNvSpPr/>
          <p:nvPr/>
        </p:nvSpPr>
        <p:spPr bwMode="auto">
          <a:xfrm>
            <a:off x="8824412" y="2763591"/>
            <a:ext cx="1216025" cy="1214437"/>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57200">
              <a:defRPr/>
            </a:pPr>
            <a:r>
              <a:rPr lang="en-US" sz="4400" b="1">
                <a:solidFill>
                  <a:schemeClr val="tx1">
                    <a:lumMod val="65000"/>
                    <a:lumOff val="35000"/>
                  </a:schemeClr>
                </a:solidFill>
              </a:rPr>
              <a:t>C</a:t>
            </a:r>
          </a:p>
        </p:txBody>
      </p:sp>
    </p:spTree>
    <p:extLst>
      <p:ext uri="{BB962C8B-B14F-4D97-AF65-F5344CB8AC3E}">
        <p14:creationId xmlns:p14="http://schemas.microsoft.com/office/powerpoint/2010/main" val="5936848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hthoek 13">
            <a:extLst>
              <a:ext uri="{FF2B5EF4-FFF2-40B4-BE49-F238E27FC236}">
                <a16:creationId xmlns:a16="http://schemas.microsoft.com/office/drawing/2014/main" id="{0808685F-5F5F-4104-41F2-20C57E135E2B}"/>
              </a:ext>
            </a:extLst>
          </p:cNvPr>
          <p:cNvSpPr/>
          <p:nvPr/>
        </p:nvSpPr>
        <p:spPr>
          <a:xfrm>
            <a:off x="4579951" y="3864062"/>
            <a:ext cx="5915608" cy="1691332"/>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hthoek 12">
            <a:extLst>
              <a:ext uri="{FF2B5EF4-FFF2-40B4-BE49-F238E27FC236}">
                <a16:creationId xmlns:a16="http://schemas.microsoft.com/office/drawing/2014/main" id="{DDC71EAC-9067-CF37-D8AD-381551967FF3}"/>
              </a:ext>
            </a:extLst>
          </p:cNvPr>
          <p:cNvSpPr/>
          <p:nvPr/>
        </p:nvSpPr>
        <p:spPr>
          <a:xfrm>
            <a:off x="4575111" y="2784447"/>
            <a:ext cx="5915608" cy="1130121"/>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hthoek 11">
            <a:extLst>
              <a:ext uri="{FF2B5EF4-FFF2-40B4-BE49-F238E27FC236}">
                <a16:creationId xmlns:a16="http://schemas.microsoft.com/office/drawing/2014/main" id="{27FDBBEF-6881-9046-34CA-893955E24193}"/>
              </a:ext>
            </a:extLst>
          </p:cNvPr>
          <p:cNvSpPr/>
          <p:nvPr/>
        </p:nvSpPr>
        <p:spPr>
          <a:xfrm>
            <a:off x="4575111" y="1676081"/>
            <a:ext cx="5915608" cy="113012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el 2">
            <a:extLst>
              <a:ext uri="{FF2B5EF4-FFF2-40B4-BE49-F238E27FC236}">
                <a16:creationId xmlns:a16="http://schemas.microsoft.com/office/drawing/2014/main" id="{205217C2-1D2C-65D6-882F-22801691ABB8}"/>
              </a:ext>
            </a:extLst>
          </p:cNvPr>
          <p:cNvSpPr>
            <a:spLocks noGrp="1"/>
          </p:cNvSpPr>
          <p:nvPr>
            <p:ph type="title"/>
          </p:nvPr>
        </p:nvSpPr>
        <p:spPr>
          <a:xfrm>
            <a:off x="1542442" y="11657"/>
            <a:ext cx="8724913" cy="1325563"/>
          </a:xfrm>
        </p:spPr>
        <p:txBody>
          <a:bodyPr>
            <a:normAutofit/>
          </a:bodyPr>
          <a:lstStyle/>
          <a:p>
            <a:r>
              <a:rPr lang="nl-NL" sz="4000" dirty="0">
                <a:solidFill>
                  <a:schemeClr val="tx1"/>
                </a:solidFill>
              </a:rPr>
              <a:t>Op welk niveau zit jullie opdracht?</a:t>
            </a:r>
            <a:endParaRPr lang="en-US" sz="4000" dirty="0">
              <a:solidFill>
                <a:schemeClr val="tx1"/>
              </a:solidFill>
            </a:endParaRPr>
          </a:p>
        </p:txBody>
      </p:sp>
      <p:sp>
        <p:nvSpPr>
          <p:cNvPr id="5" name="Pijl: rechts 4">
            <a:extLst>
              <a:ext uri="{FF2B5EF4-FFF2-40B4-BE49-F238E27FC236}">
                <a16:creationId xmlns:a16="http://schemas.microsoft.com/office/drawing/2014/main" id="{A0EDCB7C-F26B-FCC5-6ADC-ABC9BC758FDE}"/>
              </a:ext>
            </a:extLst>
          </p:cNvPr>
          <p:cNvSpPr/>
          <p:nvPr/>
        </p:nvSpPr>
        <p:spPr>
          <a:xfrm>
            <a:off x="2924514" y="1928090"/>
            <a:ext cx="1972191" cy="566167"/>
          </a:xfrm>
          <a:prstGeom prst="rightArrow">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400" dirty="0">
                <a:solidFill>
                  <a:srgbClr val="C00000"/>
                </a:solidFill>
              </a:rPr>
              <a:t>Strategische opdracht</a:t>
            </a:r>
            <a:endParaRPr lang="en-US" sz="1400" dirty="0">
              <a:solidFill>
                <a:srgbClr val="C00000"/>
              </a:solidFill>
            </a:endParaRPr>
          </a:p>
        </p:txBody>
      </p:sp>
      <p:pic>
        <p:nvPicPr>
          <p:cNvPr id="9" name="Graphic 8" descr="Held, man silhouet">
            <a:extLst>
              <a:ext uri="{FF2B5EF4-FFF2-40B4-BE49-F238E27FC236}">
                <a16:creationId xmlns:a16="http://schemas.microsoft.com/office/drawing/2014/main" id="{9E23BAC6-746C-4D3C-4A30-3E6CC0BFD1F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862934" y="2892306"/>
            <a:ext cx="914400" cy="914400"/>
          </a:xfrm>
          <a:prstGeom prst="rect">
            <a:avLst/>
          </a:prstGeom>
        </p:spPr>
      </p:pic>
      <p:sp>
        <p:nvSpPr>
          <p:cNvPr id="10" name="Tekstvak 9">
            <a:extLst>
              <a:ext uri="{FF2B5EF4-FFF2-40B4-BE49-F238E27FC236}">
                <a16:creationId xmlns:a16="http://schemas.microsoft.com/office/drawing/2014/main" id="{37BBE1DF-8B4A-E736-8D33-E1EA9BB7D35B}"/>
              </a:ext>
            </a:extLst>
          </p:cNvPr>
          <p:cNvSpPr txBox="1"/>
          <p:nvPr/>
        </p:nvSpPr>
        <p:spPr>
          <a:xfrm>
            <a:off x="1609859" y="3729901"/>
            <a:ext cx="1314654" cy="369332"/>
          </a:xfrm>
          <a:prstGeom prst="rect">
            <a:avLst/>
          </a:prstGeom>
          <a:noFill/>
        </p:spPr>
        <p:txBody>
          <a:bodyPr wrap="square" rtlCol="0">
            <a:spAutoFit/>
          </a:bodyPr>
          <a:lstStyle/>
          <a:p>
            <a:pPr algn="ctr"/>
            <a:r>
              <a:rPr lang="nl-NL" dirty="0"/>
              <a:t>Consultant</a:t>
            </a:r>
            <a:endParaRPr lang="en-US" dirty="0"/>
          </a:p>
        </p:txBody>
      </p:sp>
      <p:graphicFrame>
        <p:nvGraphicFramePr>
          <p:cNvPr id="11" name="Diagram 10">
            <a:extLst>
              <a:ext uri="{FF2B5EF4-FFF2-40B4-BE49-F238E27FC236}">
                <a16:creationId xmlns:a16="http://schemas.microsoft.com/office/drawing/2014/main" id="{E3F9C7D5-F2C9-8D91-FD89-2FDBB611EE0C}"/>
              </a:ext>
            </a:extLst>
          </p:cNvPr>
          <p:cNvGraphicFramePr/>
          <p:nvPr/>
        </p:nvGraphicFramePr>
        <p:xfrm>
          <a:off x="5405745" y="1788571"/>
          <a:ext cx="4878664" cy="375349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15" name="Tekstvak 14">
            <a:extLst>
              <a:ext uri="{FF2B5EF4-FFF2-40B4-BE49-F238E27FC236}">
                <a16:creationId xmlns:a16="http://schemas.microsoft.com/office/drawing/2014/main" id="{91B3162C-34AA-527F-CAE9-7EE1F65D3972}"/>
              </a:ext>
            </a:extLst>
          </p:cNvPr>
          <p:cNvSpPr txBox="1"/>
          <p:nvPr/>
        </p:nvSpPr>
        <p:spPr>
          <a:xfrm>
            <a:off x="4579952" y="2482128"/>
            <a:ext cx="1324947" cy="307777"/>
          </a:xfrm>
          <a:prstGeom prst="rect">
            <a:avLst/>
          </a:prstGeom>
          <a:noFill/>
        </p:spPr>
        <p:txBody>
          <a:bodyPr wrap="square" rtlCol="0">
            <a:spAutoFit/>
          </a:bodyPr>
          <a:lstStyle/>
          <a:p>
            <a:r>
              <a:rPr lang="nl-NL" sz="1400" dirty="0"/>
              <a:t>Strategisch</a:t>
            </a:r>
            <a:endParaRPr lang="en-US" dirty="0"/>
          </a:p>
        </p:txBody>
      </p:sp>
      <p:sp>
        <p:nvSpPr>
          <p:cNvPr id="16" name="Tekstvak 15">
            <a:extLst>
              <a:ext uri="{FF2B5EF4-FFF2-40B4-BE49-F238E27FC236}">
                <a16:creationId xmlns:a16="http://schemas.microsoft.com/office/drawing/2014/main" id="{663A2788-9B35-B6D4-19C7-CE0483D21AF6}"/>
              </a:ext>
            </a:extLst>
          </p:cNvPr>
          <p:cNvSpPr txBox="1"/>
          <p:nvPr/>
        </p:nvSpPr>
        <p:spPr>
          <a:xfrm>
            <a:off x="4579952" y="3542072"/>
            <a:ext cx="1324947" cy="307777"/>
          </a:xfrm>
          <a:prstGeom prst="rect">
            <a:avLst/>
          </a:prstGeom>
          <a:noFill/>
        </p:spPr>
        <p:txBody>
          <a:bodyPr wrap="square" rtlCol="0">
            <a:spAutoFit/>
          </a:bodyPr>
          <a:lstStyle/>
          <a:p>
            <a:r>
              <a:rPr lang="nl-NL" sz="1400" dirty="0"/>
              <a:t>Tactisch</a:t>
            </a:r>
            <a:endParaRPr lang="en-US" dirty="0"/>
          </a:p>
        </p:txBody>
      </p:sp>
      <p:sp>
        <p:nvSpPr>
          <p:cNvPr id="17" name="Tekstvak 16">
            <a:extLst>
              <a:ext uri="{FF2B5EF4-FFF2-40B4-BE49-F238E27FC236}">
                <a16:creationId xmlns:a16="http://schemas.microsoft.com/office/drawing/2014/main" id="{DE5823EC-BE30-DCB7-E9B4-7FF5C121B332}"/>
              </a:ext>
            </a:extLst>
          </p:cNvPr>
          <p:cNvSpPr txBox="1"/>
          <p:nvPr/>
        </p:nvSpPr>
        <p:spPr>
          <a:xfrm>
            <a:off x="4579952" y="5234293"/>
            <a:ext cx="1324947" cy="307777"/>
          </a:xfrm>
          <a:prstGeom prst="rect">
            <a:avLst/>
          </a:prstGeom>
          <a:noFill/>
        </p:spPr>
        <p:txBody>
          <a:bodyPr wrap="square" rtlCol="0">
            <a:spAutoFit/>
          </a:bodyPr>
          <a:lstStyle/>
          <a:p>
            <a:r>
              <a:rPr lang="nl-NL" sz="1400" dirty="0"/>
              <a:t>Operationeel</a:t>
            </a:r>
            <a:endParaRPr lang="en-US" dirty="0"/>
          </a:p>
        </p:txBody>
      </p:sp>
      <p:sp>
        <p:nvSpPr>
          <p:cNvPr id="18" name="Pijl: rechts 17">
            <a:extLst>
              <a:ext uri="{FF2B5EF4-FFF2-40B4-BE49-F238E27FC236}">
                <a16:creationId xmlns:a16="http://schemas.microsoft.com/office/drawing/2014/main" id="{AF102F44-A0BD-5EBA-D030-4135293711DB}"/>
              </a:ext>
            </a:extLst>
          </p:cNvPr>
          <p:cNvSpPr/>
          <p:nvPr/>
        </p:nvSpPr>
        <p:spPr>
          <a:xfrm>
            <a:off x="2924513" y="3005193"/>
            <a:ext cx="1972191" cy="511113"/>
          </a:xfrm>
          <a:prstGeom prst="rightArrow">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400" dirty="0">
                <a:solidFill>
                  <a:srgbClr val="C00000"/>
                </a:solidFill>
              </a:rPr>
              <a:t>Opdrachtgever</a:t>
            </a:r>
            <a:endParaRPr lang="en-US" sz="1400" dirty="0">
              <a:solidFill>
                <a:srgbClr val="C00000"/>
              </a:solidFill>
            </a:endParaRPr>
          </a:p>
        </p:txBody>
      </p:sp>
      <p:sp>
        <p:nvSpPr>
          <p:cNvPr id="19" name="Pijl: omhoog 18">
            <a:extLst>
              <a:ext uri="{FF2B5EF4-FFF2-40B4-BE49-F238E27FC236}">
                <a16:creationId xmlns:a16="http://schemas.microsoft.com/office/drawing/2014/main" id="{F46B76C4-4B64-A7A4-73EB-6BB464B7842C}"/>
              </a:ext>
            </a:extLst>
          </p:cNvPr>
          <p:cNvSpPr/>
          <p:nvPr/>
        </p:nvSpPr>
        <p:spPr>
          <a:xfrm>
            <a:off x="3784431" y="2398138"/>
            <a:ext cx="250242" cy="690640"/>
          </a:xfrm>
          <a:prstGeom prst="upArrow">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4200797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0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1250" fill="hold"/>
                                        <p:tgtEl>
                                          <p:spTgt spid="9"/>
                                        </p:tgtEl>
                                        <p:attrNameLst>
                                          <p:attrName>ppt_x</p:attrName>
                                        </p:attrNameLst>
                                      </p:cBhvr>
                                      <p:tavLst>
                                        <p:tav tm="0">
                                          <p:val>
                                            <p:strVal val="1+#ppt_w/2"/>
                                          </p:val>
                                        </p:tav>
                                        <p:tav tm="100000">
                                          <p:val>
                                            <p:strVal val="#ppt_x"/>
                                          </p:val>
                                        </p:tav>
                                      </p:tavLst>
                                    </p:anim>
                                    <p:anim calcmode="lin" valueType="num">
                                      <p:cBhvr additive="base">
                                        <p:cTn id="32" dur="1250" fill="hold"/>
                                        <p:tgtEl>
                                          <p:spTgt spid="9"/>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1250" fill="hold"/>
                                        <p:tgtEl>
                                          <p:spTgt spid="10"/>
                                        </p:tgtEl>
                                        <p:attrNameLst>
                                          <p:attrName>ppt_x</p:attrName>
                                        </p:attrNameLst>
                                      </p:cBhvr>
                                      <p:tavLst>
                                        <p:tav tm="0">
                                          <p:val>
                                            <p:strVal val="1+#ppt_w/2"/>
                                          </p:val>
                                        </p:tav>
                                        <p:tav tm="100000">
                                          <p:val>
                                            <p:strVal val="#ppt_x"/>
                                          </p:val>
                                        </p:tav>
                                      </p:tavLst>
                                    </p:anim>
                                    <p:anim calcmode="lin" valueType="num">
                                      <p:cBhvr additive="base">
                                        <p:cTn id="36" dur="125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5"/>
                                        </p:tgtEl>
                                        <p:attrNameLst>
                                          <p:attrName>style.visibility</p:attrName>
                                        </p:attrNameLst>
                                      </p:cBhvr>
                                      <p:to>
                                        <p:strVal val="visible"/>
                                      </p:to>
                                    </p:set>
                                    <p:animEffect transition="in" filter="fade">
                                      <p:cBhvr>
                                        <p:cTn id="41" dur="500"/>
                                        <p:tgtEl>
                                          <p:spTgt spid="5"/>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3" grpId="0" animBg="1"/>
      <p:bldP spid="12" grpId="0" animBg="1"/>
      <p:bldP spid="5" grpId="0" animBg="1"/>
      <p:bldP spid="10" grpId="0"/>
      <p:bldP spid="15" grpId="0"/>
      <p:bldP spid="16" grpId="0"/>
      <p:bldP spid="17" grpId="0"/>
      <p:bldP spid="18" grpId="0" animBg="1"/>
      <p:bldP spid="1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2">
            <a:extLst>
              <a:ext uri="{FF2B5EF4-FFF2-40B4-BE49-F238E27FC236}">
                <a16:creationId xmlns:a16="http://schemas.microsoft.com/office/drawing/2014/main" id="{6243686D-22AD-9256-0003-124B1018169C}"/>
              </a:ext>
            </a:extLst>
          </p:cNvPr>
          <p:cNvSpPr txBox="1">
            <a:spLocks/>
          </p:cNvSpPr>
          <p:nvPr/>
        </p:nvSpPr>
        <p:spPr>
          <a:xfrm>
            <a:off x="1780082" y="2060848"/>
            <a:ext cx="8631836" cy="2528383"/>
          </a:xfrm>
          <a:prstGeom prst="rect">
            <a:avLst/>
          </a:prstGeom>
        </p:spPr>
        <p:txBody>
          <a:bodyPr vert="horz" lIns="91440" tIns="45720" rIns="91440" bIns="45720" rtlCol="0" anchor="b">
            <a:normAutofit fontScale="92500" lnSpcReduction="20000"/>
          </a:bodyPr>
          <a:lstStyle>
            <a:lvl1pPr algn="l" defTabSz="385753" rtl="0" eaLnBrk="1" latinLnBrk="0" hangingPunct="1">
              <a:lnSpc>
                <a:spcPct val="90000"/>
              </a:lnSpc>
              <a:spcBef>
                <a:spcPct val="0"/>
              </a:spcBef>
              <a:buNone/>
              <a:defRPr lang="nl-NL" sz="2400" b="0" kern="1200" baseline="0">
                <a:solidFill>
                  <a:srgbClr val="E50056"/>
                </a:solidFill>
                <a:latin typeface="Avenir Next Condensed" panose="020B0506020202020204" pitchFamily="34" charset="0"/>
                <a:ea typeface="+mj-ea"/>
                <a:cs typeface="Arial" panose="020B0604020202020204" pitchFamily="34" charset="0"/>
                <a:sym typeface="Avenir Next Condensed Demi Bold"/>
              </a:defRPr>
            </a:lvl1pPr>
          </a:lstStyle>
          <a:p>
            <a:pPr algn="ctr"/>
            <a:r>
              <a:rPr lang="en-US" sz="7200" dirty="0">
                <a:solidFill>
                  <a:schemeClr val="tx1"/>
                </a:solidFill>
                <a:latin typeface="+mj-lt"/>
              </a:rPr>
              <a:t>Wie </a:t>
            </a:r>
            <a:r>
              <a:rPr lang="en-US" sz="7200" dirty="0" err="1">
                <a:solidFill>
                  <a:schemeClr val="tx1"/>
                </a:solidFill>
                <a:latin typeface="+mj-lt"/>
              </a:rPr>
              <a:t>kunnen</a:t>
            </a:r>
            <a:r>
              <a:rPr lang="en-US" sz="7200" dirty="0">
                <a:solidFill>
                  <a:schemeClr val="tx1"/>
                </a:solidFill>
                <a:latin typeface="+mj-lt"/>
              </a:rPr>
              <a:t> </a:t>
            </a:r>
          </a:p>
          <a:p>
            <a:pPr algn="ctr"/>
            <a:r>
              <a:rPr lang="en-US" sz="7200" dirty="0" err="1">
                <a:solidFill>
                  <a:schemeClr val="tx1"/>
                </a:solidFill>
                <a:latin typeface="+mj-lt"/>
              </a:rPr>
              <a:t>informele</a:t>
            </a:r>
            <a:r>
              <a:rPr lang="en-US" sz="7200" dirty="0">
                <a:solidFill>
                  <a:schemeClr val="tx1"/>
                </a:solidFill>
                <a:latin typeface="+mj-lt"/>
              </a:rPr>
              <a:t> sponsors </a:t>
            </a:r>
            <a:r>
              <a:rPr lang="en-US" sz="7200" dirty="0" err="1">
                <a:solidFill>
                  <a:schemeClr val="tx1"/>
                </a:solidFill>
                <a:latin typeface="+mj-lt"/>
              </a:rPr>
              <a:t>zijn</a:t>
            </a:r>
            <a:r>
              <a:rPr lang="en-US" sz="7200" dirty="0">
                <a:solidFill>
                  <a:schemeClr val="tx1"/>
                </a:solidFill>
                <a:latin typeface="+mj-lt"/>
              </a:rPr>
              <a:t>?</a:t>
            </a:r>
          </a:p>
        </p:txBody>
      </p:sp>
    </p:spTree>
    <p:extLst>
      <p:ext uri="{BB962C8B-B14F-4D97-AF65-F5344CB8AC3E}">
        <p14:creationId xmlns:p14="http://schemas.microsoft.com/office/powerpoint/2010/main" val="3806615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9FBE0CA-A089-4A41-AB95-51224BD66312}"/>
              </a:ext>
            </a:extLst>
          </p:cNvPr>
          <p:cNvSpPr>
            <a:spLocks noGrp="1"/>
          </p:cNvSpPr>
          <p:nvPr>
            <p:ph type="ctrTitle"/>
          </p:nvPr>
        </p:nvSpPr>
        <p:spPr>
          <a:xfrm>
            <a:off x="1275355" y="799063"/>
            <a:ext cx="9229952" cy="813343"/>
          </a:xfrm>
        </p:spPr>
        <p:txBody>
          <a:bodyPr/>
          <a:lstStyle/>
          <a:p>
            <a:r>
              <a:rPr lang="nl-NL" sz="4400" dirty="0">
                <a:solidFill>
                  <a:schemeClr val="tx1"/>
                </a:solidFill>
              </a:rPr>
              <a:t>De mogelijke (negatieve) invloed van </a:t>
            </a:r>
            <a:br>
              <a:rPr lang="nl-NL" sz="4400" dirty="0">
                <a:solidFill>
                  <a:schemeClr val="tx1"/>
                </a:solidFill>
              </a:rPr>
            </a:br>
            <a:r>
              <a:rPr lang="nl-NL" sz="4400" dirty="0">
                <a:solidFill>
                  <a:schemeClr val="tx1"/>
                </a:solidFill>
              </a:rPr>
              <a:t>informele leiders in een groep</a:t>
            </a:r>
          </a:p>
        </p:txBody>
      </p:sp>
      <p:sp>
        <p:nvSpPr>
          <p:cNvPr id="3" name="Ovaal 2">
            <a:extLst>
              <a:ext uri="{FF2B5EF4-FFF2-40B4-BE49-F238E27FC236}">
                <a16:creationId xmlns:a16="http://schemas.microsoft.com/office/drawing/2014/main" id="{E835D71A-8F8A-4A77-BF75-60DFC6314CE5}"/>
              </a:ext>
            </a:extLst>
          </p:cNvPr>
          <p:cNvSpPr/>
          <p:nvPr/>
        </p:nvSpPr>
        <p:spPr>
          <a:xfrm>
            <a:off x="6766791" y="3255913"/>
            <a:ext cx="397642" cy="374936"/>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latin typeface="Raleway" pitchFamily="2" charset="0"/>
            </a:endParaRPr>
          </a:p>
        </p:txBody>
      </p:sp>
      <p:sp>
        <p:nvSpPr>
          <p:cNvPr id="4" name="Ovaal 3">
            <a:extLst>
              <a:ext uri="{FF2B5EF4-FFF2-40B4-BE49-F238E27FC236}">
                <a16:creationId xmlns:a16="http://schemas.microsoft.com/office/drawing/2014/main" id="{6A14A040-0C54-4F27-9955-5EA8136A9B30}"/>
              </a:ext>
            </a:extLst>
          </p:cNvPr>
          <p:cNvSpPr/>
          <p:nvPr/>
        </p:nvSpPr>
        <p:spPr>
          <a:xfrm>
            <a:off x="4461859" y="3431753"/>
            <a:ext cx="852368" cy="80369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latin typeface="Raleway" pitchFamily="2" charset="0"/>
            </a:endParaRPr>
          </a:p>
        </p:txBody>
      </p:sp>
      <p:sp>
        <p:nvSpPr>
          <p:cNvPr id="5" name="Lachebekje 4">
            <a:extLst>
              <a:ext uri="{FF2B5EF4-FFF2-40B4-BE49-F238E27FC236}">
                <a16:creationId xmlns:a16="http://schemas.microsoft.com/office/drawing/2014/main" id="{C24F8248-1CB1-4519-8403-D3FAEA4EDF7B}"/>
              </a:ext>
            </a:extLst>
          </p:cNvPr>
          <p:cNvSpPr/>
          <p:nvPr/>
        </p:nvSpPr>
        <p:spPr>
          <a:xfrm>
            <a:off x="4606625" y="3538581"/>
            <a:ext cx="542735" cy="572232"/>
          </a:xfrm>
          <a:prstGeom prst="smileyFace">
            <a:avLst/>
          </a:prstGeom>
          <a:solidFill>
            <a:srgbClr val="009900"/>
          </a:solidFill>
          <a:ln w="25400" cap="flat" cmpd="sng" algn="ctr">
            <a:solidFill>
              <a:srgbClr val="FFFFFF"/>
            </a:solidFill>
            <a:prstDash val="solid"/>
          </a:ln>
          <a:effectLst/>
        </p:spPr>
        <p:style>
          <a:lnRef idx="0">
            <a:scrgbClr r="0" g="0" b="0"/>
          </a:lnRef>
          <a:fillRef idx="0">
            <a:scrgbClr r="0" g="0" b="0"/>
          </a:fillRef>
          <a:effectRef idx="0">
            <a:scrgbClr r="0" g="0" b="0"/>
          </a:effectRef>
          <a:fontRef idx="major"/>
        </p:style>
        <p:txBody>
          <a:bodyPr rtlCol="0" anchor="ctr"/>
          <a:lstStyle/>
          <a:p>
            <a:pPr algn="ctr" defTabSz="685800">
              <a:defRPr/>
            </a:pPr>
            <a:endParaRPr lang="nl-NL" sz="1350" kern="0">
              <a:solidFill>
                <a:prstClr val="white"/>
              </a:solidFill>
              <a:latin typeface="Raleway" pitchFamily="2" charset="0"/>
              <a:ea typeface="ＭＳ Ｐゴシック"/>
              <a:cs typeface="+mn-cs"/>
            </a:endParaRPr>
          </a:p>
        </p:txBody>
      </p:sp>
      <p:sp>
        <p:nvSpPr>
          <p:cNvPr id="6" name="Lachebekje 5">
            <a:extLst>
              <a:ext uri="{FF2B5EF4-FFF2-40B4-BE49-F238E27FC236}">
                <a16:creationId xmlns:a16="http://schemas.microsoft.com/office/drawing/2014/main" id="{99114192-3E12-4350-B865-81B97614694B}"/>
              </a:ext>
            </a:extLst>
          </p:cNvPr>
          <p:cNvSpPr/>
          <p:nvPr/>
        </p:nvSpPr>
        <p:spPr>
          <a:xfrm>
            <a:off x="7631612" y="3981119"/>
            <a:ext cx="253193" cy="266954"/>
          </a:xfrm>
          <a:prstGeom prst="smileyFace">
            <a:avLst/>
          </a:prstGeom>
          <a:solidFill>
            <a:srgbClr val="0099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nl-NL" sz="1350">
              <a:solidFill>
                <a:prstClr val="white"/>
              </a:solidFill>
              <a:latin typeface="Raleway" pitchFamily="2" charset="0"/>
            </a:endParaRPr>
          </a:p>
        </p:txBody>
      </p:sp>
      <p:sp>
        <p:nvSpPr>
          <p:cNvPr id="7" name="Lachebekje 6">
            <a:extLst>
              <a:ext uri="{FF2B5EF4-FFF2-40B4-BE49-F238E27FC236}">
                <a16:creationId xmlns:a16="http://schemas.microsoft.com/office/drawing/2014/main" id="{1C511C23-DF3D-41DE-B28E-5DEC4ED35EE6}"/>
              </a:ext>
            </a:extLst>
          </p:cNvPr>
          <p:cNvSpPr/>
          <p:nvPr/>
        </p:nvSpPr>
        <p:spPr>
          <a:xfrm>
            <a:off x="7530528" y="3627330"/>
            <a:ext cx="253193" cy="266954"/>
          </a:xfrm>
          <a:prstGeom prst="smileyFace">
            <a:avLst/>
          </a:prstGeom>
          <a:solidFill>
            <a:srgbClr val="0099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nl-NL" sz="1350">
              <a:solidFill>
                <a:prstClr val="white"/>
              </a:solidFill>
              <a:latin typeface="Raleway" pitchFamily="2" charset="0"/>
            </a:endParaRPr>
          </a:p>
        </p:txBody>
      </p:sp>
      <p:grpSp>
        <p:nvGrpSpPr>
          <p:cNvPr id="8" name="Groep 7">
            <a:extLst>
              <a:ext uri="{FF2B5EF4-FFF2-40B4-BE49-F238E27FC236}">
                <a16:creationId xmlns:a16="http://schemas.microsoft.com/office/drawing/2014/main" id="{8D1D2237-1050-401D-8CB2-0087C0BBD5F9}"/>
              </a:ext>
            </a:extLst>
          </p:cNvPr>
          <p:cNvGrpSpPr/>
          <p:nvPr/>
        </p:nvGrpSpPr>
        <p:grpSpPr>
          <a:xfrm>
            <a:off x="6978241" y="3614061"/>
            <a:ext cx="234800" cy="246423"/>
            <a:chOff x="5314463" y="4984623"/>
            <a:chExt cx="313066" cy="328564"/>
          </a:xfrm>
        </p:grpSpPr>
        <p:sp>
          <p:nvSpPr>
            <p:cNvPr id="9" name="Ovaal 8">
              <a:extLst>
                <a:ext uri="{FF2B5EF4-FFF2-40B4-BE49-F238E27FC236}">
                  <a16:creationId xmlns:a16="http://schemas.microsoft.com/office/drawing/2014/main" id="{871F338E-53AE-4801-A9FC-85DE87E1C8F0}"/>
                </a:ext>
              </a:extLst>
            </p:cNvPr>
            <p:cNvSpPr/>
            <p:nvPr/>
          </p:nvSpPr>
          <p:spPr>
            <a:xfrm>
              <a:off x="5314463" y="4984623"/>
              <a:ext cx="313066" cy="328564"/>
            </a:xfrm>
            <a:prstGeom prst="ellipse">
              <a:avLst/>
            </a:prstGeom>
            <a:solidFill>
              <a:srgbClr val="FF9900"/>
            </a:solidFill>
            <a:ln>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nl-NL" sz="1350">
                <a:solidFill>
                  <a:prstClr val="white"/>
                </a:solidFill>
                <a:latin typeface="Raleway" pitchFamily="2" charset="0"/>
              </a:endParaRPr>
            </a:p>
          </p:txBody>
        </p:sp>
        <p:sp>
          <p:nvSpPr>
            <p:cNvPr id="10" name="Cirkel: leeg 9">
              <a:extLst>
                <a:ext uri="{FF2B5EF4-FFF2-40B4-BE49-F238E27FC236}">
                  <a16:creationId xmlns:a16="http://schemas.microsoft.com/office/drawing/2014/main" id="{A43A1744-EDD3-458F-AE7C-CB30A4743EE9}"/>
                </a:ext>
              </a:extLst>
            </p:cNvPr>
            <p:cNvSpPr/>
            <p:nvPr/>
          </p:nvSpPr>
          <p:spPr>
            <a:xfrm>
              <a:off x="5489711" y="5082864"/>
              <a:ext cx="36000" cy="36000"/>
            </a:xfrm>
            <a:prstGeom prst="donut">
              <a:avLst>
                <a:gd name="adj" fmla="val 5319"/>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nl-NL" sz="1350">
                <a:solidFill>
                  <a:prstClr val="black"/>
                </a:solidFill>
                <a:latin typeface="Raleway" pitchFamily="2" charset="0"/>
              </a:endParaRPr>
            </a:p>
          </p:txBody>
        </p:sp>
        <p:cxnSp>
          <p:nvCxnSpPr>
            <p:cNvPr id="11" name="Rechte verbindingslijn 10">
              <a:extLst>
                <a:ext uri="{FF2B5EF4-FFF2-40B4-BE49-F238E27FC236}">
                  <a16:creationId xmlns:a16="http://schemas.microsoft.com/office/drawing/2014/main" id="{697962AF-F73B-4764-B255-7C552068915F}"/>
                </a:ext>
              </a:extLst>
            </p:cNvPr>
            <p:cNvCxnSpPr>
              <a:cxnSpLocks/>
            </p:cNvCxnSpPr>
            <p:nvPr/>
          </p:nvCxnSpPr>
          <p:spPr>
            <a:xfrm>
              <a:off x="5413599" y="5214062"/>
              <a:ext cx="128869" cy="31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Cirkel: leeg 11">
              <a:extLst>
                <a:ext uri="{FF2B5EF4-FFF2-40B4-BE49-F238E27FC236}">
                  <a16:creationId xmlns:a16="http://schemas.microsoft.com/office/drawing/2014/main" id="{2B53AE57-F867-41B1-B887-73F6015F52C8}"/>
                </a:ext>
              </a:extLst>
            </p:cNvPr>
            <p:cNvSpPr/>
            <p:nvPr/>
          </p:nvSpPr>
          <p:spPr>
            <a:xfrm>
              <a:off x="5420828" y="5083256"/>
              <a:ext cx="36000" cy="36000"/>
            </a:xfrm>
            <a:prstGeom prst="donut">
              <a:avLst>
                <a:gd name="adj" fmla="val 5319"/>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nl-NL" sz="1350">
                <a:solidFill>
                  <a:prstClr val="black"/>
                </a:solidFill>
                <a:latin typeface="Raleway" pitchFamily="2" charset="0"/>
              </a:endParaRPr>
            </a:p>
          </p:txBody>
        </p:sp>
      </p:grpSp>
      <p:grpSp>
        <p:nvGrpSpPr>
          <p:cNvPr id="13" name="Groep 12">
            <a:extLst>
              <a:ext uri="{FF2B5EF4-FFF2-40B4-BE49-F238E27FC236}">
                <a16:creationId xmlns:a16="http://schemas.microsoft.com/office/drawing/2014/main" id="{FD60EB54-697C-450D-B30F-B83599A68233}"/>
              </a:ext>
            </a:extLst>
          </p:cNvPr>
          <p:cNvGrpSpPr/>
          <p:nvPr/>
        </p:nvGrpSpPr>
        <p:grpSpPr>
          <a:xfrm>
            <a:off x="7280432" y="3502111"/>
            <a:ext cx="244241" cy="297371"/>
            <a:chOff x="4915009" y="4980156"/>
            <a:chExt cx="325654" cy="396494"/>
          </a:xfrm>
        </p:grpSpPr>
        <p:sp>
          <p:nvSpPr>
            <p:cNvPr id="14" name="Ovaal 13">
              <a:extLst>
                <a:ext uri="{FF2B5EF4-FFF2-40B4-BE49-F238E27FC236}">
                  <a16:creationId xmlns:a16="http://schemas.microsoft.com/office/drawing/2014/main" id="{6ADBFD17-B608-4CAA-9097-0D2E1FA6351C}"/>
                </a:ext>
              </a:extLst>
            </p:cNvPr>
            <p:cNvSpPr/>
            <p:nvPr/>
          </p:nvSpPr>
          <p:spPr>
            <a:xfrm>
              <a:off x="4915009" y="4980156"/>
              <a:ext cx="313066" cy="32856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nl-NL" sz="1350">
                <a:solidFill>
                  <a:prstClr val="white"/>
                </a:solidFill>
                <a:latin typeface="Raleway" pitchFamily="2" charset="0"/>
              </a:endParaRPr>
            </a:p>
          </p:txBody>
        </p:sp>
        <p:sp>
          <p:nvSpPr>
            <p:cNvPr id="15" name="Boog 14">
              <a:extLst>
                <a:ext uri="{FF2B5EF4-FFF2-40B4-BE49-F238E27FC236}">
                  <a16:creationId xmlns:a16="http://schemas.microsoft.com/office/drawing/2014/main" id="{40FC5BD7-3000-48FE-BC8D-0DDE033F446B}"/>
                </a:ext>
              </a:extLst>
            </p:cNvPr>
            <p:cNvSpPr/>
            <p:nvPr/>
          </p:nvSpPr>
          <p:spPr>
            <a:xfrm rot="17861666">
              <a:off x="5038594" y="5174581"/>
              <a:ext cx="159027" cy="245111"/>
            </a:xfrm>
            <a:prstGeom prst="arc">
              <a:avLst/>
            </a:prstGeom>
            <a:ln w="127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defTabSz="685800">
                <a:defRPr/>
              </a:pPr>
              <a:endParaRPr lang="nl-NL" sz="1350">
                <a:solidFill>
                  <a:prstClr val="black"/>
                </a:solidFill>
                <a:latin typeface="Raleway" pitchFamily="2" charset="0"/>
              </a:endParaRPr>
            </a:p>
          </p:txBody>
        </p:sp>
        <p:sp>
          <p:nvSpPr>
            <p:cNvPr id="16" name="Cirkel: leeg 15">
              <a:extLst>
                <a:ext uri="{FF2B5EF4-FFF2-40B4-BE49-F238E27FC236}">
                  <a16:creationId xmlns:a16="http://schemas.microsoft.com/office/drawing/2014/main" id="{3818B89E-FCFA-4424-8D67-0512B1E6D3F8}"/>
                </a:ext>
              </a:extLst>
            </p:cNvPr>
            <p:cNvSpPr/>
            <p:nvPr/>
          </p:nvSpPr>
          <p:spPr>
            <a:xfrm>
              <a:off x="5085307" y="5115573"/>
              <a:ext cx="36000" cy="36000"/>
            </a:xfrm>
            <a:prstGeom prst="donut">
              <a:avLst>
                <a:gd name="adj" fmla="val 5319"/>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nl-NL" sz="1350">
                <a:solidFill>
                  <a:prstClr val="black"/>
                </a:solidFill>
                <a:latin typeface="Raleway" pitchFamily="2" charset="0"/>
              </a:endParaRPr>
            </a:p>
          </p:txBody>
        </p:sp>
        <p:sp>
          <p:nvSpPr>
            <p:cNvPr id="17" name="Cirkel: leeg 16">
              <a:extLst>
                <a:ext uri="{FF2B5EF4-FFF2-40B4-BE49-F238E27FC236}">
                  <a16:creationId xmlns:a16="http://schemas.microsoft.com/office/drawing/2014/main" id="{EB851CC2-B73F-4D0E-95B6-5A219B3BEF00}"/>
                </a:ext>
              </a:extLst>
            </p:cNvPr>
            <p:cNvSpPr/>
            <p:nvPr/>
          </p:nvSpPr>
          <p:spPr>
            <a:xfrm>
              <a:off x="5018329" y="5115965"/>
              <a:ext cx="36000" cy="36000"/>
            </a:xfrm>
            <a:prstGeom prst="donut">
              <a:avLst>
                <a:gd name="adj" fmla="val 5319"/>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nl-NL" sz="1350">
                <a:solidFill>
                  <a:prstClr val="black"/>
                </a:solidFill>
                <a:latin typeface="Raleway" pitchFamily="2" charset="0"/>
              </a:endParaRPr>
            </a:p>
          </p:txBody>
        </p:sp>
      </p:grpSp>
      <p:grpSp>
        <p:nvGrpSpPr>
          <p:cNvPr id="18" name="Groep 17">
            <a:extLst>
              <a:ext uri="{FF2B5EF4-FFF2-40B4-BE49-F238E27FC236}">
                <a16:creationId xmlns:a16="http://schemas.microsoft.com/office/drawing/2014/main" id="{3A4A5C06-614F-40AB-8C60-99F3ED2E05F5}"/>
              </a:ext>
            </a:extLst>
          </p:cNvPr>
          <p:cNvGrpSpPr/>
          <p:nvPr/>
        </p:nvGrpSpPr>
        <p:grpSpPr>
          <a:xfrm>
            <a:off x="7277752" y="3786804"/>
            <a:ext cx="234800" cy="246423"/>
            <a:chOff x="5314463" y="4984623"/>
            <a:chExt cx="313066" cy="328564"/>
          </a:xfrm>
        </p:grpSpPr>
        <p:sp>
          <p:nvSpPr>
            <p:cNvPr id="19" name="Ovaal 18">
              <a:extLst>
                <a:ext uri="{FF2B5EF4-FFF2-40B4-BE49-F238E27FC236}">
                  <a16:creationId xmlns:a16="http://schemas.microsoft.com/office/drawing/2014/main" id="{67F44FDF-5BBA-4ACE-A277-92B10C5E8097}"/>
                </a:ext>
              </a:extLst>
            </p:cNvPr>
            <p:cNvSpPr/>
            <p:nvPr/>
          </p:nvSpPr>
          <p:spPr>
            <a:xfrm>
              <a:off x="5314463" y="4984623"/>
              <a:ext cx="313066" cy="328564"/>
            </a:xfrm>
            <a:prstGeom prst="ellipse">
              <a:avLst/>
            </a:prstGeom>
            <a:solidFill>
              <a:srgbClr val="FF9900"/>
            </a:solidFill>
            <a:ln>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nl-NL" sz="1350">
                <a:solidFill>
                  <a:prstClr val="white"/>
                </a:solidFill>
                <a:latin typeface="Raleway" pitchFamily="2" charset="0"/>
              </a:endParaRPr>
            </a:p>
          </p:txBody>
        </p:sp>
        <p:sp>
          <p:nvSpPr>
            <p:cNvPr id="20" name="Cirkel: leeg 19">
              <a:extLst>
                <a:ext uri="{FF2B5EF4-FFF2-40B4-BE49-F238E27FC236}">
                  <a16:creationId xmlns:a16="http://schemas.microsoft.com/office/drawing/2014/main" id="{DBEDCA16-353E-46E6-836A-8671BAE7892C}"/>
                </a:ext>
              </a:extLst>
            </p:cNvPr>
            <p:cNvSpPr/>
            <p:nvPr/>
          </p:nvSpPr>
          <p:spPr>
            <a:xfrm>
              <a:off x="5489711" y="5082864"/>
              <a:ext cx="36000" cy="36000"/>
            </a:xfrm>
            <a:prstGeom prst="donut">
              <a:avLst>
                <a:gd name="adj" fmla="val 5319"/>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nl-NL" sz="1350">
                <a:solidFill>
                  <a:prstClr val="black"/>
                </a:solidFill>
                <a:latin typeface="Raleway" pitchFamily="2" charset="0"/>
              </a:endParaRPr>
            </a:p>
          </p:txBody>
        </p:sp>
        <p:cxnSp>
          <p:nvCxnSpPr>
            <p:cNvPr id="21" name="Rechte verbindingslijn 20">
              <a:extLst>
                <a:ext uri="{FF2B5EF4-FFF2-40B4-BE49-F238E27FC236}">
                  <a16:creationId xmlns:a16="http://schemas.microsoft.com/office/drawing/2014/main" id="{730F0551-364C-41FE-A2FB-9AAA7883C860}"/>
                </a:ext>
              </a:extLst>
            </p:cNvPr>
            <p:cNvCxnSpPr>
              <a:cxnSpLocks/>
            </p:cNvCxnSpPr>
            <p:nvPr/>
          </p:nvCxnSpPr>
          <p:spPr>
            <a:xfrm>
              <a:off x="5413599" y="5214062"/>
              <a:ext cx="128869" cy="31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2" name="Cirkel: leeg 21">
              <a:extLst>
                <a:ext uri="{FF2B5EF4-FFF2-40B4-BE49-F238E27FC236}">
                  <a16:creationId xmlns:a16="http://schemas.microsoft.com/office/drawing/2014/main" id="{ABB0EBF8-D102-4BD1-A9F2-FE551AF73724}"/>
                </a:ext>
              </a:extLst>
            </p:cNvPr>
            <p:cNvSpPr/>
            <p:nvPr/>
          </p:nvSpPr>
          <p:spPr>
            <a:xfrm>
              <a:off x="5420828" y="5083256"/>
              <a:ext cx="36000" cy="36000"/>
            </a:xfrm>
            <a:prstGeom prst="donut">
              <a:avLst>
                <a:gd name="adj" fmla="val 5319"/>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nl-NL" sz="1350">
                <a:solidFill>
                  <a:prstClr val="black"/>
                </a:solidFill>
                <a:latin typeface="Raleway" pitchFamily="2" charset="0"/>
              </a:endParaRPr>
            </a:p>
          </p:txBody>
        </p:sp>
      </p:grpSp>
      <p:grpSp>
        <p:nvGrpSpPr>
          <p:cNvPr id="23" name="Groep 22">
            <a:extLst>
              <a:ext uri="{FF2B5EF4-FFF2-40B4-BE49-F238E27FC236}">
                <a16:creationId xmlns:a16="http://schemas.microsoft.com/office/drawing/2014/main" id="{E7B7C982-2150-49B4-80F3-AD916F654458}"/>
              </a:ext>
            </a:extLst>
          </p:cNvPr>
          <p:cNvGrpSpPr/>
          <p:nvPr/>
        </p:nvGrpSpPr>
        <p:grpSpPr>
          <a:xfrm>
            <a:off x="7052956" y="4043931"/>
            <a:ext cx="234800" cy="246423"/>
            <a:chOff x="5314463" y="4984623"/>
            <a:chExt cx="313066" cy="328564"/>
          </a:xfrm>
        </p:grpSpPr>
        <p:sp>
          <p:nvSpPr>
            <p:cNvPr id="24" name="Ovaal 23">
              <a:extLst>
                <a:ext uri="{FF2B5EF4-FFF2-40B4-BE49-F238E27FC236}">
                  <a16:creationId xmlns:a16="http://schemas.microsoft.com/office/drawing/2014/main" id="{C52D9F71-E0D3-4DCD-89F3-67D9992939FD}"/>
                </a:ext>
              </a:extLst>
            </p:cNvPr>
            <p:cNvSpPr/>
            <p:nvPr/>
          </p:nvSpPr>
          <p:spPr>
            <a:xfrm>
              <a:off x="5314463" y="4984623"/>
              <a:ext cx="313066" cy="328564"/>
            </a:xfrm>
            <a:prstGeom prst="ellipse">
              <a:avLst/>
            </a:prstGeom>
            <a:solidFill>
              <a:srgbClr val="FF9900"/>
            </a:solidFill>
            <a:ln>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nl-NL" sz="1350">
                <a:solidFill>
                  <a:prstClr val="white"/>
                </a:solidFill>
                <a:latin typeface="Raleway" pitchFamily="2" charset="0"/>
              </a:endParaRPr>
            </a:p>
          </p:txBody>
        </p:sp>
        <p:sp>
          <p:nvSpPr>
            <p:cNvPr id="25" name="Cirkel: leeg 24">
              <a:extLst>
                <a:ext uri="{FF2B5EF4-FFF2-40B4-BE49-F238E27FC236}">
                  <a16:creationId xmlns:a16="http://schemas.microsoft.com/office/drawing/2014/main" id="{40159BE8-AC57-4789-8420-857F3F1FE01E}"/>
                </a:ext>
              </a:extLst>
            </p:cNvPr>
            <p:cNvSpPr/>
            <p:nvPr/>
          </p:nvSpPr>
          <p:spPr>
            <a:xfrm>
              <a:off x="5489711" y="5082864"/>
              <a:ext cx="36000" cy="36000"/>
            </a:xfrm>
            <a:prstGeom prst="donut">
              <a:avLst>
                <a:gd name="adj" fmla="val 5319"/>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nl-NL" sz="1350">
                <a:solidFill>
                  <a:prstClr val="black"/>
                </a:solidFill>
                <a:latin typeface="Raleway" pitchFamily="2" charset="0"/>
              </a:endParaRPr>
            </a:p>
          </p:txBody>
        </p:sp>
        <p:cxnSp>
          <p:nvCxnSpPr>
            <p:cNvPr id="26" name="Rechte verbindingslijn 25">
              <a:extLst>
                <a:ext uri="{FF2B5EF4-FFF2-40B4-BE49-F238E27FC236}">
                  <a16:creationId xmlns:a16="http://schemas.microsoft.com/office/drawing/2014/main" id="{7C43F078-21A6-45DF-9B9F-9497B4378E0A}"/>
                </a:ext>
              </a:extLst>
            </p:cNvPr>
            <p:cNvCxnSpPr>
              <a:cxnSpLocks/>
            </p:cNvCxnSpPr>
            <p:nvPr/>
          </p:nvCxnSpPr>
          <p:spPr>
            <a:xfrm>
              <a:off x="5413599" y="5214062"/>
              <a:ext cx="128869" cy="31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Cirkel: leeg 26">
              <a:extLst>
                <a:ext uri="{FF2B5EF4-FFF2-40B4-BE49-F238E27FC236}">
                  <a16:creationId xmlns:a16="http://schemas.microsoft.com/office/drawing/2014/main" id="{EF2A2A7F-84CF-4349-9B17-0BBEAE979A17}"/>
                </a:ext>
              </a:extLst>
            </p:cNvPr>
            <p:cNvSpPr/>
            <p:nvPr/>
          </p:nvSpPr>
          <p:spPr>
            <a:xfrm>
              <a:off x="5420828" y="5083256"/>
              <a:ext cx="36000" cy="36000"/>
            </a:xfrm>
            <a:prstGeom prst="donut">
              <a:avLst>
                <a:gd name="adj" fmla="val 5319"/>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nl-NL" sz="1350">
                <a:solidFill>
                  <a:prstClr val="black"/>
                </a:solidFill>
                <a:latin typeface="Raleway" pitchFamily="2" charset="0"/>
              </a:endParaRPr>
            </a:p>
          </p:txBody>
        </p:sp>
      </p:grpSp>
      <p:grpSp>
        <p:nvGrpSpPr>
          <p:cNvPr id="28" name="Groep 27">
            <a:extLst>
              <a:ext uri="{FF2B5EF4-FFF2-40B4-BE49-F238E27FC236}">
                <a16:creationId xmlns:a16="http://schemas.microsoft.com/office/drawing/2014/main" id="{84B5B505-7586-423F-A791-12F75989D4F6}"/>
              </a:ext>
            </a:extLst>
          </p:cNvPr>
          <p:cNvGrpSpPr/>
          <p:nvPr/>
        </p:nvGrpSpPr>
        <p:grpSpPr>
          <a:xfrm>
            <a:off x="7549673" y="4265695"/>
            <a:ext cx="234800" cy="246423"/>
            <a:chOff x="5314463" y="4984623"/>
            <a:chExt cx="313066" cy="328564"/>
          </a:xfrm>
        </p:grpSpPr>
        <p:sp>
          <p:nvSpPr>
            <p:cNvPr id="29" name="Ovaal 28">
              <a:extLst>
                <a:ext uri="{FF2B5EF4-FFF2-40B4-BE49-F238E27FC236}">
                  <a16:creationId xmlns:a16="http://schemas.microsoft.com/office/drawing/2014/main" id="{CCD5D135-3F11-46F9-9959-1A2EDF7453B2}"/>
                </a:ext>
              </a:extLst>
            </p:cNvPr>
            <p:cNvSpPr/>
            <p:nvPr/>
          </p:nvSpPr>
          <p:spPr>
            <a:xfrm>
              <a:off x="5314463" y="4984623"/>
              <a:ext cx="313066" cy="328564"/>
            </a:xfrm>
            <a:prstGeom prst="ellipse">
              <a:avLst/>
            </a:prstGeom>
            <a:solidFill>
              <a:srgbClr val="FF9900"/>
            </a:solidFill>
            <a:ln>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nl-NL" sz="1350">
                <a:solidFill>
                  <a:prstClr val="white"/>
                </a:solidFill>
                <a:latin typeface="Raleway" pitchFamily="2" charset="0"/>
              </a:endParaRPr>
            </a:p>
          </p:txBody>
        </p:sp>
        <p:sp>
          <p:nvSpPr>
            <p:cNvPr id="30" name="Cirkel: leeg 29">
              <a:extLst>
                <a:ext uri="{FF2B5EF4-FFF2-40B4-BE49-F238E27FC236}">
                  <a16:creationId xmlns:a16="http://schemas.microsoft.com/office/drawing/2014/main" id="{E51E1229-7540-4DCA-9DFA-112B5A285AA0}"/>
                </a:ext>
              </a:extLst>
            </p:cNvPr>
            <p:cNvSpPr/>
            <p:nvPr/>
          </p:nvSpPr>
          <p:spPr>
            <a:xfrm>
              <a:off x="5489711" y="5082864"/>
              <a:ext cx="36000" cy="36000"/>
            </a:xfrm>
            <a:prstGeom prst="donut">
              <a:avLst>
                <a:gd name="adj" fmla="val 5319"/>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nl-NL" sz="1350">
                <a:solidFill>
                  <a:prstClr val="black"/>
                </a:solidFill>
                <a:latin typeface="Raleway" pitchFamily="2" charset="0"/>
              </a:endParaRPr>
            </a:p>
          </p:txBody>
        </p:sp>
        <p:cxnSp>
          <p:nvCxnSpPr>
            <p:cNvPr id="31" name="Rechte verbindingslijn 30">
              <a:extLst>
                <a:ext uri="{FF2B5EF4-FFF2-40B4-BE49-F238E27FC236}">
                  <a16:creationId xmlns:a16="http://schemas.microsoft.com/office/drawing/2014/main" id="{74F7B003-7370-4074-A05E-0DC4D22D6E0E}"/>
                </a:ext>
              </a:extLst>
            </p:cNvPr>
            <p:cNvCxnSpPr>
              <a:cxnSpLocks/>
            </p:cNvCxnSpPr>
            <p:nvPr/>
          </p:nvCxnSpPr>
          <p:spPr>
            <a:xfrm>
              <a:off x="5413599" y="5214062"/>
              <a:ext cx="128869" cy="31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2" name="Cirkel: leeg 31">
              <a:extLst>
                <a:ext uri="{FF2B5EF4-FFF2-40B4-BE49-F238E27FC236}">
                  <a16:creationId xmlns:a16="http://schemas.microsoft.com/office/drawing/2014/main" id="{1B6E865F-D54C-4F48-AFAF-A53F5AC4A209}"/>
                </a:ext>
              </a:extLst>
            </p:cNvPr>
            <p:cNvSpPr/>
            <p:nvPr/>
          </p:nvSpPr>
          <p:spPr>
            <a:xfrm>
              <a:off x="5420828" y="5083256"/>
              <a:ext cx="36000" cy="36000"/>
            </a:xfrm>
            <a:prstGeom prst="donut">
              <a:avLst>
                <a:gd name="adj" fmla="val 5319"/>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nl-NL" sz="1350">
                <a:solidFill>
                  <a:prstClr val="black"/>
                </a:solidFill>
                <a:latin typeface="Raleway" pitchFamily="2" charset="0"/>
              </a:endParaRPr>
            </a:p>
          </p:txBody>
        </p:sp>
      </p:grpSp>
      <p:grpSp>
        <p:nvGrpSpPr>
          <p:cNvPr id="33" name="Groep 32">
            <a:extLst>
              <a:ext uri="{FF2B5EF4-FFF2-40B4-BE49-F238E27FC236}">
                <a16:creationId xmlns:a16="http://schemas.microsoft.com/office/drawing/2014/main" id="{B580645E-9550-4D52-998A-DEC5672FDAC5}"/>
              </a:ext>
            </a:extLst>
          </p:cNvPr>
          <p:cNvGrpSpPr/>
          <p:nvPr/>
        </p:nvGrpSpPr>
        <p:grpSpPr>
          <a:xfrm>
            <a:off x="7825643" y="3469386"/>
            <a:ext cx="234800" cy="246423"/>
            <a:chOff x="5314463" y="4984623"/>
            <a:chExt cx="313066" cy="328564"/>
          </a:xfrm>
        </p:grpSpPr>
        <p:sp>
          <p:nvSpPr>
            <p:cNvPr id="34" name="Ovaal 33">
              <a:extLst>
                <a:ext uri="{FF2B5EF4-FFF2-40B4-BE49-F238E27FC236}">
                  <a16:creationId xmlns:a16="http://schemas.microsoft.com/office/drawing/2014/main" id="{5A8B5B2B-B928-47FF-9DE8-1ABD07E06DF3}"/>
                </a:ext>
              </a:extLst>
            </p:cNvPr>
            <p:cNvSpPr/>
            <p:nvPr/>
          </p:nvSpPr>
          <p:spPr>
            <a:xfrm>
              <a:off x="5314463" y="4984623"/>
              <a:ext cx="313066" cy="328564"/>
            </a:xfrm>
            <a:prstGeom prst="ellipse">
              <a:avLst/>
            </a:prstGeom>
            <a:solidFill>
              <a:srgbClr val="FF9900"/>
            </a:solidFill>
            <a:ln>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nl-NL" sz="1350">
                <a:solidFill>
                  <a:prstClr val="white"/>
                </a:solidFill>
                <a:latin typeface="Raleway" pitchFamily="2" charset="0"/>
              </a:endParaRPr>
            </a:p>
          </p:txBody>
        </p:sp>
        <p:sp>
          <p:nvSpPr>
            <p:cNvPr id="35" name="Cirkel: leeg 34">
              <a:extLst>
                <a:ext uri="{FF2B5EF4-FFF2-40B4-BE49-F238E27FC236}">
                  <a16:creationId xmlns:a16="http://schemas.microsoft.com/office/drawing/2014/main" id="{B1B2E61B-EE2C-482D-9509-A36DAA06E167}"/>
                </a:ext>
              </a:extLst>
            </p:cNvPr>
            <p:cNvSpPr/>
            <p:nvPr/>
          </p:nvSpPr>
          <p:spPr>
            <a:xfrm>
              <a:off x="5489711" y="5082864"/>
              <a:ext cx="36000" cy="36000"/>
            </a:xfrm>
            <a:prstGeom prst="donut">
              <a:avLst>
                <a:gd name="adj" fmla="val 5319"/>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nl-NL" sz="1350">
                <a:solidFill>
                  <a:prstClr val="black"/>
                </a:solidFill>
                <a:latin typeface="Raleway" pitchFamily="2" charset="0"/>
              </a:endParaRPr>
            </a:p>
          </p:txBody>
        </p:sp>
        <p:cxnSp>
          <p:nvCxnSpPr>
            <p:cNvPr id="36" name="Rechte verbindingslijn 35">
              <a:extLst>
                <a:ext uri="{FF2B5EF4-FFF2-40B4-BE49-F238E27FC236}">
                  <a16:creationId xmlns:a16="http://schemas.microsoft.com/office/drawing/2014/main" id="{9636551D-DD73-4CFD-966C-3D7902EA87C9}"/>
                </a:ext>
              </a:extLst>
            </p:cNvPr>
            <p:cNvCxnSpPr>
              <a:cxnSpLocks/>
            </p:cNvCxnSpPr>
            <p:nvPr/>
          </p:nvCxnSpPr>
          <p:spPr>
            <a:xfrm>
              <a:off x="5413599" y="5214062"/>
              <a:ext cx="128869" cy="31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7" name="Cirkel: leeg 36">
              <a:extLst>
                <a:ext uri="{FF2B5EF4-FFF2-40B4-BE49-F238E27FC236}">
                  <a16:creationId xmlns:a16="http://schemas.microsoft.com/office/drawing/2014/main" id="{07097C46-824A-4225-BEC2-7DC3859804DC}"/>
                </a:ext>
              </a:extLst>
            </p:cNvPr>
            <p:cNvSpPr/>
            <p:nvPr/>
          </p:nvSpPr>
          <p:spPr>
            <a:xfrm>
              <a:off x="5420828" y="5083256"/>
              <a:ext cx="36000" cy="36000"/>
            </a:xfrm>
            <a:prstGeom prst="donut">
              <a:avLst>
                <a:gd name="adj" fmla="val 5319"/>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nl-NL" sz="1350">
                <a:solidFill>
                  <a:prstClr val="black"/>
                </a:solidFill>
                <a:latin typeface="Raleway" pitchFamily="2" charset="0"/>
              </a:endParaRPr>
            </a:p>
          </p:txBody>
        </p:sp>
      </p:grpSp>
      <p:grpSp>
        <p:nvGrpSpPr>
          <p:cNvPr id="38" name="Groep 37">
            <a:extLst>
              <a:ext uri="{FF2B5EF4-FFF2-40B4-BE49-F238E27FC236}">
                <a16:creationId xmlns:a16="http://schemas.microsoft.com/office/drawing/2014/main" id="{412502D9-EB42-40F3-A3FF-70A0244B3AC2}"/>
              </a:ext>
            </a:extLst>
          </p:cNvPr>
          <p:cNvGrpSpPr/>
          <p:nvPr/>
        </p:nvGrpSpPr>
        <p:grpSpPr>
          <a:xfrm rot="21447922">
            <a:off x="7541440" y="3330394"/>
            <a:ext cx="244241" cy="297371"/>
            <a:chOff x="4915009" y="4980156"/>
            <a:chExt cx="325654" cy="396494"/>
          </a:xfrm>
        </p:grpSpPr>
        <p:sp>
          <p:nvSpPr>
            <p:cNvPr id="39" name="Ovaal 38">
              <a:extLst>
                <a:ext uri="{FF2B5EF4-FFF2-40B4-BE49-F238E27FC236}">
                  <a16:creationId xmlns:a16="http://schemas.microsoft.com/office/drawing/2014/main" id="{44C50EBD-58CC-4BE3-B313-3C1968CF60E4}"/>
                </a:ext>
              </a:extLst>
            </p:cNvPr>
            <p:cNvSpPr/>
            <p:nvPr/>
          </p:nvSpPr>
          <p:spPr>
            <a:xfrm>
              <a:off x="4915009" y="4980156"/>
              <a:ext cx="313066" cy="32856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nl-NL" sz="1350">
                <a:solidFill>
                  <a:prstClr val="white"/>
                </a:solidFill>
                <a:latin typeface="Raleway" pitchFamily="2" charset="0"/>
              </a:endParaRPr>
            </a:p>
          </p:txBody>
        </p:sp>
        <p:sp>
          <p:nvSpPr>
            <p:cNvPr id="40" name="Boog 39">
              <a:extLst>
                <a:ext uri="{FF2B5EF4-FFF2-40B4-BE49-F238E27FC236}">
                  <a16:creationId xmlns:a16="http://schemas.microsoft.com/office/drawing/2014/main" id="{260B004C-DA4F-4AF4-85FC-F9C245126213}"/>
                </a:ext>
              </a:extLst>
            </p:cNvPr>
            <p:cNvSpPr/>
            <p:nvPr/>
          </p:nvSpPr>
          <p:spPr>
            <a:xfrm rot="17861666">
              <a:off x="5038594" y="5174581"/>
              <a:ext cx="159027" cy="245111"/>
            </a:xfrm>
            <a:prstGeom prst="arc">
              <a:avLst/>
            </a:prstGeom>
            <a:ln w="127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defTabSz="685800">
                <a:defRPr/>
              </a:pPr>
              <a:endParaRPr lang="nl-NL" sz="1350">
                <a:solidFill>
                  <a:prstClr val="black"/>
                </a:solidFill>
                <a:latin typeface="Raleway" pitchFamily="2" charset="0"/>
              </a:endParaRPr>
            </a:p>
          </p:txBody>
        </p:sp>
        <p:sp>
          <p:nvSpPr>
            <p:cNvPr id="41" name="Cirkel: leeg 40">
              <a:extLst>
                <a:ext uri="{FF2B5EF4-FFF2-40B4-BE49-F238E27FC236}">
                  <a16:creationId xmlns:a16="http://schemas.microsoft.com/office/drawing/2014/main" id="{9DAAF65D-9B3E-45DE-820D-026F3592EC97}"/>
                </a:ext>
              </a:extLst>
            </p:cNvPr>
            <p:cNvSpPr/>
            <p:nvPr/>
          </p:nvSpPr>
          <p:spPr>
            <a:xfrm>
              <a:off x="5085307" y="5115573"/>
              <a:ext cx="36000" cy="36000"/>
            </a:xfrm>
            <a:prstGeom prst="donut">
              <a:avLst>
                <a:gd name="adj" fmla="val 5319"/>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nl-NL" sz="1350">
                <a:solidFill>
                  <a:prstClr val="black"/>
                </a:solidFill>
                <a:latin typeface="Raleway" pitchFamily="2" charset="0"/>
              </a:endParaRPr>
            </a:p>
          </p:txBody>
        </p:sp>
        <p:sp>
          <p:nvSpPr>
            <p:cNvPr id="42" name="Cirkel: leeg 41">
              <a:extLst>
                <a:ext uri="{FF2B5EF4-FFF2-40B4-BE49-F238E27FC236}">
                  <a16:creationId xmlns:a16="http://schemas.microsoft.com/office/drawing/2014/main" id="{ADDBC491-5957-40B8-BCA3-7ABF4BABDAEA}"/>
                </a:ext>
              </a:extLst>
            </p:cNvPr>
            <p:cNvSpPr/>
            <p:nvPr/>
          </p:nvSpPr>
          <p:spPr>
            <a:xfrm>
              <a:off x="5018329" y="5115965"/>
              <a:ext cx="36000" cy="36000"/>
            </a:xfrm>
            <a:prstGeom prst="donut">
              <a:avLst>
                <a:gd name="adj" fmla="val 5319"/>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nl-NL" sz="1350">
                <a:solidFill>
                  <a:prstClr val="black"/>
                </a:solidFill>
                <a:latin typeface="Raleway" pitchFamily="2" charset="0"/>
              </a:endParaRPr>
            </a:p>
          </p:txBody>
        </p:sp>
      </p:grpSp>
      <p:grpSp>
        <p:nvGrpSpPr>
          <p:cNvPr id="43" name="Groep 42">
            <a:extLst>
              <a:ext uri="{FF2B5EF4-FFF2-40B4-BE49-F238E27FC236}">
                <a16:creationId xmlns:a16="http://schemas.microsoft.com/office/drawing/2014/main" id="{16D72585-BE23-4A18-9B35-F2EF184C7382}"/>
              </a:ext>
            </a:extLst>
          </p:cNvPr>
          <p:cNvGrpSpPr/>
          <p:nvPr/>
        </p:nvGrpSpPr>
        <p:grpSpPr>
          <a:xfrm>
            <a:off x="6763645" y="3915394"/>
            <a:ext cx="244241" cy="297371"/>
            <a:chOff x="4915009" y="4980156"/>
            <a:chExt cx="325654" cy="396494"/>
          </a:xfrm>
        </p:grpSpPr>
        <p:sp>
          <p:nvSpPr>
            <p:cNvPr id="44" name="Ovaal 43">
              <a:extLst>
                <a:ext uri="{FF2B5EF4-FFF2-40B4-BE49-F238E27FC236}">
                  <a16:creationId xmlns:a16="http://schemas.microsoft.com/office/drawing/2014/main" id="{4549C597-D927-461A-A271-E4CE27296F20}"/>
                </a:ext>
              </a:extLst>
            </p:cNvPr>
            <p:cNvSpPr/>
            <p:nvPr/>
          </p:nvSpPr>
          <p:spPr>
            <a:xfrm>
              <a:off x="4915009" y="4980156"/>
              <a:ext cx="313066" cy="32856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nl-NL" sz="1350">
                <a:solidFill>
                  <a:prstClr val="white"/>
                </a:solidFill>
                <a:latin typeface="Raleway" pitchFamily="2" charset="0"/>
              </a:endParaRPr>
            </a:p>
          </p:txBody>
        </p:sp>
        <p:sp>
          <p:nvSpPr>
            <p:cNvPr id="45" name="Boog 44">
              <a:extLst>
                <a:ext uri="{FF2B5EF4-FFF2-40B4-BE49-F238E27FC236}">
                  <a16:creationId xmlns:a16="http://schemas.microsoft.com/office/drawing/2014/main" id="{2C035DCA-19B8-492F-B6B6-407B791B66EB}"/>
                </a:ext>
              </a:extLst>
            </p:cNvPr>
            <p:cNvSpPr/>
            <p:nvPr/>
          </p:nvSpPr>
          <p:spPr>
            <a:xfrm rot="17861666">
              <a:off x="5038594" y="5174581"/>
              <a:ext cx="159027" cy="245111"/>
            </a:xfrm>
            <a:prstGeom prst="arc">
              <a:avLst/>
            </a:prstGeom>
            <a:ln w="127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defTabSz="685800">
                <a:defRPr/>
              </a:pPr>
              <a:endParaRPr lang="nl-NL" sz="1350">
                <a:solidFill>
                  <a:prstClr val="black"/>
                </a:solidFill>
                <a:latin typeface="Raleway" pitchFamily="2" charset="0"/>
              </a:endParaRPr>
            </a:p>
          </p:txBody>
        </p:sp>
        <p:sp>
          <p:nvSpPr>
            <p:cNvPr id="46" name="Cirkel: leeg 45">
              <a:extLst>
                <a:ext uri="{FF2B5EF4-FFF2-40B4-BE49-F238E27FC236}">
                  <a16:creationId xmlns:a16="http://schemas.microsoft.com/office/drawing/2014/main" id="{EE6AA538-2012-46B5-89F2-B4DAE8993863}"/>
                </a:ext>
              </a:extLst>
            </p:cNvPr>
            <p:cNvSpPr/>
            <p:nvPr/>
          </p:nvSpPr>
          <p:spPr>
            <a:xfrm>
              <a:off x="5085307" y="5115573"/>
              <a:ext cx="36000" cy="36000"/>
            </a:xfrm>
            <a:prstGeom prst="donut">
              <a:avLst>
                <a:gd name="adj" fmla="val 5319"/>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nl-NL" sz="1350">
                <a:solidFill>
                  <a:prstClr val="black"/>
                </a:solidFill>
                <a:latin typeface="Raleway" pitchFamily="2" charset="0"/>
              </a:endParaRPr>
            </a:p>
          </p:txBody>
        </p:sp>
        <p:sp>
          <p:nvSpPr>
            <p:cNvPr id="47" name="Cirkel: leeg 46">
              <a:extLst>
                <a:ext uri="{FF2B5EF4-FFF2-40B4-BE49-F238E27FC236}">
                  <a16:creationId xmlns:a16="http://schemas.microsoft.com/office/drawing/2014/main" id="{FED2E3CB-C840-49E8-B0C9-BF113352A52A}"/>
                </a:ext>
              </a:extLst>
            </p:cNvPr>
            <p:cNvSpPr/>
            <p:nvPr/>
          </p:nvSpPr>
          <p:spPr>
            <a:xfrm>
              <a:off x="5018329" y="5115965"/>
              <a:ext cx="36000" cy="36000"/>
            </a:xfrm>
            <a:prstGeom prst="donut">
              <a:avLst>
                <a:gd name="adj" fmla="val 5319"/>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nl-NL" sz="1350">
                <a:solidFill>
                  <a:prstClr val="black"/>
                </a:solidFill>
                <a:latin typeface="Raleway" pitchFamily="2" charset="0"/>
              </a:endParaRPr>
            </a:p>
          </p:txBody>
        </p:sp>
      </p:grpSp>
      <p:grpSp>
        <p:nvGrpSpPr>
          <p:cNvPr id="48" name="Groep 47">
            <a:extLst>
              <a:ext uri="{FF2B5EF4-FFF2-40B4-BE49-F238E27FC236}">
                <a16:creationId xmlns:a16="http://schemas.microsoft.com/office/drawing/2014/main" id="{BF91EDC7-7FB3-4F9F-843C-54DE52D3E64A}"/>
              </a:ext>
            </a:extLst>
          </p:cNvPr>
          <p:cNvGrpSpPr/>
          <p:nvPr/>
        </p:nvGrpSpPr>
        <p:grpSpPr>
          <a:xfrm>
            <a:off x="7322573" y="4082115"/>
            <a:ext cx="244241" cy="297371"/>
            <a:chOff x="4915009" y="4980156"/>
            <a:chExt cx="325654" cy="396494"/>
          </a:xfrm>
        </p:grpSpPr>
        <p:sp>
          <p:nvSpPr>
            <p:cNvPr id="49" name="Ovaal 48">
              <a:extLst>
                <a:ext uri="{FF2B5EF4-FFF2-40B4-BE49-F238E27FC236}">
                  <a16:creationId xmlns:a16="http://schemas.microsoft.com/office/drawing/2014/main" id="{9C21CEDF-1A41-4BC4-99C7-8F5D52707A54}"/>
                </a:ext>
              </a:extLst>
            </p:cNvPr>
            <p:cNvSpPr/>
            <p:nvPr/>
          </p:nvSpPr>
          <p:spPr>
            <a:xfrm>
              <a:off x="4915009" y="4980156"/>
              <a:ext cx="313066" cy="32856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nl-NL" sz="1350">
                <a:solidFill>
                  <a:prstClr val="white"/>
                </a:solidFill>
                <a:latin typeface="Raleway" pitchFamily="2" charset="0"/>
              </a:endParaRPr>
            </a:p>
          </p:txBody>
        </p:sp>
        <p:sp>
          <p:nvSpPr>
            <p:cNvPr id="50" name="Boog 49">
              <a:extLst>
                <a:ext uri="{FF2B5EF4-FFF2-40B4-BE49-F238E27FC236}">
                  <a16:creationId xmlns:a16="http://schemas.microsoft.com/office/drawing/2014/main" id="{E4440270-3F75-4AA8-8327-D0E4B6B18D8E}"/>
                </a:ext>
              </a:extLst>
            </p:cNvPr>
            <p:cNvSpPr/>
            <p:nvPr/>
          </p:nvSpPr>
          <p:spPr>
            <a:xfrm rot="17861666">
              <a:off x="5038594" y="5174581"/>
              <a:ext cx="159027" cy="245111"/>
            </a:xfrm>
            <a:prstGeom prst="arc">
              <a:avLst/>
            </a:prstGeom>
            <a:ln w="127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defTabSz="685800">
                <a:defRPr/>
              </a:pPr>
              <a:endParaRPr lang="nl-NL" sz="1350">
                <a:solidFill>
                  <a:prstClr val="black"/>
                </a:solidFill>
                <a:latin typeface="Raleway" pitchFamily="2" charset="0"/>
              </a:endParaRPr>
            </a:p>
          </p:txBody>
        </p:sp>
        <p:sp>
          <p:nvSpPr>
            <p:cNvPr id="51" name="Cirkel: leeg 50">
              <a:extLst>
                <a:ext uri="{FF2B5EF4-FFF2-40B4-BE49-F238E27FC236}">
                  <a16:creationId xmlns:a16="http://schemas.microsoft.com/office/drawing/2014/main" id="{50516BA8-B94A-40F8-9670-C788713F54E4}"/>
                </a:ext>
              </a:extLst>
            </p:cNvPr>
            <p:cNvSpPr/>
            <p:nvPr/>
          </p:nvSpPr>
          <p:spPr>
            <a:xfrm>
              <a:off x="5085307" y="5115573"/>
              <a:ext cx="36000" cy="36000"/>
            </a:xfrm>
            <a:prstGeom prst="donut">
              <a:avLst>
                <a:gd name="adj" fmla="val 5319"/>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nl-NL" sz="1350">
                <a:solidFill>
                  <a:prstClr val="black"/>
                </a:solidFill>
                <a:latin typeface="Raleway" pitchFamily="2" charset="0"/>
              </a:endParaRPr>
            </a:p>
          </p:txBody>
        </p:sp>
        <p:sp>
          <p:nvSpPr>
            <p:cNvPr id="52" name="Cirkel: leeg 51">
              <a:extLst>
                <a:ext uri="{FF2B5EF4-FFF2-40B4-BE49-F238E27FC236}">
                  <a16:creationId xmlns:a16="http://schemas.microsoft.com/office/drawing/2014/main" id="{AB1C411D-5B3A-4E0B-933F-7D678426B627}"/>
                </a:ext>
              </a:extLst>
            </p:cNvPr>
            <p:cNvSpPr/>
            <p:nvPr/>
          </p:nvSpPr>
          <p:spPr>
            <a:xfrm>
              <a:off x="5018329" y="5115965"/>
              <a:ext cx="36000" cy="36000"/>
            </a:xfrm>
            <a:prstGeom prst="donut">
              <a:avLst>
                <a:gd name="adj" fmla="val 5319"/>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nl-NL" sz="1350">
                <a:solidFill>
                  <a:prstClr val="black"/>
                </a:solidFill>
                <a:latin typeface="Raleway" pitchFamily="2" charset="0"/>
              </a:endParaRPr>
            </a:p>
          </p:txBody>
        </p:sp>
      </p:grpSp>
      <p:grpSp>
        <p:nvGrpSpPr>
          <p:cNvPr id="53" name="Groep 52">
            <a:extLst>
              <a:ext uri="{FF2B5EF4-FFF2-40B4-BE49-F238E27FC236}">
                <a16:creationId xmlns:a16="http://schemas.microsoft.com/office/drawing/2014/main" id="{5993FCEE-F41F-47B5-A6C1-F259D931D5F9}"/>
              </a:ext>
            </a:extLst>
          </p:cNvPr>
          <p:cNvGrpSpPr/>
          <p:nvPr/>
        </p:nvGrpSpPr>
        <p:grpSpPr>
          <a:xfrm>
            <a:off x="7805960" y="3759067"/>
            <a:ext cx="244241" cy="297371"/>
            <a:chOff x="4915009" y="4980156"/>
            <a:chExt cx="325654" cy="396494"/>
          </a:xfrm>
        </p:grpSpPr>
        <p:sp>
          <p:nvSpPr>
            <p:cNvPr id="54" name="Ovaal 53">
              <a:extLst>
                <a:ext uri="{FF2B5EF4-FFF2-40B4-BE49-F238E27FC236}">
                  <a16:creationId xmlns:a16="http://schemas.microsoft.com/office/drawing/2014/main" id="{68C1CB72-DCFC-4227-9744-D48511722183}"/>
                </a:ext>
              </a:extLst>
            </p:cNvPr>
            <p:cNvSpPr/>
            <p:nvPr/>
          </p:nvSpPr>
          <p:spPr>
            <a:xfrm>
              <a:off x="4915009" y="4980156"/>
              <a:ext cx="313066" cy="32856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nl-NL" sz="1350">
                <a:solidFill>
                  <a:prstClr val="white"/>
                </a:solidFill>
                <a:latin typeface="Raleway" pitchFamily="2" charset="0"/>
              </a:endParaRPr>
            </a:p>
          </p:txBody>
        </p:sp>
        <p:sp>
          <p:nvSpPr>
            <p:cNvPr id="55" name="Boog 54">
              <a:extLst>
                <a:ext uri="{FF2B5EF4-FFF2-40B4-BE49-F238E27FC236}">
                  <a16:creationId xmlns:a16="http://schemas.microsoft.com/office/drawing/2014/main" id="{2E725F0C-61DD-4203-94E3-C3E746213977}"/>
                </a:ext>
              </a:extLst>
            </p:cNvPr>
            <p:cNvSpPr/>
            <p:nvPr/>
          </p:nvSpPr>
          <p:spPr>
            <a:xfrm rot="17861666">
              <a:off x="5038594" y="5174581"/>
              <a:ext cx="159027" cy="245111"/>
            </a:xfrm>
            <a:prstGeom prst="arc">
              <a:avLst/>
            </a:prstGeom>
            <a:ln w="127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defTabSz="685800">
                <a:defRPr/>
              </a:pPr>
              <a:endParaRPr lang="nl-NL" sz="1350">
                <a:solidFill>
                  <a:prstClr val="black"/>
                </a:solidFill>
                <a:latin typeface="Raleway" pitchFamily="2" charset="0"/>
              </a:endParaRPr>
            </a:p>
          </p:txBody>
        </p:sp>
        <p:sp>
          <p:nvSpPr>
            <p:cNvPr id="56" name="Cirkel: leeg 55">
              <a:extLst>
                <a:ext uri="{FF2B5EF4-FFF2-40B4-BE49-F238E27FC236}">
                  <a16:creationId xmlns:a16="http://schemas.microsoft.com/office/drawing/2014/main" id="{C0BB42C6-CFCB-4E38-BD44-98F19E9540A5}"/>
                </a:ext>
              </a:extLst>
            </p:cNvPr>
            <p:cNvSpPr/>
            <p:nvPr/>
          </p:nvSpPr>
          <p:spPr>
            <a:xfrm>
              <a:off x="5085307" y="5115573"/>
              <a:ext cx="36000" cy="36000"/>
            </a:xfrm>
            <a:prstGeom prst="donut">
              <a:avLst>
                <a:gd name="adj" fmla="val 5319"/>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nl-NL" sz="1350">
                <a:solidFill>
                  <a:prstClr val="black"/>
                </a:solidFill>
                <a:latin typeface="Raleway" pitchFamily="2" charset="0"/>
              </a:endParaRPr>
            </a:p>
          </p:txBody>
        </p:sp>
        <p:sp>
          <p:nvSpPr>
            <p:cNvPr id="57" name="Cirkel: leeg 56">
              <a:extLst>
                <a:ext uri="{FF2B5EF4-FFF2-40B4-BE49-F238E27FC236}">
                  <a16:creationId xmlns:a16="http://schemas.microsoft.com/office/drawing/2014/main" id="{A5DEC03A-0D8D-49C0-9256-159548BBEBC5}"/>
                </a:ext>
              </a:extLst>
            </p:cNvPr>
            <p:cNvSpPr/>
            <p:nvPr/>
          </p:nvSpPr>
          <p:spPr>
            <a:xfrm>
              <a:off x="5018329" y="5115965"/>
              <a:ext cx="36000" cy="36000"/>
            </a:xfrm>
            <a:prstGeom prst="donut">
              <a:avLst>
                <a:gd name="adj" fmla="val 5319"/>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nl-NL" sz="1350">
                <a:solidFill>
                  <a:prstClr val="black"/>
                </a:solidFill>
                <a:latin typeface="Raleway" pitchFamily="2" charset="0"/>
              </a:endParaRPr>
            </a:p>
          </p:txBody>
        </p:sp>
      </p:grpSp>
      <p:grpSp>
        <p:nvGrpSpPr>
          <p:cNvPr id="58" name="Groep 57">
            <a:extLst>
              <a:ext uri="{FF2B5EF4-FFF2-40B4-BE49-F238E27FC236}">
                <a16:creationId xmlns:a16="http://schemas.microsoft.com/office/drawing/2014/main" id="{AE8C3271-CC69-4C30-A57A-DC0A81668840}"/>
              </a:ext>
            </a:extLst>
          </p:cNvPr>
          <p:cNvGrpSpPr/>
          <p:nvPr/>
        </p:nvGrpSpPr>
        <p:grpSpPr>
          <a:xfrm>
            <a:off x="6850216" y="3318955"/>
            <a:ext cx="234800" cy="246423"/>
            <a:chOff x="5314463" y="4984623"/>
            <a:chExt cx="313066" cy="328564"/>
          </a:xfrm>
        </p:grpSpPr>
        <p:sp>
          <p:nvSpPr>
            <p:cNvPr id="59" name="Ovaal 58">
              <a:extLst>
                <a:ext uri="{FF2B5EF4-FFF2-40B4-BE49-F238E27FC236}">
                  <a16:creationId xmlns:a16="http://schemas.microsoft.com/office/drawing/2014/main" id="{0B3B4C5E-6F76-4740-A577-5C137D17BA69}"/>
                </a:ext>
              </a:extLst>
            </p:cNvPr>
            <p:cNvSpPr/>
            <p:nvPr/>
          </p:nvSpPr>
          <p:spPr>
            <a:xfrm>
              <a:off x="5314463" y="4984623"/>
              <a:ext cx="313066" cy="328564"/>
            </a:xfrm>
            <a:prstGeom prst="ellipse">
              <a:avLst/>
            </a:prstGeom>
            <a:solidFill>
              <a:srgbClr val="FF9900"/>
            </a:solidFill>
            <a:ln>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nl-NL" sz="1350">
                <a:solidFill>
                  <a:prstClr val="white"/>
                </a:solidFill>
                <a:latin typeface="Raleway" pitchFamily="2" charset="0"/>
              </a:endParaRPr>
            </a:p>
          </p:txBody>
        </p:sp>
        <p:sp>
          <p:nvSpPr>
            <p:cNvPr id="60" name="Cirkel: leeg 59">
              <a:extLst>
                <a:ext uri="{FF2B5EF4-FFF2-40B4-BE49-F238E27FC236}">
                  <a16:creationId xmlns:a16="http://schemas.microsoft.com/office/drawing/2014/main" id="{2A3B6E58-E1E2-46C5-BBB6-A1F1F61D83DB}"/>
                </a:ext>
              </a:extLst>
            </p:cNvPr>
            <p:cNvSpPr/>
            <p:nvPr/>
          </p:nvSpPr>
          <p:spPr>
            <a:xfrm>
              <a:off x="5489711" y="5082864"/>
              <a:ext cx="36000" cy="36000"/>
            </a:xfrm>
            <a:prstGeom prst="donut">
              <a:avLst>
                <a:gd name="adj" fmla="val 5319"/>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nl-NL" sz="1350">
                <a:solidFill>
                  <a:prstClr val="black"/>
                </a:solidFill>
                <a:latin typeface="Raleway" pitchFamily="2" charset="0"/>
              </a:endParaRPr>
            </a:p>
          </p:txBody>
        </p:sp>
        <p:cxnSp>
          <p:nvCxnSpPr>
            <p:cNvPr id="61" name="Rechte verbindingslijn 60">
              <a:extLst>
                <a:ext uri="{FF2B5EF4-FFF2-40B4-BE49-F238E27FC236}">
                  <a16:creationId xmlns:a16="http://schemas.microsoft.com/office/drawing/2014/main" id="{92FA6B9E-F062-4FE7-9EC5-9AD5231FA1AD}"/>
                </a:ext>
              </a:extLst>
            </p:cNvPr>
            <p:cNvCxnSpPr>
              <a:cxnSpLocks/>
            </p:cNvCxnSpPr>
            <p:nvPr/>
          </p:nvCxnSpPr>
          <p:spPr>
            <a:xfrm>
              <a:off x="5413599" y="5214062"/>
              <a:ext cx="128869" cy="31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62" name="Cirkel: leeg 61">
              <a:extLst>
                <a:ext uri="{FF2B5EF4-FFF2-40B4-BE49-F238E27FC236}">
                  <a16:creationId xmlns:a16="http://schemas.microsoft.com/office/drawing/2014/main" id="{50930D3A-2F22-49FA-9D3F-77337BC2B583}"/>
                </a:ext>
              </a:extLst>
            </p:cNvPr>
            <p:cNvSpPr/>
            <p:nvPr/>
          </p:nvSpPr>
          <p:spPr>
            <a:xfrm>
              <a:off x="5420828" y="5083256"/>
              <a:ext cx="36000" cy="36000"/>
            </a:xfrm>
            <a:prstGeom prst="donut">
              <a:avLst>
                <a:gd name="adj" fmla="val 5319"/>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nl-NL" sz="1350">
                <a:solidFill>
                  <a:prstClr val="black"/>
                </a:solidFill>
                <a:latin typeface="Raleway" pitchFamily="2" charset="0"/>
              </a:endParaRPr>
            </a:p>
          </p:txBody>
        </p:sp>
      </p:grpSp>
      <p:sp>
        <p:nvSpPr>
          <p:cNvPr id="63" name="Ovaal 62">
            <a:extLst>
              <a:ext uri="{FF2B5EF4-FFF2-40B4-BE49-F238E27FC236}">
                <a16:creationId xmlns:a16="http://schemas.microsoft.com/office/drawing/2014/main" id="{B6797142-BDC4-4872-857B-EAF8025BA0E8}"/>
              </a:ext>
            </a:extLst>
          </p:cNvPr>
          <p:cNvSpPr/>
          <p:nvPr/>
        </p:nvSpPr>
        <p:spPr>
          <a:xfrm>
            <a:off x="6466437" y="2963482"/>
            <a:ext cx="1853044" cy="1741529"/>
          </a:xfrm>
          <a:prstGeom prst="ellipse">
            <a:avLst/>
          </a:prstGeom>
          <a:noFill/>
          <a:ln w="2857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latin typeface="Raleway" pitchFamily="2" charset="0"/>
            </a:endParaRPr>
          </a:p>
        </p:txBody>
      </p:sp>
      <p:cxnSp>
        <p:nvCxnSpPr>
          <p:cNvPr id="64" name="Rechte verbindingslijn met pijl 63">
            <a:extLst>
              <a:ext uri="{FF2B5EF4-FFF2-40B4-BE49-F238E27FC236}">
                <a16:creationId xmlns:a16="http://schemas.microsoft.com/office/drawing/2014/main" id="{B1859D72-6059-4FE9-AD08-0CAEB6D47633}"/>
              </a:ext>
            </a:extLst>
          </p:cNvPr>
          <p:cNvCxnSpPr>
            <a:cxnSpLocks/>
            <a:stCxn id="4" idx="6"/>
            <a:endCxn id="63" idx="2"/>
          </p:cNvCxnSpPr>
          <p:nvPr/>
        </p:nvCxnSpPr>
        <p:spPr>
          <a:xfrm>
            <a:off x="5314226" y="3833602"/>
            <a:ext cx="1152210" cy="644"/>
          </a:xfrm>
          <a:prstGeom prst="straightConnector1">
            <a:avLst/>
          </a:prstGeom>
          <a:ln w="28575">
            <a:solidFill>
              <a:schemeClr val="tx1"/>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nvGrpSpPr>
          <p:cNvPr id="65" name="Groep 64">
            <a:extLst>
              <a:ext uri="{FF2B5EF4-FFF2-40B4-BE49-F238E27FC236}">
                <a16:creationId xmlns:a16="http://schemas.microsoft.com/office/drawing/2014/main" id="{99146E67-3825-4D07-867C-D16B8DFEB2AD}"/>
              </a:ext>
            </a:extLst>
          </p:cNvPr>
          <p:cNvGrpSpPr/>
          <p:nvPr/>
        </p:nvGrpSpPr>
        <p:grpSpPr>
          <a:xfrm>
            <a:off x="7165142" y="4301850"/>
            <a:ext cx="234800" cy="246423"/>
            <a:chOff x="5314463" y="4984623"/>
            <a:chExt cx="313066" cy="328564"/>
          </a:xfrm>
        </p:grpSpPr>
        <p:sp>
          <p:nvSpPr>
            <p:cNvPr id="66" name="Ovaal 65">
              <a:extLst>
                <a:ext uri="{FF2B5EF4-FFF2-40B4-BE49-F238E27FC236}">
                  <a16:creationId xmlns:a16="http://schemas.microsoft.com/office/drawing/2014/main" id="{7139F8CE-F32B-4041-978E-43BE599B3287}"/>
                </a:ext>
              </a:extLst>
            </p:cNvPr>
            <p:cNvSpPr/>
            <p:nvPr/>
          </p:nvSpPr>
          <p:spPr>
            <a:xfrm>
              <a:off x="5314463" y="4984623"/>
              <a:ext cx="313066" cy="328564"/>
            </a:xfrm>
            <a:prstGeom prst="ellipse">
              <a:avLst/>
            </a:prstGeom>
            <a:solidFill>
              <a:srgbClr val="FF9900"/>
            </a:solidFill>
            <a:ln>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nl-NL" sz="1350">
                <a:solidFill>
                  <a:prstClr val="white"/>
                </a:solidFill>
                <a:latin typeface="Raleway" pitchFamily="2" charset="0"/>
              </a:endParaRPr>
            </a:p>
          </p:txBody>
        </p:sp>
        <p:sp>
          <p:nvSpPr>
            <p:cNvPr id="67" name="Cirkel: leeg 66">
              <a:extLst>
                <a:ext uri="{FF2B5EF4-FFF2-40B4-BE49-F238E27FC236}">
                  <a16:creationId xmlns:a16="http://schemas.microsoft.com/office/drawing/2014/main" id="{8BF7397E-FEBF-4123-98D5-18D640CE96C8}"/>
                </a:ext>
              </a:extLst>
            </p:cNvPr>
            <p:cNvSpPr/>
            <p:nvPr/>
          </p:nvSpPr>
          <p:spPr>
            <a:xfrm>
              <a:off x="5489711" y="5082864"/>
              <a:ext cx="36000" cy="36000"/>
            </a:xfrm>
            <a:prstGeom prst="donut">
              <a:avLst>
                <a:gd name="adj" fmla="val 5319"/>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nl-NL" sz="1350">
                <a:solidFill>
                  <a:prstClr val="black"/>
                </a:solidFill>
                <a:latin typeface="Raleway" pitchFamily="2" charset="0"/>
              </a:endParaRPr>
            </a:p>
          </p:txBody>
        </p:sp>
        <p:cxnSp>
          <p:nvCxnSpPr>
            <p:cNvPr id="68" name="Rechte verbindingslijn 67">
              <a:extLst>
                <a:ext uri="{FF2B5EF4-FFF2-40B4-BE49-F238E27FC236}">
                  <a16:creationId xmlns:a16="http://schemas.microsoft.com/office/drawing/2014/main" id="{9B9F282E-D99D-41C1-8EC0-9F5FD1B76889}"/>
                </a:ext>
              </a:extLst>
            </p:cNvPr>
            <p:cNvCxnSpPr>
              <a:cxnSpLocks/>
            </p:cNvCxnSpPr>
            <p:nvPr/>
          </p:nvCxnSpPr>
          <p:spPr>
            <a:xfrm>
              <a:off x="5413599" y="5214062"/>
              <a:ext cx="128869" cy="31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69" name="Cirkel: leeg 68">
              <a:extLst>
                <a:ext uri="{FF2B5EF4-FFF2-40B4-BE49-F238E27FC236}">
                  <a16:creationId xmlns:a16="http://schemas.microsoft.com/office/drawing/2014/main" id="{64FF95E3-81B3-438E-BE71-CB4E420A05CF}"/>
                </a:ext>
              </a:extLst>
            </p:cNvPr>
            <p:cNvSpPr/>
            <p:nvPr/>
          </p:nvSpPr>
          <p:spPr>
            <a:xfrm>
              <a:off x="5420828" y="5083256"/>
              <a:ext cx="36000" cy="36000"/>
            </a:xfrm>
            <a:prstGeom prst="donut">
              <a:avLst>
                <a:gd name="adj" fmla="val 5319"/>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nl-NL" sz="1350">
                <a:solidFill>
                  <a:prstClr val="black"/>
                </a:solidFill>
                <a:latin typeface="Raleway" pitchFamily="2" charset="0"/>
              </a:endParaRPr>
            </a:p>
          </p:txBody>
        </p:sp>
      </p:grpSp>
      <p:grpSp>
        <p:nvGrpSpPr>
          <p:cNvPr id="70" name="Groep 69">
            <a:extLst>
              <a:ext uri="{FF2B5EF4-FFF2-40B4-BE49-F238E27FC236}">
                <a16:creationId xmlns:a16="http://schemas.microsoft.com/office/drawing/2014/main" id="{937346BD-6822-469F-985A-B90E3F31C78A}"/>
              </a:ext>
            </a:extLst>
          </p:cNvPr>
          <p:cNvGrpSpPr/>
          <p:nvPr/>
        </p:nvGrpSpPr>
        <p:grpSpPr>
          <a:xfrm>
            <a:off x="7235267" y="3188232"/>
            <a:ext cx="234800" cy="246423"/>
            <a:chOff x="5314463" y="4984623"/>
            <a:chExt cx="313066" cy="328564"/>
          </a:xfrm>
        </p:grpSpPr>
        <p:sp>
          <p:nvSpPr>
            <p:cNvPr id="71" name="Ovaal 70">
              <a:extLst>
                <a:ext uri="{FF2B5EF4-FFF2-40B4-BE49-F238E27FC236}">
                  <a16:creationId xmlns:a16="http://schemas.microsoft.com/office/drawing/2014/main" id="{4F7CD7C7-2790-4427-AA79-EF3A22404072}"/>
                </a:ext>
              </a:extLst>
            </p:cNvPr>
            <p:cNvSpPr/>
            <p:nvPr/>
          </p:nvSpPr>
          <p:spPr>
            <a:xfrm>
              <a:off x="5314463" y="4984623"/>
              <a:ext cx="313066" cy="328564"/>
            </a:xfrm>
            <a:prstGeom prst="ellipse">
              <a:avLst/>
            </a:prstGeom>
            <a:solidFill>
              <a:srgbClr val="FF9900"/>
            </a:solidFill>
            <a:ln>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nl-NL" sz="1350">
                <a:solidFill>
                  <a:prstClr val="white"/>
                </a:solidFill>
                <a:latin typeface="Raleway" pitchFamily="2" charset="0"/>
              </a:endParaRPr>
            </a:p>
          </p:txBody>
        </p:sp>
        <p:sp>
          <p:nvSpPr>
            <p:cNvPr id="72" name="Cirkel: leeg 71">
              <a:extLst>
                <a:ext uri="{FF2B5EF4-FFF2-40B4-BE49-F238E27FC236}">
                  <a16:creationId xmlns:a16="http://schemas.microsoft.com/office/drawing/2014/main" id="{151ED3EA-3D24-4167-8DC0-96C6C8D0056F}"/>
                </a:ext>
              </a:extLst>
            </p:cNvPr>
            <p:cNvSpPr/>
            <p:nvPr/>
          </p:nvSpPr>
          <p:spPr>
            <a:xfrm>
              <a:off x="5489711" y="5082864"/>
              <a:ext cx="36000" cy="36000"/>
            </a:xfrm>
            <a:prstGeom prst="donut">
              <a:avLst>
                <a:gd name="adj" fmla="val 5319"/>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nl-NL" sz="1350">
                <a:solidFill>
                  <a:prstClr val="black"/>
                </a:solidFill>
                <a:latin typeface="Raleway" pitchFamily="2" charset="0"/>
              </a:endParaRPr>
            </a:p>
          </p:txBody>
        </p:sp>
        <p:cxnSp>
          <p:nvCxnSpPr>
            <p:cNvPr id="73" name="Rechte verbindingslijn 72">
              <a:extLst>
                <a:ext uri="{FF2B5EF4-FFF2-40B4-BE49-F238E27FC236}">
                  <a16:creationId xmlns:a16="http://schemas.microsoft.com/office/drawing/2014/main" id="{60E5813A-5C4F-4D46-BB40-6CBF827341FD}"/>
                </a:ext>
              </a:extLst>
            </p:cNvPr>
            <p:cNvCxnSpPr>
              <a:cxnSpLocks/>
            </p:cNvCxnSpPr>
            <p:nvPr/>
          </p:nvCxnSpPr>
          <p:spPr>
            <a:xfrm>
              <a:off x="5413599" y="5214062"/>
              <a:ext cx="128869" cy="31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74" name="Cirkel: leeg 73">
              <a:extLst>
                <a:ext uri="{FF2B5EF4-FFF2-40B4-BE49-F238E27FC236}">
                  <a16:creationId xmlns:a16="http://schemas.microsoft.com/office/drawing/2014/main" id="{645929EF-B4EE-4F8B-B468-609343918338}"/>
                </a:ext>
              </a:extLst>
            </p:cNvPr>
            <p:cNvSpPr/>
            <p:nvPr/>
          </p:nvSpPr>
          <p:spPr>
            <a:xfrm>
              <a:off x="5420828" y="5083256"/>
              <a:ext cx="36000" cy="36000"/>
            </a:xfrm>
            <a:prstGeom prst="donut">
              <a:avLst>
                <a:gd name="adj" fmla="val 5319"/>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nl-NL" sz="1350">
                <a:solidFill>
                  <a:prstClr val="black"/>
                </a:solidFill>
                <a:latin typeface="Raleway" pitchFamily="2" charset="0"/>
              </a:endParaRPr>
            </a:p>
          </p:txBody>
        </p:sp>
      </p:grpSp>
      <p:grpSp>
        <p:nvGrpSpPr>
          <p:cNvPr id="75" name="Groep 74">
            <a:extLst>
              <a:ext uri="{FF2B5EF4-FFF2-40B4-BE49-F238E27FC236}">
                <a16:creationId xmlns:a16="http://schemas.microsoft.com/office/drawing/2014/main" id="{3449227A-B2D8-49F9-89F8-BD78838ED027}"/>
              </a:ext>
            </a:extLst>
          </p:cNvPr>
          <p:cNvGrpSpPr/>
          <p:nvPr/>
        </p:nvGrpSpPr>
        <p:grpSpPr>
          <a:xfrm>
            <a:off x="7889636" y="4048748"/>
            <a:ext cx="234800" cy="246423"/>
            <a:chOff x="5314463" y="4984623"/>
            <a:chExt cx="313066" cy="328564"/>
          </a:xfrm>
        </p:grpSpPr>
        <p:sp>
          <p:nvSpPr>
            <p:cNvPr id="76" name="Ovaal 75">
              <a:extLst>
                <a:ext uri="{FF2B5EF4-FFF2-40B4-BE49-F238E27FC236}">
                  <a16:creationId xmlns:a16="http://schemas.microsoft.com/office/drawing/2014/main" id="{96039046-00F4-493B-A417-40002408B3AE}"/>
                </a:ext>
              </a:extLst>
            </p:cNvPr>
            <p:cNvSpPr/>
            <p:nvPr/>
          </p:nvSpPr>
          <p:spPr>
            <a:xfrm>
              <a:off x="5314463" y="4984623"/>
              <a:ext cx="313066" cy="328564"/>
            </a:xfrm>
            <a:prstGeom prst="ellipse">
              <a:avLst/>
            </a:prstGeom>
            <a:solidFill>
              <a:srgbClr val="FF9900"/>
            </a:solidFill>
            <a:ln>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nl-NL" sz="1350">
                <a:solidFill>
                  <a:prstClr val="white"/>
                </a:solidFill>
                <a:latin typeface="Raleway" pitchFamily="2" charset="0"/>
              </a:endParaRPr>
            </a:p>
          </p:txBody>
        </p:sp>
        <p:sp>
          <p:nvSpPr>
            <p:cNvPr id="77" name="Cirkel: leeg 76">
              <a:extLst>
                <a:ext uri="{FF2B5EF4-FFF2-40B4-BE49-F238E27FC236}">
                  <a16:creationId xmlns:a16="http://schemas.microsoft.com/office/drawing/2014/main" id="{75051232-656F-47C5-A585-BB21899B2C01}"/>
                </a:ext>
              </a:extLst>
            </p:cNvPr>
            <p:cNvSpPr/>
            <p:nvPr/>
          </p:nvSpPr>
          <p:spPr>
            <a:xfrm>
              <a:off x="5489711" y="5082864"/>
              <a:ext cx="36000" cy="36000"/>
            </a:xfrm>
            <a:prstGeom prst="donut">
              <a:avLst>
                <a:gd name="adj" fmla="val 5319"/>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nl-NL" sz="1350">
                <a:solidFill>
                  <a:prstClr val="black"/>
                </a:solidFill>
                <a:latin typeface="Raleway" pitchFamily="2" charset="0"/>
              </a:endParaRPr>
            </a:p>
          </p:txBody>
        </p:sp>
        <p:cxnSp>
          <p:nvCxnSpPr>
            <p:cNvPr id="78" name="Rechte verbindingslijn 77">
              <a:extLst>
                <a:ext uri="{FF2B5EF4-FFF2-40B4-BE49-F238E27FC236}">
                  <a16:creationId xmlns:a16="http://schemas.microsoft.com/office/drawing/2014/main" id="{7743A8D7-7CD5-4E22-AB82-BBDA2AAB4DC5}"/>
                </a:ext>
              </a:extLst>
            </p:cNvPr>
            <p:cNvCxnSpPr>
              <a:cxnSpLocks/>
            </p:cNvCxnSpPr>
            <p:nvPr/>
          </p:nvCxnSpPr>
          <p:spPr>
            <a:xfrm>
              <a:off x="5413599" y="5214062"/>
              <a:ext cx="128869" cy="31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79" name="Cirkel: leeg 78">
              <a:extLst>
                <a:ext uri="{FF2B5EF4-FFF2-40B4-BE49-F238E27FC236}">
                  <a16:creationId xmlns:a16="http://schemas.microsoft.com/office/drawing/2014/main" id="{F47D9020-F20B-43C7-97DC-9F380B980B70}"/>
                </a:ext>
              </a:extLst>
            </p:cNvPr>
            <p:cNvSpPr/>
            <p:nvPr/>
          </p:nvSpPr>
          <p:spPr>
            <a:xfrm>
              <a:off x="5420828" y="5083256"/>
              <a:ext cx="36000" cy="36000"/>
            </a:xfrm>
            <a:prstGeom prst="donut">
              <a:avLst>
                <a:gd name="adj" fmla="val 5319"/>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nl-NL" sz="1350">
                <a:solidFill>
                  <a:prstClr val="black"/>
                </a:solidFill>
                <a:latin typeface="Raleway" pitchFamily="2" charset="0"/>
              </a:endParaRPr>
            </a:p>
          </p:txBody>
        </p:sp>
      </p:grpSp>
      <p:grpSp>
        <p:nvGrpSpPr>
          <p:cNvPr id="80" name="Groep 79">
            <a:extLst>
              <a:ext uri="{FF2B5EF4-FFF2-40B4-BE49-F238E27FC236}">
                <a16:creationId xmlns:a16="http://schemas.microsoft.com/office/drawing/2014/main" id="{EEDE11F0-8911-4411-9E3C-DA93596BEE04}"/>
              </a:ext>
            </a:extLst>
          </p:cNvPr>
          <p:cNvGrpSpPr/>
          <p:nvPr/>
        </p:nvGrpSpPr>
        <p:grpSpPr>
          <a:xfrm>
            <a:off x="6566168" y="3699318"/>
            <a:ext cx="234800" cy="246423"/>
            <a:chOff x="5314463" y="4984623"/>
            <a:chExt cx="313066" cy="328564"/>
          </a:xfrm>
        </p:grpSpPr>
        <p:sp>
          <p:nvSpPr>
            <p:cNvPr id="81" name="Ovaal 80">
              <a:extLst>
                <a:ext uri="{FF2B5EF4-FFF2-40B4-BE49-F238E27FC236}">
                  <a16:creationId xmlns:a16="http://schemas.microsoft.com/office/drawing/2014/main" id="{C3D19E53-173C-4508-914F-A53EE2510909}"/>
                </a:ext>
              </a:extLst>
            </p:cNvPr>
            <p:cNvSpPr/>
            <p:nvPr/>
          </p:nvSpPr>
          <p:spPr>
            <a:xfrm>
              <a:off x="5314463" y="4984623"/>
              <a:ext cx="313066" cy="328564"/>
            </a:xfrm>
            <a:prstGeom prst="ellipse">
              <a:avLst/>
            </a:prstGeom>
            <a:solidFill>
              <a:srgbClr val="FF9900"/>
            </a:solidFill>
            <a:ln>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nl-NL" sz="1350">
                <a:solidFill>
                  <a:prstClr val="white"/>
                </a:solidFill>
                <a:latin typeface="Raleway" pitchFamily="2" charset="0"/>
              </a:endParaRPr>
            </a:p>
          </p:txBody>
        </p:sp>
        <p:sp>
          <p:nvSpPr>
            <p:cNvPr id="82" name="Cirkel: leeg 81">
              <a:extLst>
                <a:ext uri="{FF2B5EF4-FFF2-40B4-BE49-F238E27FC236}">
                  <a16:creationId xmlns:a16="http://schemas.microsoft.com/office/drawing/2014/main" id="{F87CE0F6-B118-4A3D-9CC1-BFD771713FE5}"/>
                </a:ext>
              </a:extLst>
            </p:cNvPr>
            <p:cNvSpPr/>
            <p:nvPr/>
          </p:nvSpPr>
          <p:spPr>
            <a:xfrm>
              <a:off x="5489711" y="5082864"/>
              <a:ext cx="36000" cy="36000"/>
            </a:xfrm>
            <a:prstGeom prst="donut">
              <a:avLst>
                <a:gd name="adj" fmla="val 5319"/>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nl-NL" sz="1350">
                <a:solidFill>
                  <a:prstClr val="black"/>
                </a:solidFill>
                <a:latin typeface="Raleway" pitchFamily="2" charset="0"/>
              </a:endParaRPr>
            </a:p>
          </p:txBody>
        </p:sp>
        <p:cxnSp>
          <p:nvCxnSpPr>
            <p:cNvPr id="83" name="Rechte verbindingslijn 82">
              <a:extLst>
                <a:ext uri="{FF2B5EF4-FFF2-40B4-BE49-F238E27FC236}">
                  <a16:creationId xmlns:a16="http://schemas.microsoft.com/office/drawing/2014/main" id="{9CA806BE-87FB-4775-BAD2-D97F3DF453E7}"/>
                </a:ext>
              </a:extLst>
            </p:cNvPr>
            <p:cNvCxnSpPr>
              <a:cxnSpLocks/>
            </p:cNvCxnSpPr>
            <p:nvPr/>
          </p:nvCxnSpPr>
          <p:spPr>
            <a:xfrm>
              <a:off x="5413599" y="5214062"/>
              <a:ext cx="128869" cy="31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4" name="Cirkel: leeg 83">
              <a:extLst>
                <a:ext uri="{FF2B5EF4-FFF2-40B4-BE49-F238E27FC236}">
                  <a16:creationId xmlns:a16="http://schemas.microsoft.com/office/drawing/2014/main" id="{36BAAB64-49BA-404C-8C34-F25FA2319951}"/>
                </a:ext>
              </a:extLst>
            </p:cNvPr>
            <p:cNvSpPr/>
            <p:nvPr/>
          </p:nvSpPr>
          <p:spPr>
            <a:xfrm>
              <a:off x="5420828" y="5083256"/>
              <a:ext cx="36000" cy="36000"/>
            </a:xfrm>
            <a:prstGeom prst="donut">
              <a:avLst>
                <a:gd name="adj" fmla="val 5319"/>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nl-NL" sz="1350">
                <a:solidFill>
                  <a:prstClr val="black"/>
                </a:solidFill>
                <a:latin typeface="Raleway" pitchFamily="2" charset="0"/>
              </a:endParaRPr>
            </a:p>
          </p:txBody>
        </p:sp>
      </p:grpSp>
      <p:grpSp>
        <p:nvGrpSpPr>
          <p:cNvPr id="85" name="Groep 84">
            <a:extLst>
              <a:ext uri="{FF2B5EF4-FFF2-40B4-BE49-F238E27FC236}">
                <a16:creationId xmlns:a16="http://schemas.microsoft.com/office/drawing/2014/main" id="{72D929B5-37CD-4C05-974B-C9CEB69BBA8F}"/>
              </a:ext>
            </a:extLst>
          </p:cNvPr>
          <p:cNvGrpSpPr/>
          <p:nvPr/>
        </p:nvGrpSpPr>
        <p:grpSpPr>
          <a:xfrm>
            <a:off x="7506625" y="3079134"/>
            <a:ext cx="234800" cy="246423"/>
            <a:chOff x="5314463" y="4984623"/>
            <a:chExt cx="313066" cy="328564"/>
          </a:xfrm>
        </p:grpSpPr>
        <p:sp>
          <p:nvSpPr>
            <p:cNvPr id="86" name="Ovaal 85">
              <a:extLst>
                <a:ext uri="{FF2B5EF4-FFF2-40B4-BE49-F238E27FC236}">
                  <a16:creationId xmlns:a16="http://schemas.microsoft.com/office/drawing/2014/main" id="{32CDD1A3-E296-41E6-A059-6E4BE16BA825}"/>
                </a:ext>
              </a:extLst>
            </p:cNvPr>
            <p:cNvSpPr/>
            <p:nvPr/>
          </p:nvSpPr>
          <p:spPr>
            <a:xfrm>
              <a:off x="5314463" y="4984623"/>
              <a:ext cx="313066" cy="328564"/>
            </a:xfrm>
            <a:prstGeom prst="ellipse">
              <a:avLst/>
            </a:prstGeom>
            <a:solidFill>
              <a:srgbClr val="FF9900"/>
            </a:solidFill>
            <a:ln>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nl-NL" sz="1350">
                <a:solidFill>
                  <a:prstClr val="white"/>
                </a:solidFill>
                <a:latin typeface="Raleway" pitchFamily="2" charset="0"/>
              </a:endParaRPr>
            </a:p>
          </p:txBody>
        </p:sp>
        <p:sp>
          <p:nvSpPr>
            <p:cNvPr id="87" name="Cirkel: leeg 86">
              <a:extLst>
                <a:ext uri="{FF2B5EF4-FFF2-40B4-BE49-F238E27FC236}">
                  <a16:creationId xmlns:a16="http://schemas.microsoft.com/office/drawing/2014/main" id="{D39CA208-D380-4A25-994A-053662D94271}"/>
                </a:ext>
              </a:extLst>
            </p:cNvPr>
            <p:cNvSpPr/>
            <p:nvPr/>
          </p:nvSpPr>
          <p:spPr>
            <a:xfrm>
              <a:off x="5489711" y="5082864"/>
              <a:ext cx="36000" cy="36000"/>
            </a:xfrm>
            <a:prstGeom prst="donut">
              <a:avLst>
                <a:gd name="adj" fmla="val 5319"/>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nl-NL" sz="1350">
                <a:solidFill>
                  <a:prstClr val="black"/>
                </a:solidFill>
                <a:latin typeface="Raleway" pitchFamily="2" charset="0"/>
              </a:endParaRPr>
            </a:p>
          </p:txBody>
        </p:sp>
        <p:cxnSp>
          <p:nvCxnSpPr>
            <p:cNvPr id="88" name="Rechte verbindingslijn 87">
              <a:extLst>
                <a:ext uri="{FF2B5EF4-FFF2-40B4-BE49-F238E27FC236}">
                  <a16:creationId xmlns:a16="http://schemas.microsoft.com/office/drawing/2014/main" id="{08B66FFA-6D21-4208-B8CC-63370338A039}"/>
                </a:ext>
              </a:extLst>
            </p:cNvPr>
            <p:cNvCxnSpPr>
              <a:cxnSpLocks/>
            </p:cNvCxnSpPr>
            <p:nvPr/>
          </p:nvCxnSpPr>
          <p:spPr>
            <a:xfrm>
              <a:off x="5413599" y="5214062"/>
              <a:ext cx="128869" cy="31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9" name="Cirkel: leeg 88">
              <a:extLst>
                <a:ext uri="{FF2B5EF4-FFF2-40B4-BE49-F238E27FC236}">
                  <a16:creationId xmlns:a16="http://schemas.microsoft.com/office/drawing/2014/main" id="{4311ABA6-61FE-4119-A86B-970B8B8A48F9}"/>
                </a:ext>
              </a:extLst>
            </p:cNvPr>
            <p:cNvSpPr/>
            <p:nvPr/>
          </p:nvSpPr>
          <p:spPr>
            <a:xfrm>
              <a:off x="5420828" y="5083256"/>
              <a:ext cx="36000" cy="36000"/>
            </a:xfrm>
            <a:prstGeom prst="donut">
              <a:avLst>
                <a:gd name="adj" fmla="val 5319"/>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nl-NL" sz="1350">
                <a:solidFill>
                  <a:prstClr val="black"/>
                </a:solidFill>
                <a:latin typeface="Raleway" pitchFamily="2" charset="0"/>
              </a:endParaRPr>
            </a:p>
          </p:txBody>
        </p:sp>
      </p:grpSp>
      <p:sp>
        <p:nvSpPr>
          <p:cNvPr id="90" name="Tekstvak 89">
            <a:extLst>
              <a:ext uri="{FF2B5EF4-FFF2-40B4-BE49-F238E27FC236}">
                <a16:creationId xmlns:a16="http://schemas.microsoft.com/office/drawing/2014/main" id="{14757985-AE54-43BA-B1EA-BA3D4322B8BD}"/>
              </a:ext>
            </a:extLst>
          </p:cNvPr>
          <p:cNvSpPr txBox="1"/>
          <p:nvPr/>
        </p:nvSpPr>
        <p:spPr>
          <a:xfrm>
            <a:off x="3192013" y="3684207"/>
            <a:ext cx="1645430" cy="369332"/>
          </a:xfrm>
          <a:prstGeom prst="rect">
            <a:avLst/>
          </a:prstGeom>
          <a:noFill/>
        </p:spPr>
        <p:txBody>
          <a:bodyPr wrap="square" rtlCol="0">
            <a:spAutoFit/>
          </a:bodyPr>
          <a:lstStyle/>
          <a:p>
            <a:r>
              <a:rPr lang="nl-NL" dirty="0">
                <a:solidFill>
                  <a:srgbClr val="E50056"/>
                </a:solidFill>
                <a:latin typeface="Raleway" pitchFamily="2" charset="0"/>
              </a:rPr>
              <a:t>INDIVIDU</a:t>
            </a:r>
          </a:p>
        </p:txBody>
      </p:sp>
      <p:sp>
        <p:nvSpPr>
          <p:cNvPr id="91" name="Tekstvak 90">
            <a:extLst>
              <a:ext uri="{FF2B5EF4-FFF2-40B4-BE49-F238E27FC236}">
                <a16:creationId xmlns:a16="http://schemas.microsoft.com/office/drawing/2014/main" id="{9956EAC6-28B6-4D7E-9FA7-7C0AB2BEB6AE}"/>
              </a:ext>
            </a:extLst>
          </p:cNvPr>
          <p:cNvSpPr txBox="1"/>
          <p:nvPr/>
        </p:nvSpPr>
        <p:spPr>
          <a:xfrm>
            <a:off x="6824770" y="4877089"/>
            <a:ext cx="1153600" cy="369332"/>
          </a:xfrm>
          <a:prstGeom prst="rect">
            <a:avLst/>
          </a:prstGeom>
          <a:noFill/>
        </p:spPr>
        <p:txBody>
          <a:bodyPr wrap="square" rtlCol="0">
            <a:spAutoFit/>
          </a:bodyPr>
          <a:lstStyle/>
          <a:p>
            <a:pPr algn="ctr"/>
            <a:r>
              <a:rPr lang="nl-NL">
                <a:solidFill>
                  <a:srgbClr val="E50056"/>
                </a:solidFill>
                <a:latin typeface="Raleway" pitchFamily="2" charset="0"/>
              </a:rPr>
              <a:t>GROEP</a:t>
            </a:r>
          </a:p>
        </p:txBody>
      </p:sp>
    </p:spTree>
    <p:extLst>
      <p:ext uri="{BB962C8B-B14F-4D97-AF65-F5344CB8AC3E}">
        <p14:creationId xmlns:p14="http://schemas.microsoft.com/office/powerpoint/2010/main" val="757193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0"/>
                                        </p:tgtEl>
                                        <p:attrNameLst>
                                          <p:attrName>style.visibility</p:attrName>
                                        </p:attrNameLst>
                                      </p:cBhvr>
                                      <p:to>
                                        <p:strVal val="visible"/>
                                      </p:to>
                                    </p:set>
                                    <p:animEffect transition="in" filter="fade">
                                      <p:cBhvr>
                                        <p:cTn id="7" dur="500"/>
                                        <p:tgtEl>
                                          <p:spTgt spid="9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64"/>
                                        </p:tgtEl>
                                        <p:attrNameLst>
                                          <p:attrName>style.visibility</p:attrName>
                                        </p:attrNameLst>
                                      </p:cBhvr>
                                      <p:to>
                                        <p:strVal val="visible"/>
                                      </p:to>
                                    </p:set>
                                    <p:animEffect transition="in" filter="fade">
                                      <p:cBhvr>
                                        <p:cTn id="18" dur="1000"/>
                                        <p:tgtEl>
                                          <p:spTgt spid="64"/>
                                        </p:tgtEl>
                                      </p:cBhvr>
                                    </p:animEffect>
                                    <p:anim calcmode="lin" valueType="num">
                                      <p:cBhvr>
                                        <p:cTn id="19" dur="1000" fill="hold"/>
                                        <p:tgtEl>
                                          <p:spTgt spid="64"/>
                                        </p:tgtEl>
                                        <p:attrNameLst>
                                          <p:attrName>ppt_x</p:attrName>
                                        </p:attrNameLst>
                                      </p:cBhvr>
                                      <p:tavLst>
                                        <p:tav tm="0">
                                          <p:val>
                                            <p:strVal val="#ppt_x"/>
                                          </p:val>
                                        </p:tav>
                                        <p:tav tm="100000">
                                          <p:val>
                                            <p:strVal val="#ppt_x"/>
                                          </p:val>
                                        </p:tav>
                                      </p:tavLst>
                                    </p:anim>
                                    <p:anim calcmode="lin" valueType="num">
                                      <p:cBhvr>
                                        <p:cTn id="20" dur="1000" fill="hold"/>
                                        <p:tgtEl>
                                          <p:spTgt spid="64"/>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63"/>
                                        </p:tgtEl>
                                        <p:attrNameLst>
                                          <p:attrName>style.visibility</p:attrName>
                                        </p:attrNameLst>
                                      </p:cBhvr>
                                      <p:to>
                                        <p:strVal val="visible"/>
                                      </p:to>
                                    </p:set>
                                    <p:animEffect transition="in" filter="fade">
                                      <p:cBhvr>
                                        <p:cTn id="23" dur="1000"/>
                                        <p:tgtEl>
                                          <p:spTgt spid="63"/>
                                        </p:tgtEl>
                                      </p:cBhvr>
                                    </p:animEffect>
                                    <p:anim calcmode="lin" valueType="num">
                                      <p:cBhvr>
                                        <p:cTn id="24" dur="1000" fill="hold"/>
                                        <p:tgtEl>
                                          <p:spTgt spid="63"/>
                                        </p:tgtEl>
                                        <p:attrNameLst>
                                          <p:attrName>ppt_x</p:attrName>
                                        </p:attrNameLst>
                                      </p:cBhvr>
                                      <p:tavLst>
                                        <p:tav tm="0">
                                          <p:val>
                                            <p:strVal val="#ppt_x"/>
                                          </p:val>
                                        </p:tav>
                                        <p:tav tm="100000">
                                          <p:val>
                                            <p:strVal val="#ppt_x"/>
                                          </p:val>
                                        </p:tav>
                                      </p:tavLst>
                                    </p:anim>
                                    <p:anim calcmode="lin" valueType="num">
                                      <p:cBhvr>
                                        <p:cTn id="25" dur="1000" fill="hold"/>
                                        <p:tgtEl>
                                          <p:spTgt spid="63"/>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fade">
                                      <p:cBhvr>
                                        <p:cTn id="28" dur="1000"/>
                                        <p:tgtEl>
                                          <p:spTgt spid="3"/>
                                        </p:tgtEl>
                                      </p:cBhvr>
                                    </p:animEffect>
                                    <p:anim calcmode="lin" valueType="num">
                                      <p:cBhvr>
                                        <p:cTn id="29" dur="1000" fill="hold"/>
                                        <p:tgtEl>
                                          <p:spTgt spid="3"/>
                                        </p:tgtEl>
                                        <p:attrNameLst>
                                          <p:attrName>ppt_x</p:attrName>
                                        </p:attrNameLst>
                                      </p:cBhvr>
                                      <p:tavLst>
                                        <p:tav tm="0">
                                          <p:val>
                                            <p:strVal val="#ppt_x"/>
                                          </p:val>
                                        </p:tav>
                                        <p:tav tm="100000">
                                          <p:val>
                                            <p:strVal val="#ppt_x"/>
                                          </p:val>
                                        </p:tav>
                                      </p:tavLst>
                                    </p:anim>
                                    <p:anim calcmode="lin" valueType="num">
                                      <p:cBhvr>
                                        <p:cTn id="30" dur="1000" fill="hold"/>
                                        <p:tgtEl>
                                          <p:spTgt spid="3"/>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fade">
                                      <p:cBhvr>
                                        <p:cTn id="33" dur="1000"/>
                                        <p:tgtEl>
                                          <p:spTgt spid="6"/>
                                        </p:tgtEl>
                                      </p:cBhvr>
                                    </p:animEffect>
                                    <p:anim calcmode="lin" valueType="num">
                                      <p:cBhvr>
                                        <p:cTn id="34" dur="1000" fill="hold"/>
                                        <p:tgtEl>
                                          <p:spTgt spid="6"/>
                                        </p:tgtEl>
                                        <p:attrNameLst>
                                          <p:attrName>ppt_x</p:attrName>
                                        </p:attrNameLst>
                                      </p:cBhvr>
                                      <p:tavLst>
                                        <p:tav tm="0">
                                          <p:val>
                                            <p:strVal val="#ppt_x"/>
                                          </p:val>
                                        </p:tav>
                                        <p:tav tm="100000">
                                          <p:val>
                                            <p:strVal val="#ppt_x"/>
                                          </p:val>
                                        </p:tav>
                                      </p:tavLst>
                                    </p:anim>
                                    <p:anim calcmode="lin" valueType="num">
                                      <p:cBhvr>
                                        <p:cTn id="35" dur="1000" fill="hold"/>
                                        <p:tgtEl>
                                          <p:spTgt spid="6"/>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fade">
                                      <p:cBhvr>
                                        <p:cTn id="38" dur="1000"/>
                                        <p:tgtEl>
                                          <p:spTgt spid="7"/>
                                        </p:tgtEl>
                                      </p:cBhvr>
                                    </p:animEffect>
                                    <p:anim calcmode="lin" valueType="num">
                                      <p:cBhvr>
                                        <p:cTn id="39" dur="1000" fill="hold"/>
                                        <p:tgtEl>
                                          <p:spTgt spid="7"/>
                                        </p:tgtEl>
                                        <p:attrNameLst>
                                          <p:attrName>ppt_x</p:attrName>
                                        </p:attrNameLst>
                                      </p:cBhvr>
                                      <p:tavLst>
                                        <p:tav tm="0">
                                          <p:val>
                                            <p:strVal val="#ppt_x"/>
                                          </p:val>
                                        </p:tav>
                                        <p:tav tm="100000">
                                          <p:val>
                                            <p:strVal val="#ppt_x"/>
                                          </p:val>
                                        </p:tav>
                                      </p:tavLst>
                                    </p:anim>
                                    <p:anim calcmode="lin" valueType="num">
                                      <p:cBhvr>
                                        <p:cTn id="40" dur="1000" fill="hold"/>
                                        <p:tgtEl>
                                          <p:spTgt spid="7"/>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1000"/>
                                        <p:tgtEl>
                                          <p:spTgt spid="8"/>
                                        </p:tgtEl>
                                      </p:cBhvr>
                                    </p:animEffect>
                                    <p:anim calcmode="lin" valueType="num">
                                      <p:cBhvr>
                                        <p:cTn id="44" dur="1000" fill="hold"/>
                                        <p:tgtEl>
                                          <p:spTgt spid="8"/>
                                        </p:tgtEl>
                                        <p:attrNameLst>
                                          <p:attrName>ppt_x</p:attrName>
                                        </p:attrNameLst>
                                      </p:cBhvr>
                                      <p:tavLst>
                                        <p:tav tm="0">
                                          <p:val>
                                            <p:strVal val="#ppt_x"/>
                                          </p:val>
                                        </p:tav>
                                        <p:tav tm="100000">
                                          <p:val>
                                            <p:strVal val="#ppt_x"/>
                                          </p:val>
                                        </p:tav>
                                      </p:tavLst>
                                    </p:anim>
                                    <p:anim calcmode="lin" valueType="num">
                                      <p:cBhvr>
                                        <p:cTn id="45" dur="1000" fill="hold"/>
                                        <p:tgtEl>
                                          <p:spTgt spid="8"/>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1000"/>
                                        <p:tgtEl>
                                          <p:spTgt spid="13"/>
                                        </p:tgtEl>
                                      </p:cBhvr>
                                    </p:animEffect>
                                    <p:anim calcmode="lin" valueType="num">
                                      <p:cBhvr>
                                        <p:cTn id="49" dur="1000" fill="hold"/>
                                        <p:tgtEl>
                                          <p:spTgt spid="13"/>
                                        </p:tgtEl>
                                        <p:attrNameLst>
                                          <p:attrName>ppt_x</p:attrName>
                                        </p:attrNameLst>
                                      </p:cBhvr>
                                      <p:tavLst>
                                        <p:tav tm="0">
                                          <p:val>
                                            <p:strVal val="#ppt_x"/>
                                          </p:val>
                                        </p:tav>
                                        <p:tav tm="100000">
                                          <p:val>
                                            <p:strVal val="#ppt_x"/>
                                          </p:val>
                                        </p:tav>
                                      </p:tavLst>
                                    </p:anim>
                                    <p:anim calcmode="lin" valueType="num">
                                      <p:cBhvr>
                                        <p:cTn id="50" dur="1000" fill="hold"/>
                                        <p:tgtEl>
                                          <p:spTgt spid="13"/>
                                        </p:tgtEl>
                                        <p:attrNameLst>
                                          <p:attrName>ppt_y</p:attrName>
                                        </p:attrNameLst>
                                      </p:cBhvr>
                                      <p:tavLst>
                                        <p:tav tm="0">
                                          <p:val>
                                            <p:strVal val="#ppt_y+.1"/>
                                          </p:val>
                                        </p:tav>
                                        <p:tav tm="100000">
                                          <p:val>
                                            <p:strVal val="#ppt_y"/>
                                          </p:val>
                                        </p:tav>
                                      </p:tavLst>
                                    </p:anim>
                                  </p:childTnLst>
                                </p:cTn>
                              </p:par>
                              <p:par>
                                <p:cTn id="51" presetID="42" presetClass="entr" presetSubtype="0" fill="hold"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1000"/>
                                        <p:tgtEl>
                                          <p:spTgt spid="18"/>
                                        </p:tgtEl>
                                      </p:cBhvr>
                                    </p:animEffect>
                                    <p:anim calcmode="lin" valueType="num">
                                      <p:cBhvr>
                                        <p:cTn id="54" dur="1000" fill="hold"/>
                                        <p:tgtEl>
                                          <p:spTgt spid="18"/>
                                        </p:tgtEl>
                                        <p:attrNameLst>
                                          <p:attrName>ppt_x</p:attrName>
                                        </p:attrNameLst>
                                      </p:cBhvr>
                                      <p:tavLst>
                                        <p:tav tm="0">
                                          <p:val>
                                            <p:strVal val="#ppt_x"/>
                                          </p:val>
                                        </p:tav>
                                        <p:tav tm="100000">
                                          <p:val>
                                            <p:strVal val="#ppt_x"/>
                                          </p:val>
                                        </p:tav>
                                      </p:tavLst>
                                    </p:anim>
                                    <p:anim calcmode="lin" valueType="num">
                                      <p:cBhvr>
                                        <p:cTn id="55" dur="1000" fill="hold"/>
                                        <p:tgtEl>
                                          <p:spTgt spid="18"/>
                                        </p:tgtEl>
                                        <p:attrNameLst>
                                          <p:attrName>ppt_y</p:attrName>
                                        </p:attrNameLst>
                                      </p:cBhvr>
                                      <p:tavLst>
                                        <p:tav tm="0">
                                          <p:val>
                                            <p:strVal val="#ppt_y+.1"/>
                                          </p:val>
                                        </p:tav>
                                        <p:tav tm="100000">
                                          <p:val>
                                            <p:strVal val="#ppt_y"/>
                                          </p:val>
                                        </p:tav>
                                      </p:tavLst>
                                    </p:anim>
                                  </p:childTnLst>
                                </p:cTn>
                              </p:par>
                              <p:par>
                                <p:cTn id="56" presetID="42" presetClass="entr" presetSubtype="0" fill="hold"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1000"/>
                                        <p:tgtEl>
                                          <p:spTgt spid="23"/>
                                        </p:tgtEl>
                                      </p:cBhvr>
                                    </p:animEffect>
                                    <p:anim calcmode="lin" valueType="num">
                                      <p:cBhvr>
                                        <p:cTn id="59" dur="1000" fill="hold"/>
                                        <p:tgtEl>
                                          <p:spTgt spid="23"/>
                                        </p:tgtEl>
                                        <p:attrNameLst>
                                          <p:attrName>ppt_x</p:attrName>
                                        </p:attrNameLst>
                                      </p:cBhvr>
                                      <p:tavLst>
                                        <p:tav tm="0">
                                          <p:val>
                                            <p:strVal val="#ppt_x"/>
                                          </p:val>
                                        </p:tav>
                                        <p:tav tm="100000">
                                          <p:val>
                                            <p:strVal val="#ppt_x"/>
                                          </p:val>
                                        </p:tav>
                                      </p:tavLst>
                                    </p:anim>
                                    <p:anim calcmode="lin" valueType="num">
                                      <p:cBhvr>
                                        <p:cTn id="60" dur="1000" fill="hold"/>
                                        <p:tgtEl>
                                          <p:spTgt spid="23"/>
                                        </p:tgtEl>
                                        <p:attrNameLst>
                                          <p:attrName>ppt_y</p:attrName>
                                        </p:attrNameLst>
                                      </p:cBhvr>
                                      <p:tavLst>
                                        <p:tav tm="0">
                                          <p:val>
                                            <p:strVal val="#ppt_y+.1"/>
                                          </p:val>
                                        </p:tav>
                                        <p:tav tm="100000">
                                          <p:val>
                                            <p:strVal val="#ppt_y"/>
                                          </p:val>
                                        </p:tav>
                                      </p:tavLst>
                                    </p:anim>
                                  </p:childTnLst>
                                </p:cTn>
                              </p:par>
                              <p:par>
                                <p:cTn id="61" presetID="42" presetClass="entr" presetSubtype="0" fill="hold" nodeType="withEffect">
                                  <p:stCondLst>
                                    <p:cond delay="0"/>
                                  </p:stCondLst>
                                  <p:childTnLst>
                                    <p:set>
                                      <p:cBhvr>
                                        <p:cTn id="62" dur="1" fill="hold">
                                          <p:stCondLst>
                                            <p:cond delay="0"/>
                                          </p:stCondLst>
                                        </p:cTn>
                                        <p:tgtEl>
                                          <p:spTgt spid="28"/>
                                        </p:tgtEl>
                                        <p:attrNameLst>
                                          <p:attrName>style.visibility</p:attrName>
                                        </p:attrNameLst>
                                      </p:cBhvr>
                                      <p:to>
                                        <p:strVal val="visible"/>
                                      </p:to>
                                    </p:set>
                                    <p:animEffect transition="in" filter="fade">
                                      <p:cBhvr>
                                        <p:cTn id="63" dur="1000"/>
                                        <p:tgtEl>
                                          <p:spTgt spid="28"/>
                                        </p:tgtEl>
                                      </p:cBhvr>
                                    </p:animEffect>
                                    <p:anim calcmode="lin" valueType="num">
                                      <p:cBhvr>
                                        <p:cTn id="64" dur="1000" fill="hold"/>
                                        <p:tgtEl>
                                          <p:spTgt spid="28"/>
                                        </p:tgtEl>
                                        <p:attrNameLst>
                                          <p:attrName>ppt_x</p:attrName>
                                        </p:attrNameLst>
                                      </p:cBhvr>
                                      <p:tavLst>
                                        <p:tav tm="0">
                                          <p:val>
                                            <p:strVal val="#ppt_x"/>
                                          </p:val>
                                        </p:tav>
                                        <p:tav tm="100000">
                                          <p:val>
                                            <p:strVal val="#ppt_x"/>
                                          </p:val>
                                        </p:tav>
                                      </p:tavLst>
                                    </p:anim>
                                    <p:anim calcmode="lin" valueType="num">
                                      <p:cBhvr>
                                        <p:cTn id="65" dur="1000" fill="hold"/>
                                        <p:tgtEl>
                                          <p:spTgt spid="28"/>
                                        </p:tgtEl>
                                        <p:attrNameLst>
                                          <p:attrName>ppt_y</p:attrName>
                                        </p:attrNameLst>
                                      </p:cBhvr>
                                      <p:tavLst>
                                        <p:tav tm="0">
                                          <p:val>
                                            <p:strVal val="#ppt_y+.1"/>
                                          </p:val>
                                        </p:tav>
                                        <p:tav tm="100000">
                                          <p:val>
                                            <p:strVal val="#ppt_y"/>
                                          </p:val>
                                        </p:tav>
                                      </p:tavLst>
                                    </p:anim>
                                  </p:childTnLst>
                                </p:cTn>
                              </p:par>
                              <p:par>
                                <p:cTn id="66" presetID="42" presetClass="entr" presetSubtype="0" fill="hold" nodeType="withEffect">
                                  <p:stCondLst>
                                    <p:cond delay="0"/>
                                  </p:stCondLst>
                                  <p:childTnLst>
                                    <p:set>
                                      <p:cBhvr>
                                        <p:cTn id="67" dur="1" fill="hold">
                                          <p:stCondLst>
                                            <p:cond delay="0"/>
                                          </p:stCondLst>
                                        </p:cTn>
                                        <p:tgtEl>
                                          <p:spTgt spid="33"/>
                                        </p:tgtEl>
                                        <p:attrNameLst>
                                          <p:attrName>style.visibility</p:attrName>
                                        </p:attrNameLst>
                                      </p:cBhvr>
                                      <p:to>
                                        <p:strVal val="visible"/>
                                      </p:to>
                                    </p:set>
                                    <p:animEffect transition="in" filter="fade">
                                      <p:cBhvr>
                                        <p:cTn id="68" dur="1000"/>
                                        <p:tgtEl>
                                          <p:spTgt spid="33"/>
                                        </p:tgtEl>
                                      </p:cBhvr>
                                    </p:animEffect>
                                    <p:anim calcmode="lin" valueType="num">
                                      <p:cBhvr>
                                        <p:cTn id="69" dur="1000" fill="hold"/>
                                        <p:tgtEl>
                                          <p:spTgt spid="33"/>
                                        </p:tgtEl>
                                        <p:attrNameLst>
                                          <p:attrName>ppt_x</p:attrName>
                                        </p:attrNameLst>
                                      </p:cBhvr>
                                      <p:tavLst>
                                        <p:tav tm="0">
                                          <p:val>
                                            <p:strVal val="#ppt_x"/>
                                          </p:val>
                                        </p:tav>
                                        <p:tav tm="100000">
                                          <p:val>
                                            <p:strVal val="#ppt_x"/>
                                          </p:val>
                                        </p:tav>
                                      </p:tavLst>
                                    </p:anim>
                                    <p:anim calcmode="lin" valueType="num">
                                      <p:cBhvr>
                                        <p:cTn id="70" dur="1000" fill="hold"/>
                                        <p:tgtEl>
                                          <p:spTgt spid="33"/>
                                        </p:tgtEl>
                                        <p:attrNameLst>
                                          <p:attrName>ppt_y</p:attrName>
                                        </p:attrNameLst>
                                      </p:cBhvr>
                                      <p:tavLst>
                                        <p:tav tm="0">
                                          <p:val>
                                            <p:strVal val="#ppt_y+.1"/>
                                          </p:val>
                                        </p:tav>
                                        <p:tav tm="100000">
                                          <p:val>
                                            <p:strVal val="#ppt_y"/>
                                          </p:val>
                                        </p:tav>
                                      </p:tavLst>
                                    </p:anim>
                                  </p:childTnLst>
                                </p:cTn>
                              </p:par>
                              <p:par>
                                <p:cTn id="71" presetID="42" presetClass="entr" presetSubtype="0" fill="hold" nodeType="withEffect">
                                  <p:stCondLst>
                                    <p:cond delay="0"/>
                                  </p:stCondLst>
                                  <p:childTnLst>
                                    <p:set>
                                      <p:cBhvr>
                                        <p:cTn id="72" dur="1" fill="hold">
                                          <p:stCondLst>
                                            <p:cond delay="0"/>
                                          </p:stCondLst>
                                        </p:cTn>
                                        <p:tgtEl>
                                          <p:spTgt spid="38"/>
                                        </p:tgtEl>
                                        <p:attrNameLst>
                                          <p:attrName>style.visibility</p:attrName>
                                        </p:attrNameLst>
                                      </p:cBhvr>
                                      <p:to>
                                        <p:strVal val="visible"/>
                                      </p:to>
                                    </p:set>
                                    <p:animEffect transition="in" filter="fade">
                                      <p:cBhvr>
                                        <p:cTn id="73" dur="1000"/>
                                        <p:tgtEl>
                                          <p:spTgt spid="38"/>
                                        </p:tgtEl>
                                      </p:cBhvr>
                                    </p:animEffect>
                                    <p:anim calcmode="lin" valueType="num">
                                      <p:cBhvr>
                                        <p:cTn id="74" dur="1000" fill="hold"/>
                                        <p:tgtEl>
                                          <p:spTgt spid="38"/>
                                        </p:tgtEl>
                                        <p:attrNameLst>
                                          <p:attrName>ppt_x</p:attrName>
                                        </p:attrNameLst>
                                      </p:cBhvr>
                                      <p:tavLst>
                                        <p:tav tm="0">
                                          <p:val>
                                            <p:strVal val="#ppt_x"/>
                                          </p:val>
                                        </p:tav>
                                        <p:tav tm="100000">
                                          <p:val>
                                            <p:strVal val="#ppt_x"/>
                                          </p:val>
                                        </p:tav>
                                      </p:tavLst>
                                    </p:anim>
                                    <p:anim calcmode="lin" valueType="num">
                                      <p:cBhvr>
                                        <p:cTn id="75" dur="1000" fill="hold"/>
                                        <p:tgtEl>
                                          <p:spTgt spid="38"/>
                                        </p:tgtEl>
                                        <p:attrNameLst>
                                          <p:attrName>ppt_y</p:attrName>
                                        </p:attrNameLst>
                                      </p:cBhvr>
                                      <p:tavLst>
                                        <p:tav tm="0">
                                          <p:val>
                                            <p:strVal val="#ppt_y+.1"/>
                                          </p:val>
                                        </p:tav>
                                        <p:tav tm="100000">
                                          <p:val>
                                            <p:strVal val="#ppt_y"/>
                                          </p:val>
                                        </p:tav>
                                      </p:tavLst>
                                    </p:anim>
                                  </p:childTnLst>
                                </p:cTn>
                              </p:par>
                              <p:par>
                                <p:cTn id="76" presetID="42" presetClass="entr" presetSubtype="0" fill="hold" nodeType="withEffect">
                                  <p:stCondLst>
                                    <p:cond delay="0"/>
                                  </p:stCondLst>
                                  <p:childTnLst>
                                    <p:set>
                                      <p:cBhvr>
                                        <p:cTn id="77" dur="1" fill="hold">
                                          <p:stCondLst>
                                            <p:cond delay="0"/>
                                          </p:stCondLst>
                                        </p:cTn>
                                        <p:tgtEl>
                                          <p:spTgt spid="43"/>
                                        </p:tgtEl>
                                        <p:attrNameLst>
                                          <p:attrName>style.visibility</p:attrName>
                                        </p:attrNameLst>
                                      </p:cBhvr>
                                      <p:to>
                                        <p:strVal val="visible"/>
                                      </p:to>
                                    </p:set>
                                    <p:animEffect transition="in" filter="fade">
                                      <p:cBhvr>
                                        <p:cTn id="78" dur="1000"/>
                                        <p:tgtEl>
                                          <p:spTgt spid="43"/>
                                        </p:tgtEl>
                                      </p:cBhvr>
                                    </p:animEffect>
                                    <p:anim calcmode="lin" valueType="num">
                                      <p:cBhvr>
                                        <p:cTn id="79" dur="1000" fill="hold"/>
                                        <p:tgtEl>
                                          <p:spTgt spid="43"/>
                                        </p:tgtEl>
                                        <p:attrNameLst>
                                          <p:attrName>ppt_x</p:attrName>
                                        </p:attrNameLst>
                                      </p:cBhvr>
                                      <p:tavLst>
                                        <p:tav tm="0">
                                          <p:val>
                                            <p:strVal val="#ppt_x"/>
                                          </p:val>
                                        </p:tav>
                                        <p:tav tm="100000">
                                          <p:val>
                                            <p:strVal val="#ppt_x"/>
                                          </p:val>
                                        </p:tav>
                                      </p:tavLst>
                                    </p:anim>
                                    <p:anim calcmode="lin" valueType="num">
                                      <p:cBhvr>
                                        <p:cTn id="80" dur="1000" fill="hold"/>
                                        <p:tgtEl>
                                          <p:spTgt spid="43"/>
                                        </p:tgtEl>
                                        <p:attrNameLst>
                                          <p:attrName>ppt_y</p:attrName>
                                        </p:attrNameLst>
                                      </p:cBhvr>
                                      <p:tavLst>
                                        <p:tav tm="0">
                                          <p:val>
                                            <p:strVal val="#ppt_y+.1"/>
                                          </p:val>
                                        </p:tav>
                                        <p:tav tm="100000">
                                          <p:val>
                                            <p:strVal val="#ppt_y"/>
                                          </p:val>
                                        </p:tav>
                                      </p:tavLst>
                                    </p:anim>
                                  </p:childTnLst>
                                </p:cTn>
                              </p:par>
                              <p:par>
                                <p:cTn id="81" presetID="42" presetClass="entr" presetSubtype="0" fill="hold" nodeType="withEffect">
                                  <p:stCondLst>
                                    <p:cond delay="0"/>
                                  </p:stCondLst>
                                  <p:childTnLst>
                                    <p:set>
                                      <p:cBhvr>
                                        <p:cTn id="82" dur="1" fill="hold">
                                          <p:stCondLst>
                                            <p:cond delay="0"/>
                                          </p:stCondLst>
                                        </p:cTn>
                                        <p:tgtEl>
                                          <p:spTgt spid="48"/>
                                        </p:tgtEl>
                                        <p:attrNameLst>
                                          <p:attrName>style.visibility</p:attrName>
                                        </p:attrNameLst>
                                      </p:cBhvr>
                                      <p:to>
                                        <p:strVal val="visible"/>
                                      </p:to>
                                    </p:set>
                                    <p:animEffect transition="in" filter="fade">
                                      <p:cBhvr>
                                        <p:cTn id="83" dur="1000"/>
                                        <p:tgtEl>
                                          <p:spTgt spid="48"/>
                                        </p:tgtEl>
                                      </p:cBhvr>
                                    </p:animEffect>
                                    <p:anim calcmode="lin" valueType="num">
                                      <p:cBhvr>
                                        <p:cTn id="84" dur="1000" fill="hold"/>
                                        <p:tgtEl>
                                          <p:spTgt spid="48"/>
                                        </p:tgtEl>
                                        <p:attrNameLst>
                                          <p:attrName>ppt_x</p:attrName>
                                        </p:attrNameLst>
                                      </p:cBhvr>
                                      <p:tavLst>
                                        <p:tav tm="0">
                                          <p:val>
                                            <p:strVal val="#ppt_x"/>
                                          </p:val>
                                        </p:tav>
                                        <p:tav tm="100000">
                                          <p:val>
                                            <p:strVal val="#ppt_x"/>
                                          </p:val>
                                        </p:tav>
                                      </p:tavLst>
                                    </p:anim>
                                    <p:anim calcmode="lin" valueType="num">
                                      <p:cBhvr>
                                        <p:cTn id="85" dur="1000" fill="hold"/>
                                        <p:tgtEl>
                                          <p:spTgt spid="48"/>
                                        </p:tgtEl>
                                        <p:attrNameLst>
                                          <p:attrName>ppt_y</p:attrName>
                                        </p:attrNameLst>
                                      </p:cBhvr>
                                      <p:tavLst>
                                        <p:tav tm="0">
                                          <p:val>
                                            <p:strVal val="#ppt_y+.1"/>
                                          </p:val>
                                        </p:tav>
                                        <p:tav tm="100000">
                                          <p:val>
                                            <p:strVal val="#ppt_y"/>
                                          </p:val>
                                        </p:tav>
                                      </p:tavLst>
                                    </p:anim>
                                  </p:childTnLst>
                                </p:cTn>
                              </p:par>
                              <p:par>
                                <p:cTn id="86" presetID="42" presetClass="entr" presetSubtype="0" fill="hold" nodeType="withEffect">
                                  <p:stCondLst>
                                    <p:cond delay="0"/>
                                  </p:stCondLst>
                                  <p:childTnLst>
                                    <p:set>
                                      <p:cBhvr>
                                        <p:cTn id="87" dur="1" fill="hold">
                                          <p:stCondLst>
                                            <p:cond delay="0"/>
                                          </p:stCondLst>
                                        </p:cTn>
                                        <p:tgtEl>
                                          <p:spTgt spid="53"/>
                                        </p:tgtEl>
                                        <p:attrNameLst>
                                          <p:attrName>style.visibility</p:attrName>
                                        </p:attrNameLst>
                                      </p:cBhvr>
                                      <p:to>
                                        <p:strVal val="visible"/>
                                      </p:to>
                                    </p:set>
                                    <p:animEffect transition="in" filter="fade">
                                      <p:cBhvr>
                                        <p:cTn id="88" dur="1000"/>
                                        <p:tgtEl>
                                          <p:spTgt spid="53"/>
                                        </p:tgtEl>
                                      </p:cBhvr>
                                    </p:animEffect>
                                    <p:anim calcmode="lin" valueType="num">
                                      <p:cBhvr>
                                        <p:cTn id="89" dur="1000" fill="hold"/>
                                        <p:tgtEl>
                                          <p:spTgt spid="53"/>
                                        </p:tgtEl>
                                        <p:attrNameLst>
                                          <p:attrName>ppt_x</p:attrName>
                                        </p:attrNameLst>
                                      </p:cBhvr>
                                      <p:tavLst>
                                        <p:tav tm="0">
                                          <p:val>
                                            <p:strVal val="#ppt_x"/>
                                          </p:val>
                                        </p:tav>
                                        <p:tav tm="100000">
                                          <p:val>
                                            <p:strVal val="#ppt_x"/>
                                          </p:val>
                                        </p:tav>
                                      </p:tavLst>
                                    </p:anim>
                                    <p:anim calcmode="lin" valueType="num">
                                      <p:cBhvr>
                                        <p:cTn id="90" dur="1000" fill="hold"/>
                                        <p:tgtEl>
                                          <p:spTgt spid="53"/>
                                        </p:tgtEl>
                                        <p:attrNameLst>
                                          <p:attrName>ppt_y</p:attrName>
                                        </p:attrNameLst>
                                      </p:cBhvr>
                                      <p:tavLst>
                                        <p:tav tm="0">
                                          <p:val>
                                            <p:strVal val="#ppt_y+.1"/>
                                          </p:val>
                                        </p:tav>
                                        <p:tav tm="100000">
                                          <p:val>
                                            <p:strVal val="#ppt_y"/>
                                          </p:val>
                                        </p:tav>
                                      </p:tavLst>
                                    </p:anim>
                                  </p:childTnLst>
                                </p:cTn>
                              </p:par>
                              <p:par>
                                <p:cTn id="91" presetID="42" presetClass="entr" presetSubtype="0" fill="hold" nodeType="withEffect">
                                  <p:stCondLst>
                                    <p:cond delay="0"/>
                                  </p:stCondLst>
                                  <p:childTnLst>
                                    <p:set>
                                      <p:cBhvr>
                                        <p:cTn id="92" dur="1" fill="hold">
                                          <p:stCondLst>
                                            <p:cond delay="0"/>
                                          </p:stCondLst>
                                        </p:cTn>
                                        <p:tgtEl>
                                          <p:spTgt spid="58"/>
                                        </p:tgtEl>
                                        <p:attrNameLst>
                                          <p:attrName>style.visibility</p:attrName>
                                        </p:attrNameLst>
                                      </p:cBhvr>
                                      <p:to>
                                        <p:strVal val="visible"/>
                                      </p:to>
                                    </p:set>
                                    <p:animEffect transition="in" filter="fade">
                                      <p:cBhvr>
                                        <p:cTn id="93" dur="1000"/>
                                        <p:tgtEl>
                                          <p:spTgt spid="58"/>
                                        </p:tgtEl>
                                      </p:cBhvr>
                                    </p:animEffect>
                                    <p:anim calcmode="lin" valueType="num">
                                      <p:cBhvr>
                                        <p:cTn id="94" dur="1000" fill="hold"/>
                                        <p:tgtEl>
                                          <p:spTgt spid="58"/>
                                        </p:tgtEl>
                                        <p:attrNameLst>
                                          <p:attrName>ppt_x</p:attrName>
                                        </p:attrNameLst>
                                      </p:cBhvr>
                                      <p:tavLst>
                                        <p:tav tm="0">
                                          <p:val>
                                            <p:strVal val="#ppt_x"/>
                                          </p:val>
                                        </p:tav>
                                        <p:tav tm="100000">
                                          <p:val>
                                            <p:strVal val="#ppt_x"/>
                                          </p:val>
                                        </p:tav>
                                      </p:tavLst>
                                    </p:anim>
                                    <p:anim calcmode="lin" valueType="num">
                                      <p:cBhvr>
                                        <p:cTn id="95" dur="1000" fill="hold"/>
                                        <p:tgtEl>
                                          <p:spTgt spid="58"/>
                                        </p:tgtEl>
                                        <p:attrNameLst>
                                          <p:attrName>ppt_y</p:attrName>
                                        </p:attrNameLst>
                                      </p:cBhvr>
                                      <p:tavLst>
                                        <p:tav tm="0">
                                          <p:val>
                                            <p:strVal val="#ppt_y+.1"/>
                                          </p:val>
                                        </p:tav>
                                        <p:tav tm="100000">
                                          <p:val>
                                            <p:strVal val="#ppt_y"/>
                                          </p:val>
                                        </p:tav>
                                      </p:tavLst>
                                    </p:anim>
                                  </p:childTnLst>
                                </p:cTn>
                              </p:par>
                              <p:par>
                                <p:cTn id="96" presetID="42" presetClass="entr" presetSubtype="0" fill="hold" nodeType="withEffect">
                                  <p:stCondLst>
                                    <p:cond delay="0"/>
                                  </p:stCondLst>
                                  <p:childTnLst>
                                    <p:set>
                                      <p:cBhvr>
                                        <p:cTn id="97" dur="1" fill="hold">
                                          <p:stCondLst>
                                            <p:cond delay="0"/>
                                          </p:stCondLst>
                                        </p:cTn>
                                        <p:tgtEl>
                                          <p:spTgt spid="65"/>
                                        </p:tgtEl>
                                        <p:attrNameLst>
                                          <p:attrName>style.visibility</p:attrName>
                                        </p:attrNameLst>
                                      </p:cBhvr>
                                      <p:to>
                                        <p:strVal val="visible"/>
                                      </p:to>
                                    </p:set>
                                    <p:animEffect transition="in" filter="fade">
                                      <p:cBhvr>
                                        <p:cTn id="98" dur="1000"/>
                                        <p:tgtEl>
                                          <p:spTgt spid="65"/>
                                        </p:tgtEl>
                                      </p:cBhvr>
                                    </p:animEffect>
                                    <p:anim calcmode="lin" valueType="num">
                                      <p:cBhvr>
                                        <p:cTn id="99" dur="1000" fill="hold"/>
                                        <p:tgtEl>
                                          <p:spTgt spid="65"/>
                                        </p:tgtEl>
                                        <p:attrNameLst>
                                          <p:attrName>ppt_x</p:attrName>
                                        </p:attrNameLst>
                                      </p:cBhvr>
                                      <p:tavLst>
                                        <p:tav tm="0">
                                          <p:val>
                                            <p:strVal val="#ppt_x"/>
                                          </p:val>
                                        </p:tav>
                                        <p:tav tm="100000">
                                          <p:val>
                                            <p:strVal val="#ppt_x"/>
                                          </p:val>
                                        </p:tav>
                                      </p:tavLst>
                                    </p:anim>
                                    <p:anim calcmode="lin" valueType="num">
                                      <p:cBhvr>
                                        <p:cTn id="100" dur="1000" fill="hold"/>
                                        <p:tgtEl>
                                          <p:spTgt spid="65"/>
                                        </p:tgtEl>
                                        <p:attrNameLst>
                                          <p:attrName>ppt_y</p:attrName>
                                        </p:attrNameLst>
                                      </p:cBhvr>
                                      <p:tavLst>
                                        <p:tav tm="0">
                                          <p:val>
                                            <p:strVal val="#ppt_y+.1"/>
                                          </p:val>
                                        </p:tav>
                                        <p:tav tm="100000">
                                          <p:val>
                                            <p:strVal val="#ppt_y"/>
                                          </p:val>
                                        </p:tav>
                                      </p:tavLst>
                                    </p:anim>
                                  </p:childTnLst>
                                </p:cTn>
                              </p:par>
                              <p:par>
                                <p:cTn id="101" presetID="42" presetClass="entr" presetSubtype="0" fill="hold" nodeType="withEffect">
                                  <p:stCondLst>
                                    <p:cond delay="0"/>
                                  </p:stCondLst>
                                  <p:childTnLst>
                                    <p:set>
                                      <p:cBhvr>
                                        <p:cTn id="102" dur="1" fill="hold">
                                          <p:stCondLst>
                                            <p:cond delay="0"/>
                                          </p:stCondLst>
                                        </p:cTn>
                                        <p:tgtEl>
                                          <p:spTgt spid="70"/>
                                        </p:tgtEl>
                                        <p:attrNameLst>
                                          <p:attrName>style.visibility</p:attrName>
                                        </p:attrNameLst>
                                      </p:cBhvr>
                                      <p:to>
                                        <p:strVal val="visible"/>
                                      </p:to>
                                    </p:set>
                                    <p:animEffect transition="in" filter="fade">
                                      <p:cBhvr>
                                        <p:cTn id="103" dur="1000"/>
                                        <p:tgtEl>
                                          <p:spTgt spid="70"/>
                                        </p:tgtEl>
                                      </p:cBhvr>
                                    </p:animEffect>
                                    <p:anim calcmode="lin" valueType="num">
                                      <p:cBhvr>
                                        <p:cTn id="104" dur="1000" fill="hold"/>
                                        <p:tgtEl>
                                          <p:spTgt spid="70"/>
                                        </p:tgtEl>
                                        <p:attrNameLst>
                                          <p:attrName>ppt_x</p:attrName>
                                        </p:attrNameLst>
                                      </p:cBhvr>
                                      <p:tavLst>
                                        <p:tav tm="0">
                                          <p:val>
                                            <p:strVal val="#ppt_x"/>
                                          </p:val>
                                        </p:tav>
                                        <p:tav tm="100000">
                                          <p:val>
                                            <p:strVal val="#ppt_x"/>
                                          </p:val>
                                        </p:tav>
                                      </p:tavLst>
                                    </p:anim>
                                    <p:anim calcmode="lin" valueType="num">
                                      <p:cBhvr>
                                        <p:cTn id="105" dur="1000" fill="hold"/>
                                        <p:tgtEl>
                                          <p:spTgt spid="70"/>
                                        </p:tgtEl>
                                        <p:attrNameLst>
                                          <p:attrName>ppt_y</p:attrName>
                                        </p:attrNameLst>
                                      </p:cBhvr>
                                      <p:tavLst>
                                        <p:tav tm="0">
                                          <p:val>
                                            <p:strVal val="#ppt_y+.1"/>
                                          </p:val>
                                        </p:tav>
                                        <p:tav tm="100000">
                                          <p:val>
                                            <p:strVal val="#ppt_y"/>
                                          </p:val>
                                        </p:tav>
                                      </p:tavLst>
                                    </p:anim>
                                  </p:childTnLst>
                                </p:cTn>
                              </p:par>
                              <p:par>
                                <p:cTn id="106" presetID="42" presetClass="entr" presetSubtype="0" fill="hold" nodeType="withEffect">
                                  <p:stCondLst>
                                    <p:cond delay="0"/>
                                  </p:stCondLst>
                                  <p:childTnLst>
                                    <p:set>
                                      <p:cBhvr>
                                        <p:cTn id="107" dur="1" fill="hold">
                                          <p:stCondLst>
                                            <p:cond delay="0"/>
                                          </p:stCondLst>
                                        </p:cTn>
                                        <p:tgtEl>
                                          <p:spTgt spid="75"/>
                                        </p:tgtEl>
                                        <p:attrNameLst>
                                          <p:attrName>style.visibility</p:attrName>
                                        </p:attrNameLst>
                                      </p:cBhvr>
                                      <p:to>
                                        <p:strVal val="visible"/>
                                      </p:to>
                                    </p:set>
                                    <p:animEffect transition="in" filter="fade">
                                      <p:cBhvr>
                                        <p:cTn id="108" dur="1000"/>
                                        <p:tgtEl>
                                          <p:spTgt spid="75"/>
                                        </p:tgtEl>
                                      </p:cBhvr>
                                    </p:animEffect>
                                    <p:anim calcmode="lin" valueType="num">
                                      <p:cBhvr>
                                        <p:cTn id="109" dur="1000" fill="hold"/>
                                        <p:tgtEl>
                                          <p:spTgt spid="75"/>
                                        </p:tgtEl>
                                        <p:attrNameLst>
                                          <p:attrName>ppt_x</p:attrName>
                                        </p:attrNameLst>
                                      </p:cBhvr>
                                      <p:tavLst>
                                        <p:tav tm="0">
                                          <p:val>
                                            <p:strVal val="#ppt_x"/>
                                          </p:val>
                                        </p:tav>
                                        <p:tav tm="100000">
                                          <p:val>
                                            <p:strVal val="#ppt_x"/>
                                          </p:val>
                                        </p:tav>
                                      </p:tavLst>
                                    </p:anim>
                                    <p:anim calcmode="lin" valueType="num">
                                      <p:cBhvr>
                                        <p:cTn id="110" dur="1000" fill="hold"/>
                                        <p:tgtEl>
                                          <p:spTgt spid="75"/>
                                        </p:tgtEl>
                                        <p:attrNameLst>
                                          <p:attrName>ppt_y</p:attrName>
                                        </p:attrNameLst>
                                      </p:cBhvr>
                                      <p:tavLst>
                                        <p:tav tm="0">
                                          <p:val>
                                            <p:strVal val="#ppt_y+.1"/>
                                          </p:val>
                                        </p:tav>
                                        <p:tav tm="100000">
                                          <p:val>
                                            <p:strVal val="#ppt_y"/>
                                          </p:val>
                                        </p:tav>
                                      </p:tavLst>
                                    </p:anim>
                                  </p:childTnLst>
                                </p:cTn>
                              </p:par>
                              <p:par>
                                <p:cTn id="111" presetID="42" presetClass="entr" presetSubtype="0" fill="hold" nodeType="withEffect">
                                  <p:stCondLst>
                                    <p:cond delay="0"/>
                                  </p:stCondLst>
                                  <p:childTnLst>
                                    <p:set>
                                      <p:cBhvr>
                                        <p:cTn id="112" dur="1" fill="hold">
                                          <p:stCondLst>
                                            <p:cond delay="0"/>
                                          </p:stCondLst>
                                        </p:cTn>
                                        <p:tgtEl>
                                          <p:spTgt spid="80"/>
                                        </p:tgtEl>
                                        <p:attrNameLst>
                                          <p:attrName>style.visibility</p:attrName>
                                        </p:attrNameLst>
                                      </p:cBhvr>
                                      <p:to>
                                        <p:strVal val="visible"/>
                                      </p:to>
                                    </p:set>
                                    <p:animEffect transition="in" filter="fade">
                                      <p:cBhvr>
                                        <p:cTn id="113" dur="1000"/>
                                        <p:tgtEl>
                                          <p:spTgt spid="80"/>
                                        </p:tgtEl>
                                      </p:cBhvr>
                                    </p:animEffect>
                                    <p:anim calcmode="lin" valueType="num">
                                      <p:cBhvr>
                                        <p:cTn id="114" dur="1000" fill="hold"/>
                                        <p:tgtEl>
                                          <p:spTgt spid="80"/>
                                        </p:tgtEl>
                                        <p:attrNameLst>
                                          <p:attrName>ppt_x</p:attrName>
                                        </p:attrNameLst>
                                      </p:cBhvr>
                                      <p:tavLst>
                                        <p:tav tm="0">
                                          <p:val>
                                            <p:strVal val="#ppt_x"/>
                                          </p:val>
                                        </p:tav>
                                        <p:tav tm="100000">
                                          <p:val>
                                            <p:strVal val="#ppt_x"/>
                                          </p:val>
                                        </p:tav>
                                      </p:tavLst>
                                    </p:anim>
                                    <p:anim calcmode="lin" valueType="num">
                                      <p:cBhvr>
                                        <p:cTn id="115" dur="1000" fill="hold"/>
                                        <p:tgtEl>
                                          <p:spTgt spid="80"/>
                                        </p:tgtEl>
                                        <p:attrNameLst>
                                          <p:attrName>ppt_y</p:attrName>
                                        </p:attrNameLst>
                                      </p:cBhvr>
                                      <p:tavLst>
                                        <p:tav tm="0">
                                          <p:val>
                                            <p:strVal val="#ppt_y+.1"/>
                                          </p:val>
                                        </p:tav>
                                        <p:tav tm="100000">
                                          <p:val>
                                            <p:strVal val="#ppt_y"/>
                                          </p:val>
                                        </p:tav>
                                      </p:tavLst>
                                    </p:anim>
                                  </p:childTnLst>
                                </p:cTn>
                              </p:par>
                              <p:par>
                                <p:cTn id="116" presetID="42" presetClass="entr" presetSubtype="0" fill="hold" nodeType="withEffect">
                                  <p:stCondLst>
                                    <p:cond delay="0"/>
                                  </p:stCondLst>
                                  <p:childTnLst>
                                    <p:set>
                                      <p:cBhvr>
                                        <p:cTn id="117" dur="1" fill="hold">
                                          <p:stCondLst>
                                            <p:cond delay="0"/>
                                          </p:stCondLst>
                                        </p:cTn>
                                        <p:tgtEl>
                                          <p:spTgt spid="85"/>
                                        </p:tgtEl>
                                        <p:attrNameLst>
                                          <p:attrName>style.visibility</p:attrName>
                                        </p:attrNameLst>
                                      </p:cBhvr>
                                      <p:to>
                                        <p:strVal val="visible"/>
                                      </p:to>
                                    </p:set>
                                    <p:animEffect transition="in" filter="fade">
                                      <p:cBhvr>
                                        <p:cTn id="118" dur="1000"/>
                                        <p:tgtEl>
                                          <p:spTgt spid="85"/>
                                        </p:tgtEl>
                                      </p:cBhvr>
                                    </p:animEffect>
                                    <p:anim calcmode="lin" valueType="num">
                                      <p:cBhvr>
                                        <p:cTn id="119" dur="1000" fill="hold"/>
                                        <p:tgtEl>
                                          <p:spTgt spid="85"/>
                                        </p:tgtEl>
                                        <p:attrNameLst>
                                          <p:attrName>ppt_x</p:attrName>
                                        </p:attrNameLst>
                                      </p:cBhvr>
                                      <p:tavLst>
                                        <p:tav tm="0">
                                          <p:val>
                                            <p:strVal val="#ppt_x"/>
                                          </p:val>
                                        </p:tav>
                                        <p:tav tm="100000">
                                          <p:val>
                                            <p:strVal val="#ppt_x"/>
                                          </p:val>
                                        </p:tav>
                                      </p:tavLst>
                                    </p:anim>
                                    <p:anim calcmode="lin" valueType="num">
                                      <p:cBhvr>
                                        <p:cTn id="120" dur="1000" fill="hold"/>
                                        <p:tgtEl>
                                          <p:spTgt spid="85"/>
                                        </p:tgtEl>
                                        <p:attrNameLst>
                                          <p:attrName>ppt_y</p:attrName>
                                        </p:attrNameLst>
                                      </p:cBhvr>
                                      <p:tavLst>
                                        <p:tav tm="0">
                                          <p:val>
                                            <p:strVal val="#ppt_y+.1"/>
                                          </p:val>
                                        </p:tav>
                                        <p:tav tm="100000">
                                          <p:val>
                                            <p:strVal val="#ppt_y"/>
                                          </p:val>
                                        </p:tav>
                                      </p:tavLst>
                                    </p:anim>
                                  </p:childTnLst>
                                </p:cTn>
                              </p:par>
                              <p:par>
                                <p:cTn id="121" presetID="42" presetClass="entr" presetSubtype="0" fill="hold" grpId="0" nodeType="withEffect">
                                  <p:stCondLst>
                                    <p:cond delay="0"/>
                                  </p:stCondLst>
                                  <p:childTnLst>
                                    <p:set>
                                      <p:cBhvr>
                                        <p:cTn id="122" dur="1" fill="hold">
                                          <p:stCondLst>
                                            <p:cond delay="0"/>
                                          </p:stCondLst>
                                        </p:cTn>
                                        <p:tgtEl>
                                          <p:spTgt spid="91"/>
                                        </p:tgtEl>
                                        <p:attrNameLst>
                                          <p:attrName>style.visibility</p:attrName>
                                        </p:attrNameLst>
                                      </p:cBhvr>
                                      <p:to>
                                        <p:strVal val="visible"/>
                                      </p:to>
                                    </p:set>
                                    <p:animEffect transition="in" filter="fade">
                                      <p:cBhvr>
                                        <p:cTn id="123" dur="1000"/>
                                        <p:tgtEl>
                                          <p:spTgt spid="91"/>
                                        </p:tgtEl>
                                      </p:cBhvr>
                                    </p:animEffect>
                                    <p:anim calcmode="lin" valueType="num">
                                      <p:cBhvr>
                                        <p:cTn id="124" dur="1000" fill="hold"/>
                                        <p:tgtEl>
                                          <p:spTgt spid="91"/>
                                        </p:tgtEl>
                                        <p:attrNameLst>
                                          <p:attrName>ppt_x</p:attrName>
                                        </p:attrNameLst>
                                      </p:cBhvr>
                                      <p:tavLst>
                                        <p:tav tm="0">
                                          <p:val>
                                            <p:strVal val="#ppt_x"/>
                                          </p:val>
                                        </p:tav>
                                        <p:tav tm="100000">
                                          <p:val>
                                            <p:strVal val="#ppt_x"/>
                                          </p:val>
                                        </p:tav>
                                      </p:tavLst>
                                    </p:anim>
                                    <p:anim calcmode="lin" valueType="num">
                                      <p:cBhvr>
                                        <p:cTn id="125" dur="1000" fill="hold"/>
                                        <p:tgtEl>
                                          <p:spTgt spid="9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63" grpId="0" animBg="1"/>
      <p:bldP spid="90" grpId="0"/>
      <p:bldP spid="9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59961EEC-0C6A-152E-69BE-F80026453CB6}"/>
              </a:ext>
            </a:extLst>
          </p:cNvPr>
          <p:cNvGraphicFramePr/>
          <p:nvPr>
            <p:extLst>
              <p:ext uri="{D42A27DB-BD31-4B8C-83A1-F6EECF244321}">
                <p14:modId xmlns:p14="http://schemas.microsoft.com/office/powerpoint/2010/main" val="2714953137"/>
              </p:ext>
            </p:extLst>
          </p:nvPr>
        </p:nvGraphicFramePr>
        <p:xfrm>
          <a:off x="7280255" y="2234852"/>
          <a:ext cx="3354966" cy="258121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el 2">
            <a:extLst>
              <a:ext uri="{FF2B5EF4-FFF2-40B4-BE49-F238E27FC236}">
                <a16:creationId xmlns:a16="http://schemas.microsoft.com/office/drawing/2014/main" id="{B853DA56-5FCC-75CB-99F3-1F29AB5BE9AE}"/>
              </a:ext>
            </a:extLst>
          </p:cNvPr>
          <p:cNvSpPr txBox="1">
            <a:spLocks/>
          </p:cNvSpPr>
          <p:nvPr/>
        </p:nvSpPr>
        <p:spPr>
          <a:xfrm>
            <a:off x="1379967" y="452549"/>
            <a:ext cx="9432065" cy="1325563"/>
          </a:xfrm>
          <a:prstGeom prst="rect">
            <a:avLst/>
          </a:prstGeom>
        </p:spPr>
        <p:txBody>
          <a:bodyPr>
            <a:normAutofit lnSpcReduction="10000"/>
          </a:bodyPr>
          <a:lstStyle>
            <a:lvl1pPr algn="l" defTabSz="385753" rtl="0" eaLnBrk="1" latinLnBrk="0" hangingPunct="1">
              <a:lnSpc>
                <a:spcPct val="90000"/>
              </a:lnSpc>
              <a:spcBef>
                <a:spcPct val="0"/>
              </a:spcBef>
              <a:buNone/>
              <a:defRPr lang="nl-NL" sz="2400" b="0" kern="1200" baseline="0" dirty="0">
                <a:solidFill>
                  <a:srgbClr val="E50056"/>
                </a:solidFill>
                <a:latin typeface="Avenir Next Condensed" panose="020B0506020202020204" pitchFamily="34" charset="0"/>
                <a:ea typeface="+mj-ea"/>
                <a:cs typeface="Arial" panose="020B0604020202020204" pitchFamily="34" charset="0"/>
                <a:sym typeface="Avenir Next Condensed Demi Bold"/>
              </a:defRPr>
            </a:lvl1pPr>
          </a:lstStyle>
          <a:p>
            <a:r>
              <a:rPr lang="nl-NL" sz="4800" dirty="0">
                <a:solidFill>
                  <a:schemeClr val="tx1"/>
                </a:solidFill>
                <a:latin typeface="+mj-lt"/>
              </a:rPr>
              <a:t>Opdracht: Identificeer de mogelijke sponsors voor jullie opdracht</a:t>
            </a:r>
          </a:p>
        </p:txBody>
      </p:sp>
      <p:sp>
        <p:nvSpPr>
          <p:cNvPr id="7" name="Tekstvak 6">
            <a:extLst>
              <a:ext uri="{FF2B5EF4-FFF2-40B4-BE49-F238E27FC236}">
                <a16:creationId xmlns:a16="http://schemas.microsoft.com/office/drawing/2014/main" id="{F4A55F53-E734-53EC-F35D-9723B4FA02C6}"/>
              </a:ext>
            </a:extLst>
          </p:cNvPr>
          <p:cNvSpPr txBox="1"/>
          <p:nvPr/>
        </p:nvSpPr>
        <p:spPr>
          <a:xfrm>
            <a:off x="1401849" y="2014265"/>
            <a:ext cx="5358435" cy="4401205"/>
          </a:xfrm>
          <a:prstGeom prst="rect">
            <a:avLst/>
          </a:prstGeom>
          <a:noFill/>
        </p:spPr>
        <p:txBody>
          <a:bodyPr wrap="square" rtlCol="0">
            <a:spAutoFit/>
          </a:bodyPr>
          <a:lstStyle/>
          <a:p>
            <a:r>
              <a:rPr lang="nl-NL" sz="2000" dirty="0">
                <a:latin typeface="Avenir Next Condensed" panose="020B0506020202020204"/>
              </a:rPr>
              <a:t>Ga na in jouw opdracht wie mogelijke sponsors zijn. Een organogram kan daar handig bij zijn: </a:t>
            </a:r>
          </a:p>
          <a:p>
            <a:pPr marL="285750" indent="-285750">
              <a:buFont typeface="Arial" panose="020B0604020202020204" pitchFamily="34" charset="0"/>
              <a:buChar char="•"/>
            </a:pPr>
            <a:endParaRPr lang="nl-NL" sz="2000" dirty="0">
              <a:latin typeface="Avenir Next Condensed" panose="020B0506020202020204"/>
            </a:endParaRPr>
          </a:p>
          <a:p>
            <a:pPr marL="285750" indent="-285750">
              <a:buFont typeface="Arial" panose="020B0604020202020204" pitchFamily="34" charset="0"/>
              <a:buChar char="•"/>
            </a:pPr>
            <a:r>
              <a:rPr lang="nl-NL" sz="2000" dirty="0">
                <a:latin typeface="Avenir Next Condensed" panose="020B0506020202020204"/>
              </a:rPr>
              <a:t>Waar in de organisatie zit jouw primaire sponsor/opdrachtgever? Is dit het juiste niveau?</a:t>
            </a:r>
          </a:p>
          <a:p>
            <a:pPr marL="285750" indent="-285750">
              <a:buFont typeface="Arial" panose="020B0604020202020204" pitchFamily="34" charset="0"/>
              <a:buChar char="•"/>
            </a:pPr>
            <a:endParaRPr lang="nl-NL" sz="2000" dirty="0">
              <a:latin typeface="Avenir Next Condensed" panose="020B0506020202020204"/>
            </a:endParaRPr>
          </a:p>
          <a:p>
            <a:pPr marL="285750" indent="-285750">
              <a:buFont typeface="Arial" panose="020B0604020202020204" pitchFamily="34" charset="0"/>
              <a:buChar char="•"/>
            </a:pPr>
            <a:r>
              <a:rPr lang="nl-NL" sz="2000" dirty="0">
                <a:latin typeface="Avenir Next Condensed" panose="020B0506020202020204"/>
              </a:rPr>
              <a:t>Op welke medewerkers/teams heeft de verandering in jullie opdracht impact? Wie zijn de teamleiders hiervan?</a:t>
            </a:r>
          </a:p>
          <a:p>
            <a:pPr marL="285750" indent="-285750">
              <a:buFont typeface="Arial" panose="020B0604020202020204" pitchFamily="34" charset="0"/>
              <a:buChar char="•"/>
            </a:pPr>
            <a:endParaRPr lang="nl-NL" sz="2000" dirty="0">
              <a:latin typeface="Avenir Next Condensed" panose="020B0506020202020204"/>
            </a:endParaRPr>
          </a:p>
          <a:p>
            <a:pPr marL="285750" indent="-285750">
              <a:buFont typeface="Arial" panose="020B0604020202020204" pitchFamily="34" charset="0"/>
              <a:buChar char="•"/>
            </a:pPr>
            <a:r>
              <a:rPr lang="nl-NL" sz="2000" dirty="0">
                <a:latin typeface="Avenir Next Condensed" panose="020B0506020202020204"/>
              </a:rPr>
              <a:t>Welke informele sponsors zijn er mogelijk? </a:t>
            </a:r>
          </a:p>
          <a:p>
            <a:pPr marL="285750" indent="-285750">
              <a:buFont typeface="Arial" panose="020B0604020202020204" pitchFamily="34" charset="0"/>
              <a:buChar char="•"/>
            </a:pPr>
            <a:endParaRPr lang="nl-NL" sz="2000" dirty="0">
              <a:latin typeface="Avenir Next Condensed" panose="020B0506020202020204"/>
            </a:endParaRPr>
          </a:p>
          <a:p>
            <a:r>
              <a:rPr lang="nl-NL" sz="2000" i="1" dirty="0">
                <a:latin typeface="Avenir Next Condensed" panose="020B0506020202020204"/>
              </a:rPr>
              <a:t>Schrijf de namen en rollen op! </a:t>
            </a:r>
            <a:endParaRPr lang="en-US" sz="2000" i="1" dirty="0">
              <a:latin typeface="Avenir Next Condensed" panose="020B0506020202020204"/>
            </a:endParaRPr>
          </a:p>
        </p:txBody>
      </p:sp>
      <p:pic>
        <p:nvPicPr>
          <p:cNvPr id="4" name="Graphic 3" descr="Stopwatch met effen opvulling">
            <a:extLst>
              <a:ext uri="{FF2B5EF4-FFF2-40B4-BE49-F238E27FC236}">
                <a16:creationId xmlns:a16="http://schemas.microsoft.com/office/drawing/2014/main" id="{C72EEDAA-EDF2-D103-4512-9683F60EF5A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280255" y="5091970"/>
            <a:ext cx="1245140" cy="1245140"/>
          </a:xfrm>
          <a:prstGeom prst="rect">
            <a:avLst/>
          </a:prstGeom>
        </p:spPr>
      </p:pic>
      <p:sp>
        <p:nvSpPr>
          <p:cNvPr id="5" name="Rechthoek 4">
            <a:extLst>
              <a:ext uri="{FF2B5EF4-FFF2-40B4-BE49-F238E27FC236}">
                <a16:creationId xmlns:a16="http://schemas.microsoft.com/office/drawing/2014/main" id="{7A6DEED8-9321-1D64-7C97-648D830044AF}"/>
              </a:ext>
            </a:extLst>
          </p:cNvPr>
          <p:cNvSpPr/>
          <p:nvPr/>
        </p:nvSpPr>
        <p:spPr>
          <a:xfrm>
            <a:off x="8458700" y="5447029"/>
            <a:ext cx="2188723" cy="535021"/>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4000" b="1" dirty="0">
                <a:solidFill>
                  <a:schemeClr val="tx1"/>
                </a:solidFill>
              </a:rPr>
              <a:t>20 min.</a:t>
            </a:r>
            <a:endParaRPr lang="en-US" sz="4000" b="1" dirty="0">
              <a:solidFill>
                <a:schemeClr val="tx1"/>
              </a:solidFill>
            </a:endParaRPr>
          </a:p>
        </p:txBody>
      </p:sp>
    </p:spTree>
    <p:extLst>
      <p:ext uri="{BB962C8B-B14F-4D97-AF65-F5344CB8AC3E}">
        <p14:creationId xmlns:p14="http://schemas.microsoft.com/office/powerpoint/2010/main" val="26342214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59961EEC-0C6A-152E-69BE-F80026453CB6}"/>
              </a:ext>
            </a:extLst>
          </p:cNvPr>
          <p:cNvGraphicFramePr/>
          <p:nvPr/>
        </p:nvGraphicFramePr>
        <p:xfrm>
          <a:off x="5825412" y="2149342"/>
          <a:ext cx="4592070" cy="35330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itel 2">
            <a:extLst>
              <a:ext uri="{FF2B5EF4-FFF2-40B4-BE49-F238E27FC236}">
                <a16:creationId xmlns:a16="http://schemas.microsoft.com/office/drawing/2014/main" id="{B853DA56-5FCC-75CB-99F3-1F29AB5BE9AE}"/>
              </a:ext>
            </a:extLst>
          </p:cNvPr>
          <p:cNvSpPr txBox="1">
            <a:spLocks/>
          </p:cNvSpPr>
          <p:nvPr/>
        </p:nvSpPr>
        <p:spPr>
          <a:xfrm>
            <a:off x="1667458" y="483034"/>
            <a:ext cx="7886700" cy="1325563"/>
          </a:xfrm>
          <a:prstGeom prst="rect">
            <a:avLst/>
          </a:prstGeom>
        </p:spPr>
        <p:txBody>
          <a:bodyPr>
            <a:normAutofit/>
          </a:bodyPr>
          <a:lstStyle>
            <a:lvl1pPr algn="l" defTabSz="385753" rtl="0" eaLnBrk="1" latinLnBrk="0" hangingPunct="1">
              <a:lnSpc>
                <a:spcPct val="90000"/>
              </a:lnSpc>
              <a:spcBef>
                <a:spcPct val="0"/>
              </a:spcBef>
              <a:buNone/>
              <a:defRPr lang="nl-NL" sz="2400" b="0" kern="1200" baseline="0" dirty="0">
                <a:solidFill>
                  <a:srgbClr val="E50056"/>
                </a:solidFill>
                <a:latin typeface="Avenir Next Condensed" panose="020B0506020202020204" pitchFamily="34" charset="0"/>
                <a:ea typeface="+mj-ea"/>
                <a:cs typeface="Arial" panose="020B0604020202020204" pitchFamily="34" charset="0"/>
                <a:sym typeface="Avenir Next Condensed Demi Bold"/>
              </a:defRPr>
            </a:lvl1pPr>
          </a:lstStyle>
          <a:p>
            <a:r>
              <a:rPr lang="nl-NL" sz="4000" dirty="0">
                <a:solidFill>
                  <a:schemeClr val="tx1"/>
                </a:solidFill>
                <a:latin typeface="+mj-lt"/>
              </a:rPr>
              <a:t>Opdracht: Bepaal waar jullie sponsors staan t.o.v. de verandering</a:t>
            </a:r>
          </a:p>
        </p:txBody>
      </p:sp>
      <p:sp>
        <p:nvSpPr>
          <p:cNvPr id="3" name="Tekstvak 2">
            <a:extLst>
              <a:ext uri="{FF2B5EF4-FFF2-40B4-BE49-F238E27FC236}">
                <a16:creationId xmlns:a16="http://schemas.microsoft.com/office/drawing/2014/main" id="{8B13801E-1494-41F4-61AF-478F432874B0}"/>
              </a:ext>
            </a:extLst>
          </p:cNvPr>
          <p:cNvSpPr txBox="1"/>
          <p:nvPr/>
        </p:nvSpPr>
        <p:spPr>
          <a:xfrm>
            <a:off x="1774518" y="2426226"/>
            <a:ext cx="3705662" cy="2585323"/>
          </a:xfrm>
          <a:prstGeom prst="rect">
            <a:avLst/>
          </a:prstGeom>
          <a:noFill/>
        </p:spPr>
        <p:txBody>
          <a:bodyPr wrap="square" rtlCol="0">
            <a:spAutoFit/>
          </a:bodyPr>
          <a:lstStyle/>
          <a:p>
            <a:r>
              <a:rPr lang="nl-NL" dirty="0">
                <a:latin typeface="Avenir Next Condensed" panose="020B0506020202020204"/>
              </a:rPr>
              <a:t>Ga nu per rol/naam na waar deze sponsor staat t.o.v. de verandering:</a:t>
            </a:r>
          </a:p>
          <a:p>
            <a:endParaRPr lang="nl-NL" dirty="0">
              <a:latin typeface="Avenir Next Condensed" panose="020B0506020202020204"/>
            </a:endParaRPr>
          </a:p>
          <a:p>
            <a:endParaRPr lang="nl-NL" dirty="0">
              <a:latin typeface="Avenir Next Condensed" panose="020B0506020202020204"/>
            </a:endParaRPr>
          </a:p>
          <a:p>
            <a:pPr marL="285750" indent="-285750">
              <a:buFont typeface="Arial" panose="020B0604020202020204" pitchFamily="34" charset="0"/>
              <a:buChar char="•"/>
            </a:pPr>
            <a:endParaRPr lang="nl-NL" dirty="0">
              <a:latin typeface="Avenir Next Condensed" panose="020B0506020202020204"/>
            </a:endParaRPr>
          </a:p>
          <a:p>
            <a:endParaRPr lang="nl-NL" i="1" dirty="0">
              <a:latin typeface="Avenir Next Condensed" panose="020B0506020202020204"/>
            </a:endParaRPr>
          </a:p>
          <a:p>
            <a:endParaRPr lang="nl-NL" i="1" dirty="0">
              <a:latin typeface="Avenir Next Condensed" panose="020B0506020202020204"/>
            </a:endParaRPr>
          </a:p>
          <a:p>
            <a:endParaRPr lang="nl-NL" i="1" dirty="0">
              <a:latin typeface="Avenir Next Condensed" panose="020B0506020202020204"/>
            </a:endParaRPr>
          </a:p>
          <a:p>
            <a:endParaRPr lang="nl-NL" i="1" dirty="0">
              <a:latin typeface="Avenir Next Condensed" panose="020B0506020202020204"/>
            </a:endParaRPr>
          </a:p>
        </p:txBody>
      </p:sp>
      <p:sp>
        <p:nvSpPr>
          <p:cNvPr id="4" name="Rechthoek 3">
            <a:extLst>
              <a:ext uri="{FF2B5EF4-FFF2-40B4-BE49-F238E27FC236}">
                <a16:creationId xmlns:a16="http://schemas.microsoft.com/office/drawing/2014/main" id="{545B41D4-5669-9604-84D9-D2913D36AD16}"/>
              </a:ext>
            </a:extLst>
          </p:cNvPr>
          <p:cNvSpPr/>
          <p:nvPr/>
        </p:nvSpPr>
        <p:spPr>
          <a:xfrm>
            <a:off x="1897225" y="3228657"/>
            <a:ext cx="559836" cy="233266"/>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Tekstvak 4">
            <a:extLst>
              <a:ext uri="{FF2B5EF4-FFF2-40B4-BE49-F238E27FC236}">
                <a16:creationId xmlns:a16="http://schemas.microsoft.com/office/drawing/2014/main" id="{1C040C70-1BFE-616F-F569-3854C788319D}"/>
              </a:ext>
            </a:extLst>
          </p:cNvPr>
          <p:cNvSpPr txBox="1"/>
          <p:nvPr/>
        </p:nvSpPr>
        <p:spPr>
          <a:xfrm>
            <a:off x="2587689" y="3167322"/>
            <a:ext cx="3023119" cy="338554"/>
          </a:xfrm>
          <a:prstGeom prst="rect">
            <a:avLst/>
          </a:prstGeom>
          <a:noFill/>
        </p:spPr>
        <p:txBody>
          <a:bodyPr wrap="square" rtlCol="0">
            <a:spAutoFit/>
          </a:bodyPr>
          <a:lstStyle/>
          <a:p>
            <a:r>
              <a:rPr lang="nl-NL" sz="1600" dirty="0"/>
              <a:t>= positief, voor de verandering</a:t>
            </a:r>
            <a:endParaRPr lang="en-US" sz="1600" dirty="0"/>
          </a:p>
        </p:txBody>
      </p:sp>
      <p:sp>
        <p:nvSpPr>
          <p:cNvPr id="8" name="Rechthoek 7">
            <a:extLst>
              <a:ext uri="{FF2B5EF4-FFF2-40B4-BE49-F238E27FC236}">
                <a16:creationId xmlns:a16="http://schemas.microsoft.com/office/drawing/2014/main" id="{23ADB70F-C5FB-A79B-529C-731EDA69677D}"/>
              </a:ext>
            </a:extLst>
          </p:cNvPr>
          <p:cNvSpPr/>
          <p:nvPr/>
        </p:nvSpPr>
        <p:spPr>
          <a:xfrm>
            <a:off x="1897225" y="3634539"/>
            <a:ext cx="559836" cy="233266"/>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highlight>
                <a:srgbClr val="FFFF00"/>
              </a:highlight>
            </a:endParaRPr>
          </a:p>
        </p:txBody>
      </p:sp>
      <p:sp>
        <p:nvSpPr>
          <p:cNvPr id="9" name="Tekstvak 8">
            <a:extLst>
              <a:ext uri="{FF2B5EF4-FFF2-40B4-BE49-F238E27FC236}">
                <a16:creationId xmlns:a16="http://schemas.microsoft.com/office/drawing/2014/main" id="{68CABE6D-7EE3-5399-8005-44B54B8744DC}"/>
              </a:ext>
            </a:extLst>
          </p:cNvPr>
          <p:cNvSpPr txBox="1"/>
          <p:nvPr/>
        </p:nvSpPr>
        <p:spPr>
          <a:xfrm>
            <a:off x="2579768" y="3606547"/>
            <a:ext cx="2695138" cy="338554"/>
          </a:xfrm>
          <a:prstGeom prst="rect">
            <a:avLst/>
          </a:prstGeom>
          <a:noFill/>
        </p:spPr>
        <p:txBody>
          <a:bodyPr wrap="square" rtlCol="0">
            <a:spAutoFit/>
          </a:bodyPr>
          <a:lstStyle/>
          <a:p>
            <a:r>
              <a:rPr lang="nl-NL" sz="1600" dirty="0"/>
              <a:t>= noch positief, noch negatief</a:t>
            </a:r>
            <a:endParaRPr lang="en-US" sz="1600" dirty="0"/>
          </a:p>
        </p:txBody>
      </p:sp>
      <p:sp>
        <p:nvSpPr>
          <p:cNvPr id="10" name="Rechthoek 9">
            <a:extLst>
              <a:ext uri="{FF2B5EF4-FFF2-40B4-BE49-F238E27FC236}">
                <a16:creationId xmlns:a16="http://schemas.microsoft.com/office/drawing/2014/main" id="{61838526-41F2-D196-BF84-A3A5F54EFA83}"/>
              </a:ext>
            </a:extLst>
          </p:cNvPr>
          <p:cNvSpPr/>
          <p:nvPr/>
        </p:nvSpPr>
        <p:spPr>
          <a:xfrm>
            <a:off x="1905146" y="4068413"/>
            <a:ext cx="559836" cy="233266"/>
          </a:xfrm>
          <a:prstGeom prst="rect">
            <a:avLst/>
          </a:prstGeom>
          <a:solidFill>
            <a:srgbClr val="FF000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1" name="Tekstvak 10">
            <a:extLst>
              <a:ext uri="{FF2B5EF4-FFF2-40B4-BE49-F238E27FC236}">
                <a16:creationId xmlns:a16="http://schemas.microsoft.com/office/drawing/2014/main" id="{D36D46EE-E388-F0C4-A3EB-E96BAB38E416}"/>
              </a:ext>
            </a:extLst>
          </p:cNvPr>
          <p:cNvSpPr txBox="1"/>
          <p:nvPr/>
        </p:nvSpPr>
        <p:spPr>
          <a:xfrm>
            <a:off x="2587689" y="4040421"/>
            <a:ext cx="2892491" cy="338554"/>
          </a:xfrm>
          <a:prstGeom prst="rect">
            <a:avLst/>
          </a:prstGeom>
          <a:noFill/>
        </p:spPr>
        <p:txBody>
          <a:bodyPr wrap="square" rtlCol="0">
            <a:spAutoFit/>
          </a:bodyPr>
          <a:lstStyle/>
          <a:p>
            <a:r>
              <a:rPr lang="nl-NL" sz="1600" dirty="0"/>
              <a:t>= negatief, tegen de verandering</a:t>
            </a:r>
            <a:endParaRPr lang="en-US" sz="1600" dirty="0"/>
          </a:p>
        </p:txBody>
      </p:sp>
      <p:sp>
        <p:nvSpPr>
          <p:cNvPr id="12" name="Ovaal 11">
            <a:extLst>
              <a:ext uri="{FF2B5EF4-FFF2-40B4-BE49-F238E27FC236}">
                <a16:creationId xmlns:a16="http://schemas.microsoft.com/office/drawing/2014/main" id="{797158F0-FEA0-8DBF-074A-7162E427DC83}"/>
              </a:ext>
            </a:extLst>
          </p:cNvPr>
          <p:cNvSpPr/>
          <p:nvPr/>
        </p:nvSpPr>
        <p:spPr>
          <a:xfrm>
            <a:off x="6838464" y="3121488"/>
            <a:ext cx="447604" cy="447604"/>
          </a:xfrm>
          <a:prstGeom prst="ellipse">
            <a:avLst/>
          </a:prstGeom>
          <a:solidFill>
            <a:srgbClr val="FF00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3" name="Ovaal 12">
            <a:extLst>
              <a:ext uri="{FF2B5EF4-FFF2-40B4-BE49-F238E27FC236}">
                <a16:creationId xmlns:a16="http://schemas.microsoft.com/office/drawing/2014/main" id="{9CF627C2-6348-A3C7-F84B-6D168B138EF1}"/>
              </a:ext>
            </a:extLst>
          </p:cNvPr>
          <p:cNvSpPr/>
          <p:nvPr/>
        </p:nvSpPr>
        <p:spPr>
          <a:xfrm>
            <a:off x="8599981" y="4040421"/>
            <a:ext cx="447604" cy="447604"/>
          </a:xfrm>
          <a:prstGeom prst="ellipse">
            <a:avLst/>
          </a:prstGeom>
          <a:solidFill>
            <a:schemeClr val="accent6"/>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4" name="Ovaal 13">
            <a:extLst>
              <a:ext uri="{FF2B5EF4-FFF2-40B4-BE49-F238E27FC236}">
                <a16:creationId xmlns:a16="http://schemas.microsoft.com/office/drawing/2014/main" id="{00AFAC7D-14E2-9701-3D93-CA9FCA6B7FCD}"/>
              </a:ext>
            </a:extLst>
          </p:cNvPr>
          <p:cNvSpPr/>
          <p:nvPr/>
        </p:nvSpPr>
        <p:spPr>
          <a:xfrm>
            <a:off x="8627973" y="4861381"/>
            <a:ext cx="447604" cy="447604"/>
          </a:xfrm>
          <a:prstGeom prst="ellipse">
            <a:avLst/>
          </a:prstGeom>
          <a:solidFill>
            <a:srgbClr val="FF00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5" name="Ovaal 14">
            <a:extLst>
              <a:ext uri="{FF2B5EF4-FFF2-40B4-BE49-F238E27FC236}">
                <a16:creationId xmlns:a16="http://schemas.microsoft.com/office/drawing/2014/main" id="{1120F50D-D71F-7E4B-E770-F85A83E7002A}"/>
              </a:ext>
            </a:extLst>
          </p:cNvPr>
          <p:cNvSpPr/>
          <p:nvPr/>
        </p:nvSpPr>
        <p:spPr>
          <a:xfrm>
            <a:off x="9969878" y="3155557"/>
            <a:ext cx="447604" cy="447604"/>
          </a:xfrm>
          <a:prstGeom prst="ellipse">
            <a:avLst/>
          </a:prstGeom>
          <a:solidFill>
            <a:schemeClr val="accent6"/>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6" name="Ovaal 15">
            <a:extLst>
              <a:ext uri="{FF2B5EF4-FFF2-40B4-BE49-F238E27FC236}">
                <a16:creationId xmlns:a16="http://schemas.microsoft.com/office/drawing/2014/main" id="{81C10D18-8323-C4FC-0389-CCDD7777CFB6}"/>
              </a:ext>
            </a:extLst>
          </p:cNvPr>
          <p:cNvSpPr/>
          <p:nvPr/>
        </p:nvSpPr>
        <p:spPr>
          <a:xfrm>
            <a:off x="8369826" y="3186152"/>
            <a:ext cx="447604" cy="447604"/>
          </a:xfrm>
          <a:prstGeom prst="ellipse">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7" name="Ovaal 16">
            <a:extLst>
              <a:ext uri="{FF2B5EF4-FFF2-40B4-BE49-F238E27FC236}">
                <a16:creationId xmlns:a16="http://schemas.microsoft.com/office/drawing/2014/main" id="{13C9CFBA-EAA6-BB8B-279D-710F874B109C}"/>
              </a:ext>
            </a:extLst>
          </p:cNvPr>
          <p:cNvSpPr/>
          <p:nvPr/>
        </p:nvSpPr>
        <p:spPr>
          <a:xfrm>
            <a:off x="7065377" y="4056410"/>
            <a:ext cx="447604" cy="447604"/>
          </a:xfrm>
          <a:prstGeom prst="ellipse">
            <a:avLst/>
          </a:prstGeom>
          <a:solidFill>
            <a:srgbClr val="FF00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8" name="Ovaal 17">
            <a:extLst>
              <a:ext uri="{FF2B5EF4-FFF2-40B4-BE49-F238E27FC236}">
                <a16:creationId xmlns:a16="http://schemas.microsoft.com/office/drawing/2014/main" id="{71721198-0A17-0A39-1573-FC7E1A88B0A7}"/>
              </a:ext>
            </a:extLst>
          </p:cNvPr>
          <p:cNvSpPr/>
          <p:nvPr/>
        </p:nvSpPr>
        <p:spPr>
          <a:xfrm>
            <a:off x="7062266" y="4861381"/>
            <a:ext cx="447604" cy="447604"/>
          </a:xfrm>
          <a:prstGeom prst="ellipse">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9" name="Ovaal 18">
            <a:extLst>
              <a:ext uri="{FF2B5EF4-FFF2-40B4-BE49-F238E27FC236}">
                <a16:creationId xmlns:a16="http://schemas.microsoft.com/office/drawing/2014/main" id="{3C0938E2-5761-6D7C-9FE1-593A8495612E}"/>
              </a:ext>
            </a:extLst>
          </p:cNvPr>
          <p:cNvSpPr/>
          <p:nvPr/>
        </p:nvSpPr>
        <p:spPr>
          <a:xfrm>
            <a:off x="8488013" y="2149341"/>
            <a:ext cx="447604" cy="447604"/>
          </a:xfrm>
          <a:prstGeom prst="ellipse">
            <a:avLst/>
          </a:prstGeom>
          <a:solidFill>
            <a:schemeClr val="accent6"/>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0" name="Ovaal 19">
            <a:extLst>
              <a:ext uri="{FF2B5EF4-FFF2-40B4-BE49-F238E27FC236}">
                <a16:creationId xmlns:a16="http://schemas.microsoft.com/office/drawing/2014/main" id="{BE5AF00F-522C-E421-9C87-508AE7CB6009}"/>
              </a:ext>
            </a:extLst>
          </p:cNvPr>
          <p:cNvSpPr/>
          <p:nvPr/>
        </p:nvSpPr>
        <p:spPr>
          <a:xfrm>
            <a:off x="10137697" y="4056410"/>
            <a:ext cx="447604" cy="447604"/>
          </a:xfrm>
          <a:prstGeom prst="ellipse">
            <a:avLst/>
          </a:prstGeom>
          <a:solidFill>
            <a:srgbClr val="FF00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1" name="Ovaal 20">
            <a:extLst>
              <a:ext uri="{FF2B5EF4-FFF2-40B4-BE49-F238E27FC236}">
                <a16:creationId xmlns:a16="http://schemas.microsoft.com/office/drawing/2014/main" id="{C3419C1B-2B0B-8D7D-F6A9-EAD5A2F0B99B}"/>
              </a:ext>
            </a:extLst>
          </p:cNvPr>
          <p:cNvSpPr/>
          <p:nvPr/>
        </p:nvSpPr>
        <p:spPr>
          <a:xfrm>
            <a:off x="10137697" y="4861381"/>
            <a:ext cx="447604" cy="447604"/>
          </a:xfrm>
          <a:prstGeom prst="ellipse">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7" name="Graphic 6" descr="Stopwatch met effen opvulling">
            <a:extLst>
              <a:ext uri="{FF2B5EF4-FFF2-40B4-BE49-F238E27FC236}">
                <a16:creationId xmlns:a16="http://schemas.microsoft.com/office/drawing/2014/main" id="{788DD30C-B93F-07C6-78DB-14DD04507EB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760553" y="5509993"/>
            <a:ext cx="1245140" cy="1245140"/>
          </a:xfrm>
          <a:prstGeom prst="rect">
            <a:avLst/>
          </a:prstGeom>
        </p:spPr>
      </p:pic>
      <p:sp>
        <p:nvSpPr>
          <p:cNvPr id="22" name="Rechthoek 21">
            <a:extLst>
              <a:ext uri="{FF2B5EF4-FFF2-40B4-BE49-F238E27FC236}">
                <a16:creationId xmlns:a16="http://schemas.microsoft.com/office/drawing/2014/main" id="{CC18F244-B47D-6FBD-B4C7-096CD1ACF1F9}"/>
              </a:ext>
            </a:extLst>
          </p:cNvPr>
          <p:cNvSpPr/>
          <p:nvPr/>
        </p:nvSpPr>
        <p:spPr>
          <a:xfrm>
            <a:off x="2833116" y="5966733"/>
            <a:ext cx="2188723" cy="535021"/>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4000" b="1" dirty="0">
                <a:solidFill>
                  <a:schemeClr val="tx1"/>
                </a:solidFill>
              </a:rPr>
              <a:t>20 min.</a:t>
            </a:r>
            <a:endParaRPr lang="en-US" sz="4000" b="1" dirty="0">
              <a:solidFill>
                <a:schemeClr val="tx1"/>
              </a:solidFill>
            </a:endParaRPr>
          </a:p>
        </p:txBody>
      </p:sp>
    </p:spTree>
    <p:extLst>
      <p:ext uri="{BB962C8B-B14F-4D97-AF65-F5344CB8AC3E}">
        <p14:creationId xmlns:p14="http://schemas.microsoft.com/office/powerpoint/2010/main" val="15156959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descr="Ondernemen met een visie | IMR Advies">
            <a:extLst>
              <a:ext uri="{FF2B5EF4-FFF2-40B4-BE49-F238E27FC236}">
                <a16:creationId xmlns:a16="http://schemas.microsoft.com/office/drawing/2014/main" id="{D23AFC1A-18C9-E841-C7D0-EFC8A0BD2F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Titel 2"/>
          <p:cNvSpPr>
            <a:spLocks noGrp="1"/>
          </p:cNvSpPr>
          <p:nvPr>
            <p:ph type="title"/>
          </p:nvPr>
        </p:nvSpPr>
        <p:spPr>
          <a:xfrm>
            <a:off x="623392" y="476672"/>
            <a:ext cx="9937104" cy="994172"/>
          </a:xfrm>
        </p:spPr>
        <p:txBody>
          <a:bodyPr>
            <a:normAutofit/>
          </a:bodyPr>
          <a:lstStyle/>
          <a:p>
            <a:r>
              <a:rPr lang="nl-NL" sz="4400" dirty="0">
                <a:solidFill>
                  <a:schemeClr val="tx1"/>
                </a:solidFill>
              </a:rPr>
              <a:t>3. Een visie en strategie ontwikkelen</a:t>
            </a:r>
          </a:p>
        </p:txBody>
      </p:sp>
    </p:spTree>
    <p:extLst>
      <p:ext uri="{BB962C8B-B14F-4D97-AF65-F5344CB8AC3E}">
        <p14:creationId xmlns:p14="http://schemas.microsoft.com/office/powerpoint/2010/main" val="36894262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a:xfrm>
            <a:off x="1343472" y="332656"/>
            <a:ext cx="9937104" cy="994172"/>
          </a:xfrm>
        </p:spPr>
        <p:txBody>
          <a:bodyPr>
            <a:normAutofit/>
          </a:bodyPr>
          <a:lstStyle/>
          <a:p>
            <a:r>
              <a:rPr lang="nl-NL" sz="4400" dirty="0">
                <a:solidFill>
                  <a:schemeClr val="tx1"/>
                </a:solidFill>
              </a:rPr>
              <a:t>drie belangrijke doelen van een visie</a:t>
            </a:r>
          </a:p>
        </p:txBody>
      </p:sp>
      <p:sp>
        <p:nvSpPr>
          <p:cNvPr id="4" name="Tekstvak 3">
            <a:extLst>
              <a:ext uri="{FF2B5EF4-FFF2-40B4-BE49-F238E27FC236}">
                <a16:creationId xmlns:a16="http://schemas.microsoft.com/office/drawing/2014/main" id="{CEAFD10F-6E83-BECA-45A6-1DA6B3CD83FC}"/>
              </a:ext>
            </a:extLst>
          </p:cNvPr>
          <p:cNvSpPr txBox="1"/>
          <p:nvPr/>
        </p:nvSpPr>
        <p:spPr>
          <a:xfrm>
            <a:off x="1343472" y="1470844"/>
            <a:ext cx="10261140" cy="4832092"/>
          </a:xfrm>
          <a:prstGeom prst="rect">
            <a:avLst/>
          </a:prstGeom>
          <a:noFill/>
        </p:spPr>
        <p:txBody>
          <a:bodyPr wrap="square">
            <a:spAutoFit/>
          </a:bodyPr>
          <a:lstStyle/>
          <a:p>
            <a:pPr marL="342900" indent="-342900">
              <a:buFont typeface="+mj-lt"/>
              <a:buAutoNum type="arabicPeriod"/>
            </a:pPr>
            <a:endParaRPr lang="nl-NL" sz="2800" dirty="0">
              <a:solidFill>
                <a:schemeClr val="tx1"/>
              </a:solidFill>
            </a:endParaRPr>
          </a:p>
          <a:p>
            <a:pPr marL="342900" indent="-342900">
              <a:buFont typeface="+mj-lt"/>
              <a:buAutoNum type="arabicPeriod"/>
            </a:pPr>
            <a:r>
              <a:rPr lang="nl-NL" sz="2800" b="1" dirty="0">
                <a:solidFill>
                  <a:schemeClr val="tx1">
                    <a:lumMod val="65000"/>
                    <a:lumOff val="35000"/>
                  </a:schemeClr>
                </a:solidFill>
              </a:rPr>
              <a:t>De richting van de verandering verduidelijken:</a:t>
            </a:r>
            <a:r>
              <a:rPr lang="nl-NL" sz="2800" dirty="0">
                <a:solidFill>
                  <a:schemeClr val="tx1">
                    <a:lumMod val="65000"/>
                    <a:lumOff val="35000"/>
                  </a:schemeClr>
                </a:solidFill>
              </a:rPr>
              <a:t> de noodzaak duidelijk maken.</a:t>
            </a:r>
          </a:p>
          <a:p>
            <a:pPr marL="342900" indent="-342900">
              <a:buFont typeface="+mj-lt"/>
              <a:buAutoNum type="arabicPeriod"/>
            </a:pPr>
            <a:endParaRPr lang="nl-NL" sz="2800" dirty="0">
              <a:solidFill>
                <a:schemeClr val="tx1">
                  <a:lumMod val="65000"/>
                  <a:lumOff val="35000"/>
                </a:schemeClr>
              </a:solidFill>
            </a:endParaRPr>
          </a:p>
          <a:p>
            <a:pPr marL="342900" indent="-342900">
              <a:buFont typeface="+mj-lt"/>
              <a:buAutoNum type="arabicPeriod"/>
            </a:pPr>
            <a:r>
              <a:rPr lang="nl-NL" sz="2800" b="1" dirty="0">
                <a:solidFill>
                  <a:schemeClr val="tx1">
                    <a:lumMod val="65000"/>
                    <a:lumOff val="35000"/>
                  </a:schemeClr>
                </a:solidFill>
              </a:rPr>
              <a:t>Motiveren van mensen om tot actie over te gaan: </a:t>
            </a:r>
            <a:r>
              <a:rPr lang="nl-NL" sz="2800" dirty="0">
                <a:solidFill>
                  <a:schemeClr val="tx1">
                    <a:lumMod val="65000"/>
                    <a:lumOff val="35000"/>
                  </a:schemeClr>
                </a:solidFill>
              </a:rPr>
              <a:t>iedere verandering gaat gepaard met offers. Een goede visie erkent dat offers noodzakelijk zijn, maar dat dit meer voordelen gaat opleveren dan in de huidige situatie. </a:t>
            </a:r>
          </a:p>
          <a:p>
            <a:pPr marL="342900" indent="-342900">
              <a:buFont typeface="+mj-lt"/>
              <a:buAutoNum type="arabicPeriod"/>
            </a:pPr>
            <a:endParaRPr lang="nl-NL" sz="2800" dirty="0">
              <a:solidFill>
                <a:schemeClr val="tx1">
                  <a:lumMod val="65000"/>
                  <a:lumOff val="35000"/>
                </a:schemeClr>
              </a:solidFill>
            </a:endParaRPr>
          </a:p>
          <a:p>
            <a:pPr marL="342900" indent="-342900">
              <a:buFont typeface="+mj-lt"/>
              <a:buAutoNum type="arabicPeriod"/>
            </a:pPr>
            <a:r>
              <a:rPr lang="nl-NL" sz="2800" b="1" dirty="0">
                <a:solidFill>
                  <a:schemeClr val="tx1">
                    <a:lumMod val="65000"/>
                    <a:lumOff val="35000"/>
                  </a:schemeClr>
                </a:solidFill>
              </a:rPr>
              <a:t>Iedereen op één lijn: </a:t>
            </a:r>
            <a:r>
              <a:rPr lang="nl-NL" sz="2800" dirty="0">
                <a:solidFill>
                  <a:schemeClr val="tx1">
                    <a:lumMod val="65000"/>
                    <a:lumOff val="35000"/>
                  </a:schemeClr>
                </a:solidFill>
              </a:rPr>
              <a:t>een gezamenlijk gevoel van richting zorgt voor meer coördinatie en minder discussie. </a:t>
            </a:r>
          </a:p>
        </p:txBody>
      </p:sp>
    </p:spTree>
    <p:extLst>
      <p:ext uri="{BB962C8B-B14F-4D97-AF65-F5344CB8AC3E}">
        <p14:creationId xmlns:p14="http://schemas.microsoft.com/office/powerpoint/2010/main" val="22032526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a:xfrm>
            <a:off x="1333600" y="587294"/>
            <a:ext cx="9937104" cy="994172"/>
          </a:xfrm>
        </p:spPr>
        <p:txBody>
          <a:bodyPr>
            <a:normAutofit fontScale="90000"/>
          </a:bodyPr>
          <a:lstStyle/>
          <a:p>
            <a:r>
              <a:rPr lang="nl-NL" sz="4400" dirty="0">
                <a:solidFill>
                  <a:schemeClr val="tx1"/>
                </a:solidFill>
              </a:rPr>
              <a:t>belangrijke kenmerken van een </a:t>
            </a:r>
            <a:br>
              <a:rPr lang="nl-NL" sz="4400" dirty="0">
                <a:solidFill>
                  <a:schemeClr val="tx1"/>
                </a:solidFill>
              </a:rPr>
            </a:br>
            <a:r>
              <a:rPr lang="nl-NL" sz="4400" dirty="0">
                <a:solidFill>
                  <a:schemeClr val="tx1"/>
                </a:solidFill>
              </a:rPr>
              <a:t>effectieve visie</a:t>
            </a:r>
          </a:p>
        </p:txBody>
      </p:sp>
      <p:sp>
        <p:nvSpPr>
          <p:cNvPr id="4" name="Tekstvak 3">
            <a:extLst>
              <a:ext uri="{FF2B5EF4-FFF2-40B4-BE49-F238E27FC236}">
                <a16:creationId xmlns:a16="http://schemas.microsoft.com/office/drawing/2014/main" id="{CEAFD10F-6E83-BECA-45A6-1DA6B3CD83FC}"/>
              </a:ext>
            </a:extLst>
          </p:cNvPr>
          <p:cNvSpPr txBox="1"/>
          <p:nvPr/>
        </p:nvSpPr>
        <p:spPr>
          <a:xfrm>
            <a:off x="1350566" y="1700808"/>
            <a:ext cx="10261140" cy="3894399"/>
          </a:xfrm>
          <a:prstGeom prst="rect">
            <a:avLst/>
          </a:prstGeom>
          <a:noFill/>
        </p:spPr>
        <p:txBody>
          <a:bodyPr wrap="square">
            <a:spAutoFit/>
          </a:bodyPr>
          <a:lstStyle/>
          <a:p>
            <a:pPr marL="342900" indent="-342900">
              <a:lnSpc>
                <a:spcPct val="150000"/>
              </a:lnSpc>
              <a:buFont typeface="+mj-lt"/>
              <a:buAutoNum type="arabicPeriod"/>
            </a:pPr>
            <a:endParaRPr lang="nl-NL" sz="2800" dirty="0">
              <a:solidFill>
                <a:schemeClr val="tx1"/>
              </a:solidFill>
            </a:endParaRPr>
          </a:p>
          <a:p>
            <a:pPr marL="342900" indent="-342900">
              <a:lnSpc>
                <a:spcPct val="150000"/>
              </a:lnSpc>
              <a:buFont typeface="+mj-lt"/>
              <a:buAutoNum type="arabicPeriod"/>
            </a:pPr>
            <a:r>
              <a:rPr lang="nl-NL" sz="2800" b="1" dirty="0">
                <a:solidFill>
                  <a:schemeClr val="tx1">
                    <a:lumMod val="65000"/>
                    <a:lumOff val="35000"/>
                  </a:schemeClr>
                </a:solidFill>
              </a:rPr>
              <a:t>Voorstelbaar: </a:t>
            </a:r>
            <a:r>
              <a:rPr lang="nl-NL" sz="2800" dirty="0">
                <a:solidFill>
                  <a:schemeClr val="tx1">
                    <a:lumMod val="65000"/>
                    <a:lumOff val="35000"/>
                  </a:schemeClr>
                </a:solidFill>
              </a:rPr>
              <a:t>beeld van hoe de toekomst eruit ziet.</a:t>
            </a:r>
          </a:p>
          <a:p>
            <a:pPr marL="342900" indent="-342900">
              <a:lnSpc>
                <a:spcPct val="150000"/>
              </a:lnSpc>
              <a:buFont typeface="+mj-lt"/>
              <a:buAutoNum type="arabicPeriod"/>
            </a:pPr>
            <a:r>
              <a:rPr lang="nl-NL" sz="2800" b="1" dirty="0">
                <a:solidFill>
                  <a:schemeClr val="tx1">
                    <a:lumMod val="65000"/>
                    <a:lumOff val="35000"/>
                  </a:schemeClr>
                </a:solidFill>
              </a:rPr>
              <a:t>Aantrekkelijk:  </a:t>
            </a:r>
            <a:r>
              <a:rPr lang="nl-NL" sz="2800" dirty="0">
                <a:solidFill>
                  <a:schemeClr val="tx1">
                    <a:lumMod val="65000"/>
                    <a:lumOff val="35000"/>
                  </a:schemeClr>
                </a:solidFill>
              </a:rPr>
              <a:t>spreekt meerdere belangen en partijen aan</a:t>
            </a:r>
          </a:p>
          <a:p>
            <a:pPr marL="342900" indent="-342900">
              <a:lnSpc>
                <a:spcPct val="150000"/>
              </a:lnSpc>
              <a:buFont typeface="+mj-lt"/>
              <a:buAutoNum type="arabicPeriod"/>
            </a:pPr>
            <a:r>
              <a:rPr lang="nl-NL" sz="2800" b="1" dirty="0">
                <a:solidFill>
                  <a:schemeClr val="tx1">
                    <a:lumMod val="65000"/>
                    <a:lumOff val="35000"/>
                  </a:schemeClr>
                </a:solidFill>
              </a:rPr>
              <a:t>Haalbaar: </a:t>
            </a:r>
            <a:r>
              <a:rPr lang="nl-NL" sz="2800" dirty="0">
                <a:solidFill>
                  <a:schemeClr val="tx1">
                    <a:lumMod val="65000"/>
                    <a:lumOff val="35000"/>
                  </a:schemeClr>
                </a:solidFill>
              </a:rPr>
              <a:t>omvat realistische, bereikbare doelen</a:t>
            </a:r>
          </a:p>
          <a:p>
            <a:pPr marL="342900" indent="-342900">
              <a:lnSpc>
                <a:spcPct val="150000"/>
              </a:lnSpc>
              <a:buFont typeface="+mj-lt"/>
              <a:buAutoNum type="arabicPeriod"/>
            </a:pPr>
            <a:r>
              <a:rPr lang="nl-NL" sz="2800" b="1" dirty="0">
                <a:solidFill>
                  <a:schemeClr val="tx1">
                    <a:lumMod val="65000"/>
                    <a:lumOff val="35000"/>
                  </a:schemeClr>
                </a:solidFill>
              </a:rPr>
              <a:t>Gericht: </a:t>
            </a:r>
            <a:r>
              <a:rPr lang="nl-NL" sz="2800" dirty="0">
                <a:solidFill>
                  <a:schemeClr val="tx1">
                    <a:lumMod val="65000"/>
                    <a:lumOff val="35000"/>
                  </a:schemeClr>
                </a:solidFill>
              </a:rPr>
              <a:t>dient als richting bij besluitvorming</a:t>
            </a:r>
          </a:p>
          <a:p>
            <a:pPr marL="342900" indent="-342900">
              <a:lnSpc>
                <a:spcPct val="150000"/>
              </a:lnSpc>
              <a:buFont typeface="+mj-lt"/>
              <a:buAutoNum type="arabicPeriod"/>
            </a:pPr>
            <a:r>
              <a:rPr lang="nl-NL" sz="2800" b="1" dirty="0">
                <a:solidFill>
                  <a:schemeClr val="tx1">
                    <a:lumMod val="65000"/>
                    <a:lumOff val="35000"/>
                  </a:schemeClr>
                </a:solidFill>
              </a:rPr>
              <a:t>Communiceerbaar: </a:t>
            </a:r>
            <a:r>
              <a:rPr lang="nl-NL" sz="2800" dirty="0">
                <a:solidFill>
                  <a:schemeClr val="tx1">
                    <a:lumMod val="65000"/>
                    <a:lumOff val="35000"/>
                  </a:schemeClr>
                </a:solidFill>
              </a:rPr>
              <a:t>binnen 5 minuten uitgelegd en begrepen </a:t>
            </a:r>
            <a:endParaRPr lang="nl-NL" sz="2800" b="1" dirty="0">
              <a:solidFill>
                <a:schemeClr val="tx1">
                  <a:lumMod val="65000"/>
                  <a:lumOff val="35000"/>
                </a:schemeClr>
              </a:solidFill>
            </a:endParaRPr>
          </a:p>
        </p:txBody>
      </p:sp>
    </p:spTree>
    <p:extLst>
      <p:ext uri="{BB962C8B-B14F-4D97-AF65-F5344CB8AC3E}">
        <p14:creationId xmlns:p14="http://schemas.microsoft.com/office/powerpoint/2010/main" val="10760925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a:xfrm>
            <a:off x="1350566" y="704135"/>
            <a:ext cx="9937104" cy="994172"/>
          </a:xfrm>
        </p:spPr>
        <p:txBody>
          <a:bodyPr>
            <a:normAutofit fontScale="90000"/>
          </a:bodyPr>
          <a:lstStyle/>
          <a:p>
            <a:r>
              <a:rPr lang="nl-NL" sz="4400" dirty="0">
                <a:solidFill>
                  <a:schemeClr val="tx1"/>
                </a:solidFill>
              </a:rPr>
              <a:t>Opdracht: </a:t>
            </a:r>
            <a:br>
              <a:rPr lang="nl-NL" sz="4400" dirty="0">
                <a:solidFill>
                  <a:schemeClr val="tx1"/>
                </a:solidFill>
              </a:rPr>
            </a:br>
            <a:r>
              <a:rPr lang="nl-NL" sz="4400" dirty="0">
                <a:solidFill>
                  <a:schemeClr val="tx1"/>
                </a:solidFill>
              </a:rPr>
              <a:t>ontwikkel een visie op jullie verandering</a:t>
            </a:r>
          </a:p>
        </p:txBody>
      </p:sp>
      <p:sp>
        <p:nvSpPr>
          <p:cNvPr id="4" name="Tekstvak 3">
            <a:extLst>
              <a:ext uri="{FF2B5EF4-FFF2-40B4-BE49-F238E27FC236}">
                <a16:creationId xmlns:a16="http://schemas.microsoft.com/office/drawing/2014/main" id="{CEAFD10F-6E83-BECA-45A6-1DA6B3CD83FC}"/>
              </a:ext>
            </a:extLst>
          </p:cNvPr>
          <p:cNvSpPr txBox="1"/>
          <p:nvPr/>
        </p:nvSpPr>
        <p:spPr>
          <a:xfrm>
            <a:off x="1350566" y="2000698"/>
            <a:ext cx="10261140" cy="3894399"/>
          </a:xfrm>
          <a:prstGeom prst="rect">
            <a:avLst/>
          </a:prstGeom>
          <a:noFill/>
        </p:spPr>
        <p:txBody>
          <a:bodyPr wrap="square">
            <a:spAutoFit/>
          </a:bodyPr>
          <a:lstStyle/>
          <a:p>
            <a:pPr>
              <a:lnSpc>
                <a:spcPct val="150000"/>
              </a:lnSpc>
            </a:pPr>
            <a:r>
              <a:rPr lang="nl-NL" sz="2800" dirty="0">
                <a:solidFill>
                  <a:schemeClr val="tx1"/>
                </a:solidFill>
              </a:rPr>
              <a:t>Met behulp van deze kenmerken…</a:t>
            </a:r>
          </a:p>
          <a:p>
            <a:pPr marL="342900" indent="-342900">
              <a:lnSpc>
                <a:spcPct val="150000"/>
              </a:lnSpc>
              <a:buFont typeface="+mj-lt"/>
              <a:buAutoNum type="arabicPeriod"/>
            </a:pPr>
            <a:r>
              <a:rPr lang="nl-NL" sz="2800" b="1" dirty="0">
                <a:solidFill>
                  <a:schemeClr val="tx1">
                    <a:lumMod val="65000"/>
                    <a:lumOff val="35000"/>
                  </a:schemeClr>
                </a:solidFill>
              </a:rPr>
              <a:t>Voorstelbaar: </a:t>
            </a:r>
            <a:r>
              <a:rPr lang="nl-NL" sz="2800" dirty="0">
                <a:solidFill>
                  <a:schemeClr val="tx1">
                    <a:lumMod val="65000"/>
                    <a:lumOff val="35000"/>
                  </a:schemeClr>
                </a:solidFill>
              </a:rPr>
              <a:t>beeld van hoe de toekomst eruit ziet.</a:t>
            </a:r>
          </a:p>
          <a:p>
            <a:pPr marL="342900" indent="-342900">
              <a:lnSpc>
                <a:spcPct val="150000"/>
              </a:lnSpc>
              <a:buFont typeface="+mj-lt"/>
              <a:buAutoNum type="arabicPeriod"/>
            </a:pPr>
            <a:r>
              <a:rPr lang="nl-NL" sz="2800" b="1" dirty="0">
                <a:solidFill>
                  <a:schemeClr val="tx1">
                    <a:lumMod val="65000"/>
                    <a:lumOff val="35000"/>
                  </a:schemeClr>
                </a:solidFill>
              </a:rPr>
              <a:t>Aantrekkelijk:  </a:t>
            </a:r>
            <a:r>
              <a:rPr lang="nl-NL" sz="2800" dirty="0">
                <a:solidFill>
                  <a:schemeClr val="tx1">
                    <a:lumMod val="65000"/>
                    <a:lumOff val="35000"/>
                  </a:schemeClr>
                </a:solidFill>
              </a:rPr>
              <a:t>spreekt meerdere belangen en partijen aan</a:t>
            </a:r>
          </a:p>
          <a:p>
            <a:pPr marL="342900" indent="-342900">
              <a:lnSpc>
                <a:spcPct val="150000"/>
              </a:lnSpc>
              <a:buFont typeface="+mj-lt"/>
              <a:buAutoNum type="arabicPeriod"/>
            </a:pPr>
            <a:r>
              <a:rPr lang="nl-NL" sz="2800" b="1" dirty="0">
                <a:solidFill>
                  <a:schemeClr val="tx1">
                    <a:lumMod val="65000"/>
                    <a:lumOff val="35000"/>
                  </a:schemeClr>
                </a:solidFill>
              </a:rPr>
              <a:t>Haalbaar: </a:t>
            </a:r>
            <a:r>
              <a:rPr lang="nl-NL" sz="2800" dirty="0">
                <a:solidFill>
                  <a:schemeClr val="tx1">
                    <a:lumMod val="65000"/>
                    <a:lumOff val="35000"/>
                  </a:schemeClr>
                </a:solidFill>
              </a:rPr>
              <a:t>omvat realistische, bereikbare doelen</a:t>
            </a:r>
          </a:p>
          <a:p>
            <a:pPr marL="342900" indent="-342900">
              <a:lnSpc>
                <a:spcPct val="150000"/>
              </a:lnSpc>
              <a:buFont typeface="+mj-lt"/>
              <a:buAutoNum type="arabicPeriod"/>
            </a:pPr>
            <a:r>
              <a:rPr lang="nl-NL" sz="2800" b="1" dirty="0">
                <a:solidFill>
                  <a:schemeClr val="tx1">
                    <a:lumMod val="65000"/>
                    <a:lumOff val="35000"/>
                  </a:schemeClr>
                </a:solidFill>
              </a:rPr>
              <a:t>Gericht: </a:t>
            </a:r>
            <a:r>
              <a:rPr lang="nl-NL" sz="2800" dirty="0">
                <a:solidFill>
                  <a:schemeClr val="tx1">
                    <a:lumMod val="65000"/>
                    <a:lumOff val="35000"/>
                  </a:schemeClr>
                </a:solidFill>
              </a:rPr>
              <a:t>dient als richting bij besluitvorming</a:t>
            </a:r>
          </a:p>
          <a:p>
            <a:pPr marL="342900" indent="-342900">
              <a:lnSpc>
                <a:spcPct val="150000"/>
              </a:lnSpc>
              <a:buFont typeface="+mj-lt"/>
              <a:buAutoNum type="arabicPeriod"/>
            </a:pPr>
            <a:r>
              <a:rPr lang="nl-NL" sz="2800" b="1" dirty="0">
                <a:solidFill>
                  <a:schemeClr val="tx1">
                    <a:lumMod val="65000"/>
                    <a:lumOff val="35000"/>
                  </a:schemeClr>
                </a:solidFill>
              </a:rPr>
              <a:t>Communiceerbaar: </a:t>
            </a:r>
            <a:r>
              <a:rPr lang="nl-NL" sz="2800" dirty="0">
                <a:solidFill>
                  <a:schemeClr val="tx1">
                    <a:lumMod val="65000"/>
                    <a:lumOff val="35000"/>
                  </a:schemeClr>
                </a:solidFill>
              </a:rPr>
              <a:t>binnen 5 minuten uitgelegd en begrepen </a:t>
            </a:r>
            <a:endParaRPr lang="nl-NL" sz="2800" b="1" dirty="0">
              <a:solidFill>
                <a:schemeClr val="tx1">
                  <a:lumMod val="65000"/>
                  <a:lumOff val="35000"/>
                </a:schemeClr>
              </a:solidFill>
            </a:endParaRPr>
          </a:p>
        </p:txBody>
      </p:sp>
      <p:pic>
        <p:nvPicPr>
          <p:cNvPr id="2" name="Graphic 1" descr="Stopwatch met effen opvulling">
            <a:extLst>
              <a:ext uri="{FF2B5EF4-FFF2-40B4-BE49-F238E27FC236}">
                <a16:creationId xmlns:a16="http://schemas.microsoft.com/office/drawing/2014/main" id="{B62EF148-8CB6-BBFB-D020-13A21F330AA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783613" y="1698307"/>
            <a:ext cx="1008112" cy="1008112"/>
          </a:xfrm>
          <a:prstGeom prst="rect">
            <a:avLst/>
          </a:prstGeom>
        </p:spPr>
      </p:pic>
      <p:sp>
        <p:nvSpPr>
          <p:cNvPr id="5" name="Rechthoek 4">
            <a:extLst>
              <a:ext uri="{FF2B5EF4-FFF2-40B4-BE49-F238E27FC236}">
                <a16:creationId xmlns:a16="http://schemas.microsoft.com/office/drawing/2014/main" id="{1A7BA04F-4E8F-D7BD-51BE-E05850B1D6F3}"/>
              </a:ext>
            </a:extLst>
          </p:cNvPr>
          <p:cNvSpPr/>
          <p:nvPr/>
        </p:nvSpPr>
        <p:spPr>
          <a:xfrm>
            <a:off x="10193307" y="2636912"/>
            <a:ext cx="2188723" cy="5350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3200" b="1" dirty="0">
                <a:solidFill>
                  <a:schemeClr val="tx1"/>
                </a:solidFill>
              </a:rPr>
              <a:t>20 min.</a:t>
            </a:r>
            <a:endParaRPr lang="en-US" sz="3200" b="1" dirty="0">
              <a:solidFill>
                <a:schemeClr val="tx1"/>
              </a:solidFill>
            </a:endParaRPr>
          </a:p>
        </p:txBody>
      </p:sp>
    </p:spTree>
    <p:extLst>
      <p:ext uri="{BB962C8B-B14F-4D97-AF65-F5344CB8AC3E}">
        <p14:creationId xmlns:p14="http://schemas.microsoft.com/office/powerpoint/2010/main" val="12707310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155CAEB-28C4-771F-A875-8BC5FB558AD1}"/>
              </a:ext>
            </a:extLst>
          </p:cNvPr>
          <p:cNvSpPr>
            <a:spLocks noGrp="1"/>
          </p:cNvSpPr>
          <p:nvPr>
            <p:ph type="title"/>
          </p:nvPr>
        </p:nvSpPr>
        <p:spPr/>
        <p:txBody>
          <a:bodyPr>
            <a:normAutofit/>
          </a:bodyPr>
          <a:lstStyle/>
          <a:p>
            <a:r>
              <a:rPr lang="nl-NL" sz="4000" dirty="0"/>
              <a:t>Creëren van het juiste klimaat</a:t>
            </a:r>
            <a:endParaRPr lang="en-US" sz="4000" dirty="0"/>
          </a:p>
        </p:txBody>
      </p:sp>
      <p:sp>
        <p:nvSpPr>
          <p:cNvPr id="3" name="Tijdelijke aanduiding voor inhoud 2">
            <a:extLst>
              <a:ext uri="{FF2B5EF4-FFF2-40B4-BE49-F238E27FC236}">
                <a16:creationId xmlns:a16="http://schemas.microsoft.com/office/drawing/2014/main" id="{8EB8F708-3222-CAD8-3D9B-3B08D36B88AC}"/>
              </a:ext>
            </a:extLst>
          </p:cNvPr>
          <p:cNvSpPr>
            <a:spLocks noGrp="1"/>
          </p:cNvSpPr>
          <p:nvPr>
            <p:ph idx="1"/>
          </p:nvPr>
        </p:nvSpPr>
        <p:spPr>
          <a:xfrm>
            <a:off x="1251675" y="1822891"/>
            <a:ext cx="10178323" cy="3593591"/>
          </a:xfrm>
        </p:spPr>
        <p:txBody>
          <a:bodyPr>
            <a:normAutofit/>
          </a:bodyPr>
          <a:lstStyle/>
          <a:p>
            <a:pPr marL="457200" indent="-457200">
              <a:buFont typeface="+mj-lt"/>
              <a:buAutoNum type="arabicPeriod"/>
            </a:pPr>
            <a:r>
              <a:rPr lang="nl-NL" sz="3600" dirty="0"/>
              <a:t>Creëren van urgentie</a:t>
            </a:r>
          </a:p>
          <a:p>
            <a:pPr marL="457200" indent="-457200">
              <a:buFont typeface="+mj-lt"/>
              <a:buAutoNum type="arabicPeriod"/>
            </a:pPr>
            <a:r>
              <a:rPr lang="en-US" sz="3600" dirty="0" err="1"/>
              <a:t>Leidende</a:t>
            </a:r>
            <a:r>
              <a:rPr lang="en-US" sz="3600" dirty="0"/>
              <a:t> </a:t>
            </a:r>
            <a:r>
              <a:rPr lang="en-US" sz="3600" dirty="0" err="1"/>
              <a:t>coalitie</a:t>
            </a:r>
            <a:r>
              <a:rPr lang="en-US" sz="3600" dirty="0"/>
              <a:t> </a:t>
            </a:r>
            <a:r>
              <a:rPr lang="en-US" sz="3600" dirty="0" err="1"/>
              <a:t>vormen</a:t>
            </a:r>
            <a:endParaRPr lang="en-US" sz="3600" dirty="0"/>
          </a:p>
          <a:p>
            <a:pPr marL="457200" indent="-457200">
              <a:buFont typeface="+mj-lt"/>
              <a:buAutoNum type="arabicPeriod"/>
            </a:pPr>
            <a:r>
              <a:rPr lang="en-US" sz="3600" dirty="0"/>
              <a:t>Een </a:t>
            </a:r>
            <a:r>
              <a:rPr lang="en-US" sz="3600" dirty="0" err="1"/>
              <a:t>visie</a:t>
            </a:r>
            <a:r>
              <a:rPr lang="en-US" sz="3600" dirty="0"/>
              <a:t> en </a:t>
            </a:r>
            <a:r>
              <a:rPr lang="en-US" sz="3600" dirty="0" err="1"/>
              <a:t>strategie</a:t>
            </a:r>
            <a:r>
              <a:rPr lang="en-US" sz="3600" dirty="0"/>
              <a:t> </a:t>
            </a:r>
            <a:r>
              <a:rPr lang="en-US" sz="3600" dirty="0" err="1"/>
              <a:t>ontwikkelen</a:t>
            </a:r>
            <a:endParaRPr lang="en-US" sz="3600" dirty="0"/>
          </a:p>
        </p:txBody>
      </p:sp>
      <p:sp>
        <p:nvSpPr>
          <p:cNvPr id="4" name="Titel 1">
            <a:extLst>
              <a:ext uri="{FF2B5EF4-FFF2-40B4-BE49-F238E27FC236}">
                <a16:creationId xmlns:a16="http://schemas.microsoft.com/office/drawing/2014/main" id="{34ADA918-AF8D-0B47-FA42-BFD74CC767E9}"/>
              </a:ext>
            </a:extLst>
          </p:cNvPr>
          <p:cNvSpPr txBox="1">
            <a:spLocks/>
          </p:cNvSpPr>
          <p:nvPr/>
        </p:nvSpPr>
        <p:spPr>
          <a:xfrm>
            <a:off x="1251675" y="4869160"/>
            <a:ext cx="10178323" cy="1492132"/>
          </a:xfrm>
          <a:prstGeom prst="rect">
            <a:avLst/>
          </a:prstGeom>
        </p:spPr>
        <p:txBody>
          <a:bodyPr vert="horz" lIns="91440" tIns="45720" rIns="91440" bIns="45720" rtlCol="0" anchor="t">
            <a:normAutofit/>
          </a:bodyPr>
          <a:lstStyle>
            <a:lvl1pPr algn="l" defTabSz="289322" rtl="0" eaLnBrk="1" latinLnBrk="0" hangingPunct="1">
              <a:lnSpc>
                <a:spcPct val="90000"/>
              </a:lnSpc>
              <a:spcBef>
                <a:spcPct val="0"/>
              </a:spcBef>
              <a:buNone/>
              <a:defRPr sz="3200" kern="1200" cap="all" spc="64" baseline="0">
                <a:solidFill>
                  <a:schemeClr val="tx2"/>
                </a:solidFill>
                <a:latin typeface="+mj-lt"/>
                <a:ea typeface="+mj-ea"/>
                <a:cs typeface="+mj-cs"/>
              </a:defRPr>
            </a:lvl1pPr>
          </a:lstStyle>
          <a:p>
            <a:pPr algn="ctr"/>
            <a:r>
              <a:rPr lang="nl-NL" dirty="0"/>
              <a:t>Bespreek dit ook met je opdrachtgever </a:t>
            </a:r>
          </a:p>
          <a:p>
            <a:pPr algn="ctr"/>
            <a:r>
              <a:rPr lang="nl-NL" dirty="0"/>
              <a:t>en relevante stakeholders! </a:t>
            </a:r>
            <a:endParaRPr lang="en-US" dirty="0"/>
          </a:p>
        </p:txBody>
      </p:sp>
    </p:spTree>
    <p:extLst>
      <p:ext uri="{BB962C8B-B14F-4D97-AF65-F5344CB8AC3E}">
        <p14:creationId xmlns:p14="http://schemas.microsoft.com/office/powerpoint/2010/main" val="11379589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B9953BE-2979-9B12-BA96-E02E9F819D18}"/>
              </a:ext>
            </a:extLst>
          </p:cNvPr>
          <p:cNvSpPr>
            <a:spLocks noGrp="1"/>
          </p:cNvSpPr>
          <p:nvPr>
            <p:ph type="title"/>
          </p:nvPr>
        </p:nvSpPr>
        <p:spPr>
          <a:xfrm>
            <a:off x="1415480" y="424700"/>
            <a:ext cx="10178323" cy="1492132"/>
          </a:xfrm>
        </p:spPr>
        <p:txBody>
          <a:bodyPr>
            <a:normAutofit fontScale="90000"/>
          </a:bodyPr>
          <a:lstStyle/>
          <a:p>
            <a:r>
              <a:rPr lang="nl-NL" sz="4000" dirty="0">
                <a:solidFill>
                  <a:schemeClr val="tx1"/>
                </a:solidFill>
              </a:rPr>
              <a:t>We weten nu hoe je het juiste klimaat kan creëren…</a:t>
            </a:r>
            <a:br>
              <a:rPr lang="nl-NL" sz="4000" dirty="0">
                <a:solidFill>
                  <a:schemeClr val="tx1"/>
                </a:solidFill>
              </a:rPr>
            </a:br>
            <a:br>
              <a:rPr lang="nl-NL" sz="4000" dirty="0">
                <a:solidFill>
                  <a:schemeClr val="tx1"/>
                </a:solidFill>
              </a:rPr>
            </a:br>
            <a:endParaRPr lang="en-US" sz="4000" dirty="0">
              <a:solidFill>
                <a:schemeClr val="tx1"/>
              </a:solidFill>
              <a:latin typeface="+mn-lt"/>
            </a:endParaRPr>
          </a:p>
        </p:txBody>
      </p:sp>
      <p:sp>
        <p:nvSpPr>
          <p:cNvPr id="3" name="Tekstvak 2">
            <a:extLst>
              <a:ext uri="{FF2B5EF4-FFF2-40B4-BE49-F238E27FC236}">
                <a16:creationId xmlns:a16="http://schemas.microsoft.com/office/drawing/2014/main" id="{05FD7722-B102-AF34-867E-1B8C210D242C}"/>
              </a:ext>
            </a:extLst>
          </p:cNvPr>
          <p:cNvSpPr txBox="1"/>
          <p:nvPr/>
        </p:nvSpPr>
        <p:spPr>
          <a:xfrm>
            <a:off x="1415480" y="1840792"/>
            <a:ext cx="9217024" cy="523220"/>
          </a:xfrm>
          <a:prstGeom prst="rect">
            <a:avLst/>
          </a:prstGeom>
          <a:noFill/>
        </p:spPr>
        <p:txBody>
          <a:bodyPr wrap="square" rtlCol="0">
            <a:spAutoFit/>
          </a:bodyPr>
          <a:lstStyle/>
          <a:p>
            <a:r>
              <a:rPr lang="nl-NL" sz="2800" dirty="0"/>
              <a:t>Maar hoe weet je of het juiste klimaat ook echt aanwezig is? </a:t>
            </a:r>
            <a:endParaRPr lang="en-US" sz="2800" dirty="0"/>
          </a:p>
        </p:txBody>
      </p:sp>
      <p:pic>
        <p:nvPicPr>
          <p:cNvPr id="6" name="Graphic 5">
            <a:extLst>
              <a:ext uri="{FF2B5EF4-FFF2-40B4-BE49-F238E27FC236}">
                <a16:creationId xmlns:a16="http://schemas.microsoft.com/office/drawing/2014/main" id="{73C6C14A-AAAC-15F8-FCD3-CBACD368728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703512" y="2409227"/>
            <a:ext cx="8136904" cy="4577009"/>
          </a:xfrm>
          <a:prstGeom prst="rect">
            <a:avLst/>
          </a:prstGeom>
        </p:spPr>
      </p:pic>
      <p:sp>
        <p:nvSpPr>
          <p:cNvPr id="7" name="Rechthoek 6">
            <a:extLst>
              <a:ext uri="{FF2B5EF4-FFF2-40B4-BE49-F238E27FC236}">
                <a16:creationId xmlns:a16="http://schemas.microsoft.com/office/drawing/2014/main" id="{F8F42B5F-C6B8-B267-2AA9-81483BA25534}"/>
              </a:ext>
            </a:extLst>
          </p:cNvPr>
          <p:cNvSpPr/>
          <p:nvPr/>
        </p:nvSpPr>
        <p:spPr>
          <a:xfrm>
            <a:off x="5064481" y="3137263"/>
            <a:ext cx="2880320" cy="3913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dirty="0">
                <a:solidFill>
                  <a:schemeClr val="tx1"/>
                </a:solidFill>
              </a:rPr>
              <a:t>DINAMO model</a:t>
            </a:r>
          </a:p>
        </p:txBody>
      </p:sp>
    </p:spTree>
    <p:extLst>
      <p:ext uri="{BB962C8B-B14F-4D97-AF65-F5344CB8AC3E}">
        <p14:creationId xmlns:p14="http://schemas.microsoft.com/office/powerpoint/2010/main" val="4120864316"/>
      </p:ext>
    </p:extLst>
  </p:cSld>
  <p:clrMapOvr>
    <a:masterClrMapping/>
  </p:clrMapOvr>
</p:sld>
</file>

<file path=ppt/theme/theme1.xml><?xml version="1.0" encoding="utf-8"?>
<a:theme xmlns:a="http://schemas.openxmlformats.org/drawingml/2006/main" name="Badge">
  <a:themeElements>
    <a:clrScheme name="Badge">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771EA782-DFA6-45B1-AEA3-661F1715B310}"/>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Inhoud xmlns="34aa27f1-ca46-42c2-8340-cdb2a796867d" xsi:nil="true"/>
    <lcf76f155ced4ddcb4097134ff3c332f xmlns="34aa27f1-ca46-42c2-8340-cdb2a796867d">
      <Terms xmlns="http://schemas.microsoft.com/office/infopath/2007/PartnerControls"/>
    </lcf76f155ced4ddcb4097134ff3c332f>
    <TaxCatchAll xmlns="a04ecd67-c8d3-4eec-88e8-2c848c3b3cc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1DF5EEF3DB060419B34DEBDF7D010A3" ma:contentTypeVersion="20" ma:contentTypeDescription="Een nieuw document maken." ma:contentTypeScope="" ma:versionID="f2c2166a544212e6f2949a72d9b8e695">
  <xsd:schema xmlns:xsd="http://www.w3.org/2001/XMLSchema" xmlns:xs="http://www.w3.org/2001/XMLSchema" xmlns:p="http://schemas.microsoft.com/office/2006/metadata/properties" xmlns:ns2="34aa27f1-ca46-42c2-8340-cdb2a796867d" xmlns:ns3="a04ecd67-c8d3-4eec-88e8-2c848c3b3ccb" targetNamespace="http://schemas.microsoft.com/office/2006/metadata/properties" ma:root="true" ma:fieldsID="0f4aac1bd7f8633cc207d2fc2df10cde" ns2:_="" ns3:_="">
    <xsd:import namespace="34aa27f1-ca46-42c2-8340-cdb2a796867d"/>
    <xsd:import namespace="a04ecd67-c8d3-4eec-88e8-2c848c3b3ccb"/>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3:SharedWithUsers" minOccurs="0"/>
                <xsd:element ref="ns3:SharedWithDetail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Location" minOccurs="0"/>
                <xsd:element ref="ns2:MediaLengthInSeconds" minOccurs="0"/>
                <xsd:element ref="ns2:lcf76f155ced4ddcb4097134ff3c332f" minOccurs="0"/>
                <xsd:element ref="ns3:TaxCatchAll" minOccurs="0"/>
                <xsd:element ref="ns2:Inhoud"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4aa27f1-ca46-42c2-8340-cdb2a796867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Afbeeldingtags" ma:readOnly="false" ma:fieldId="{5cf76f15-5ced-4ddc-b409-7134ff3c332f}" ma:taxonomyMulti="true" ma:sspId="f6aa0a0a-ab1b-4084-9454-0fab04725976" ma:termSetId="09814cd3-568e-fe90-9814-8d621ff8fb84" ma:anchorId="fba54fb3-c3e1-fe81-a776-ca4b69148c4d" ma:open="true" ma:isKeyword="false">
      <xsd:complexType>
        <xsd:sequence>
          <xsd:element ref="pc:Terms" minOccurs="0" maxOccurs="1"/>
        </xsd:sequence>
      </xsd:complexType>
    </xsd:element>
    <xsd:element name="Inhoud" ma:index="24" nillable="true" ma:displayName="Inhoud" ma:format="Dropdown" ma:internalName="Inhoud">
      <xsd:simpleType>
        <xsd:restriction base="dms:Note">
          <xsd:maxLength value="255"/>
        </xsd:restriction>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04ecd67-c8d3-4eec-88e8-2c848c3b3ccb" elementFormDefault="qualified">
    <xsd:import namespace="http://schemas.microsoft.com/office/2006/documentManagement/types"/>
    <xsd:import namespace="http://schemas.microsoft.com/office/infopath/2007/PartnerControls"/>
    <xsd:element name="SharedWithUsers" ma:index="12"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Gedeeld met details" ma:internalName="SharedWithDetails" ma:readOnly="true">
      <xsd:simpleType>
        <xsd:restriction base="dms:Note">
          <xsd:maxLength value="255"/>
        </xsd:restriction>
      </xsd:simpleType>
    </xsd:element>
    <xsd:element name="TaxCatchAll" ma:index="23" nillable="true" ma:displayName="Taxonomy Catch All Column" ma:hidden="true" ma:list="{32d6ceff-07c9-4836-baaf-bdf60c01af58}" ma:internalName="TaxCatchAll" ma:showField="CatchAllData" ma:web="a04ecd67-c8d3-4eec-88e8-2c848c3b3cc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98EED55-3434-46FE-B60D-0A52C2A2523E}">
  <ds:schemaRefs>
    <ds:schemaRef ds:uri="http://schemas.microsoft.com/office/2006/metadata/properties"/>
    <ds:schemaRef ds:uri="http://schemas.microsoft.com/office/infopath/2007/PartnerControls"/>
    <ds:schemaRef ds:uri="34aa27f1-ca46-42c2-8340-cdb2a796867d"/>
    <ds:schemaRef ds:uri="a04ecd67-c8d3-4eec-88e8-2c848c3b3ccb"/>
  </ds:schemaRefs>
</ds:datastoreItem>
</file>

<file path=customXml/itemProps2.xml><?xml version="1.0" encoding="utf-8"?>
<ds:datastoreItem xmlns:ds="http://schemas.openxmlformats.org/officeDocument/2006/customXml" ds:itemID="{D1FD8808-C059-4A8E-8792-7A9563A3E8FA}">
  <ds:schemaRefs>
    <ds:schemaRef ds:uri="http://schemas.microsoft.com/sharepoint/v3/contenttype/forms"/>
  </ds:schemaRefs>
</ds:datastoreItem>
</file>

<file path=customXml/itemProps3.xml><?xml version="1.0" encoding="utf-8"?>
<ds:datastoreItem xmlns:ds="http://schemas.openxmlformats.org/officeDocument/2006/customXml" ds:itemID="{280B0E77-63F8-459E-B804-778724C3D42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4aa27f1-ca46-42c2-8340-cdb2a796867d"/>
    <ds:schemaRef ds:uri="a04ecd67-c8d3-4eec-88e8-2c848c3b3cc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0</TotalTime>
  <Words>1334</Words>
  <Application>Microsoft Office PowerPoint</Application>
  <PresentationFormat>Breedbeeld</PresentationFormat>
  <Paragraphs>229</Paragraphs>
  <Slides>32</Slides>
  <Notes>24</Notes>
  <HiddenSlides>0</HiddenSlides>
  <MMClips>0</MMClips>
  <ScaleCrop>false</ScaleCrop>
  <HeadingPairs>
    <vt:vector size="6" baseType="variant">
      <vt:variant>
        <vt:lpstr>Gebruikte lettertypen</vt:lpstr>
      </vt:variant>
      <vt:variant>
        <vt:i4>6</vt:i4>
      </vt:variant>
      <vt:variant>
        <vt:lpstr>Thema</vt:lpstr>
      </vt:variant>
      <vt:variant>
        <vt:i4>1</vt:i4>
      </vt:variant>
      <vt:variant>
        <vt:lpstr>Diatitels</vt:lpstr>
      </vt:variant>
      <vt:variant>
        <vt:i4>32</vt:i4>
      </vt:variant>
    </vt:vector>
  </HeadingPairs>
  <TitlesOfParts>
    <vt:vector size="39" baseType="lpstr">
      <vt:lpstr>Arial</vt:lpstr>
      <vt:lpstr>Avenir Next Condensed</vt:lpstr>
      <vt:lpstr>Calibri</vt:lpstr>
      <vt:lpstr>Gill Sans MT</vt:lpstr>
      <vt:lpstr>Impact</vt:lpstr>
      <vt:lpstr>Raleway</vt:lpstr>
      <vt:lpstr>Badge</vt:lpstr>
      <vt:lpstr>Workshop 6:  veranderontwerp</vt:lpstr>
      <vt:lpstr>Doel van vandaag</vt:lpstr>
      <vt:lpstr>Programma</vt:lpstr>
      <vt:lpstr>PowerPoint-presentatie</vt:lpstr>
      <vt:lpstr>PowerPoint-presentatie</vt:lpstr>
      <vt:lpstr>PowerPoint-presentatie</vt:lpstr>
      <vt:lpstr>3 changemanagement modellen</vt:lpstr>
      <vt:lpstr>PowerPoint-presentatie</vt:lpstr>
      <vt:lpstr>PowerPoint-presentatie</vt:lpstr>
      <vt:lpstr>PowerPoint-presentatie</vt:lpstr>
      <vt:lpstr>8 stappen van kotter </vt:lpstr>
      <vt:lpstr>PowerPoint-presentatie</vt:lpstr>
      <vt:lpstr>1. Creëren van urgentie</vt:lpstr>
      <vt:lpstr>Beantwoord de volgende vragen voor jullie organisatie?</vt:lpstr>
      <vt:lpstr>PowerPoint-presentatie</vt:lpstr>
      <vt:lpstr>Een coalitie bestaat uit sponsors voor jouw verandering</vt:lpstr>
      <vt:lpstr>Wat doet  een sponsor  vooral niet? </vt:lpstr>
      <vt:lpstr>Wie kunnen sponsors zijn  in een project?</vt:lpstr>
      <vt:lpstr>Formele sponsors</vt:lpstr>
      <vt:lpstr>Waarom is een sponsor van belang?</vt:lpstr>
      <vt:lpstr>Succesfactoren van sponsors</vt:lpstr>
      <vt:lpstr>Op welk niveau zit jullie opdracht?</vt:lpstr>
      <vt:lpstr>PowerPoint-presentatie</vt:lpstr>
      <vt:lpstr>De mogelijke (negatieve) invloed van  informele leiders in een groep</vt:lpstr>
      <vt:lpstr>PowerPoint-presentatie</vt:lpstr>
      <vt:lpstr>PowerPoint-presentatie</vt:lpstr>
      <vt:lpstr>3. Een visie en strategie ontwikkelen</vt:lpstr>
      <vt:lpstr>drie belangrijke doelen van een visie</vt:lpstr>
      <vt:lpstr>belangrijke kenmerken van een  effectieve visie</vt:lpstr>
      <vt:lpstr>Opdracht:  ontwikkel een visie op jullie verandering</vt:lpstr>
      <vt:lpstr>Creëren van het juiste klimaat</vt:lpstr>
      <vt:lpstr>We weten nu hoe je het juiste klimaat kan creëren…  </vt:lpstr>
    </vt:vector>
  </TitlesOfParts>
  <Company>Hogeschool van Arnhem en Nijmegen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 1</dc:title>
  <dc:creator>Bennink</dc:creator>
  <cp:lastModifiedBy>Martin en Jacolien Linde</cp:lastModifiedBy>
  <cp:revision>104</cp:revision>
  <dcterms:created xsi:type="dcterms:W3CDTF">2014-02-23T18:44:35Z</dcterms:created>
  <dcterms:modified xsi:type="dcterms:W3CDTF">2025-04-14T08:41:33Z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0x01010041DF5EEF3DB060419B34DEBDF7D010A3</vt:lpwstr>
  </property>
</Properties>
</file>